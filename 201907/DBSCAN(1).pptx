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Default Extension="bin" ContentType="application/vnd.openxmlformats-officedocument.oleObject"/>
  <Override PartName="/ppt/notesSlides/notesSlide1.xml" ContentType="application/vnd.openxmlformats-officedocument.presentationml.notesSlide+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Default Extension="vml" ContentType="application/vnd.openxmlformats-officedocument.vmlDrawing"/>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9" r:id="rId3"/>
    <p:sldId id="315" r:id="rId4"/>
    <p:sldId id="300" r:id="rId5"/>
    <p:sldId id="316" r:id="rId6"/>
    <p:sldId id="260" r:id="rId7"/>
    <p:sldId id="333" r:id="rId8"/>
    <p:sldId id="317" r:id="rId9"/>
    <p:sldId id="332" r:id="rId10"/>
    <p:sldId id="277" r:id="rId11"/>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66"/>
    <a:srgbClr val="FFFF99"/>
    <a:srgbClr val="FF3300"/>
    <a:srgbClr val="EAEAEA"/>
  </p:clrMru>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40" autoAdjust="0"/>
    <p:restoredTop sz="94660" autoAdjust="0"/>
  </p:normalViewPr>
  <p:slideViewPr>
    <p:cSldViewPr>
      <p:cViewPr varScale="1">
        <p:scale>
          <a:sx n="66" d="100"/>
          <a:sy n="66" d="100"/>
        </p:scale>
        <p:origin x="-1500" y="-114"/>
      </p:cViewPr>
      <p:guideLst>
        <p:guide orient="horz" pos="2160"/>
        <p:guide pos="2880"/>
      </p:guideLst>
    </p:cSldViewPr>
  </p:slideViewPr>
  <p:notesTextViewPr>
    <p:cViewPr>
      <p:scale>
        <a:sx n="1" d="1"/>
        <a:sy n="1" d="1"/>
      </p:scale>
      <p:origin x="0" y="0"/>
    </p:cViewPr>
  </p:notesTextViewPr>
  <p:sorterViewPr>
    <p:cViewPr>
      <p:scale>
        <a:sx n="100" d="100"/>
        <a:sy n="100" d="100"/>
      </p:scale>
      <p:origin x="0" y="1722"/>
    </p:cViewPr>
  </p:sorter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pitchFamily="34" charset="0"/>
                <a:ea typeface="+mn-ea"/>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Arial" pitchFamily="34" charset="0"/>
                <a:ea typeface="+mn-ea"/>
              </a:defRPr>
            </a:lvl1pPr>
          </a:lstStyle>
          <a:p>
            <a:pPr>
              <a:defRPr/>
            </a:pPr>
            <a:fld id="{5C00E97B-A70D-41A8-B755-634DFCC29DDC}" type="datetimeFigureOut">
              <a:rPr lang="zh-CN" altLang="en-US"/>
              <a:pPr>
                <a:defRPr/>
              </a:pPr>
              <a:t>2019/7/26 Friday</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endParaRPr lang="zh-CN" altLang="en-US" noProof="0"/>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Arial" pitchFamily="34" charset="0"/>
                <a:ea typeface="+mn-ea"/>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Arial" pitchFamily="34" charset="0"/>
                <a:ea typeface="+mn-ea"/>
              </a:defRPr>
            </a:lvl1pPr>
          </a:lstStyle>
          <a:p>
            <a:pPr>
              <a:defRPr/>
            </a:pPr>
            <a:fld id="{EC4C95D9-99C2-4999-9BF5-A96E495F5775}"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幻灯片图像占位符 1"/>
          <p:cNvSpPr>
            <a:spLocks noGrp="1" noRot="1" noChangeAspect="1" noTextEdit="1"/>
          </p:cNvSpPr>
          <p:nvPr>
            <p:ph type="sldImg"/>
          </p:nvPr>
        </p:nvSpPr>
        <p:spPr bwMode="auto">
          <a:noFill/>
          <a:ln>
            <a:solidFill>
              <a:srgbClr val="000000"/>
            </a:solidFill>
            <a:miter lim="800000"/>
            <a:headEnd/>
            <a:tailEnd/>
          </a:ln>
        </p:spPr>
      </p:sp>
      <p:sp>
        <p:nvSpPr>
          <p:cNvPr id="14339"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zh-CN" altLang="en-US" smtClean="0"/>
          </a:p>
        </p:txBody>
      </p:sp>
      <p:sp>
        <p:nvSpPr>
          <p:cNvPr id="25604" name="灯片编号占位符 3"/>
          <p:cNvSpPr>
            <a:spLocks noGrp="1"/>
          </p:cNvSpPr>
          <p:nvPr>
            <p:ph type="sldNum" sz="quarter" idx="5"/>
          </p:nvPr>
        </p:nvSpPr>
        <p:spPr bwMode="auto">
          <a:extLst/>
        </p:spPr>
        <p:txBody>
          <a:bodyPr wrap="square" numCol="1" anchorCtr="0" compatLnSpc="1">
            <a:prstTxWarp prst="textNoShape">
              <a:avLst/>
            </a:prstTxWarp>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fld id="{033FD0A7-E522-4B51-A1AB-0D29488AD998}" type="slidenum">
              <a:rPr lang="zh-CN" altLang="en-US" smtClean="0"/>
              <a:pPr eaLnBrk="1" hangingPunct="1">
                <a:defRPr/>
              </a:pPr>
              <a:t>1</a:t>
            </a:fld>
            <a:endParaRPr lang="zh-CN" alt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幻灯片图像占位符 1"/>
          <p:cNvSpPr>
            <a:spLocks noGrp="1" noRot="1" noChangeAspect="1" noTextEdit="1"/>
          </p:cNvSpPr>
          <p:nvPr>
            <p:ph type="sldImg"/>
          </p:nvPr>
        </p:nvSpPr>
        <p:spPr bwMode="auto">
          <a:noFill/>
          <a:ln>
            <a:solidFill>
              <a:srgbClr val="000000"/>
            </a:solidFill>
            <a:miter lim="800000"/>
            <a:headEnd/>
            <a:tailEnd/>
          </a:ln>
        </p:spPr>
      </p:sp>
      <p:sp>
        <p:nvSpPr>
          <p:cNvPr id="15363"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zh-CN" altLang="en-US" smtClean="0"/>
          </a:p>
        </p:txBody>
      </p:sp>
      <p:sp>
        <p:nvSpPr>
          <p:cNvPr id="26628" name="灯片编号占位符 3"/>
          <p:cNvSpPr>
            <a:spLocks noGrp="1"/>
          </p:cNvSpPr>
          <p:nvPr>
            <p:ph type="sldNum" sz="quarter" idx="5"/>
          </p:nvPr>
        </p:nvSpPr>
        <p:spPr bwMode="auto">
          <a:extLst/>
        </p:spPr>
        <p:txBody>
          <a:bodyPr wrap="square" numCol="1" anchorCtr="0" compatLnSpc="1">
            <a:prstTxWarp prst="textNoShape">
              <a:avLst/>
            </a:prstTxWarp>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fld id="{C99AF130-BB83-4049-953B-B2EC4425C7F4}" type="slidenum">
              <a:rPr lang="zh-CN" altLang="en-US" smtClean="0"/>
              <a:pPr eaLnBrk="1" hangingPunct="1">
                <a:defRPr/>
              </a:pPr>
              <a:t>2</a:t>
            </a:fld>
            <a:endParaRPr lang="zh-CN" altLang="en-US" smtClean="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bwMode="gray">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Text Box 14"/>
          <p:cNvSpPr txBox="1">
            <a:spLocks noChangeArrowheads="1"/>
          </p:cNvSpPr>
          <p:nvPr/>
        </p:nvSpPr>
        <p:spPr bwMode="auto">
          <a:xfrm>
            <a:off x="3886200" y="6015038"/>
            <a:ext cx="1308100" cy="519112"/>
          </a:xfrm>
          <a:prstGeom prst="rect">
            <a:avLst/>
          </a:prstGeom>
          <a:noFill/>
          <a:ln>
            <a:noFill/>
          </a:ln>
          <a:effectLs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altLang="zh-CN" sz="2800" b="1" smtClean="0">
                <a:latin typeface="Verdana" pitchFamily="34" charset="0"/>
                <a:ea typeface="宋体" charset="-122"/>
              </a:rPr>
              <a:t>LOGO</a:t>
            </a:r>
          </a:p>
        </p:txBody>
      </p:sp>
      <p:sp>
        <p:nvSpPr>
          <p:cNvPr id="3074" name="Rectangle 2"/>
          <p:cNvSpPr>
            <a:spLocks noGrp="1" noChangeArrowheads="1"/>
          </p:cNvSpPr>
          <p:nvPr>
            <p:ph type="ctrTitle"/>
          </p:nvPr>
        </p:nvSpPr>
        <p:spPr bwMode="white">
          <a:xfrm>
            <a:off x="457200" y="762000"/>
            <a:ext cx="5638800" cy="1752600"/>
          </a:xfrm>
        </p:spPr>
        <p:txBody>
          <a:bodyPr/>
          <a:lstStyle>
            <a:lvl1pPr>
              <a:defRPr sz="4000" b="1">
                <a:solidFill>
                  <a:schemeClr val="bg1"/>
                </a:solidFill>
              </a:defRPr>
            </a:lvl1pPr>
          </a:lstStyle>
          <a:p>
            <a:pPr lvl="0"/>
            <a:r>
              <a:rPr lang="zh-CN" altLang="en-US" noProof="0" smtClean="0"/>
              <a:t>单击此处编辑母版标题样式</a:t>
            </a:r>
            <a:endParaRPr lang="en-US" altLang="zh-CN" noProof="0" smtClean="0"/>
          </a:p>
        </p:txBody>
      </p:sp>
      <p:sp>
        <p:nvSpPr>
          <p:cNvPr id="3075" name="Rectangle 3"/>
          <p:cNvSpPr>
            <a:spLocks noGrp="1" noChangeArrowheads="1"/>
          </p:cNvSpPr>
          <p:nvPr>
            <p:ph type="subTitle" idx="1"/>
          </p:nvPr>
        </p:nvSpPr>
        <p:spPr bwMode="white">
          <a:xfrm>
            <a:off x="228600" y="5334000"/>
            <a:ext cx="8686800" cy="381000"/>
          </a:xfrm>
        </p:spPr>
        <p:txBody>
          <a:bodyPr/>
          <a:lstStyle>
            <a:lvl1pPr marL="0" indent="0" algn="ctr">
              <a:buFont typeface="Wingdings" pitchFamily="2" charset="2"/>
              <a:buNone/>
              <a:defRPr sz="1800"/>
            </a:lvl1pPr>
          </a:lstStyle>
          <a:p>
            <a:pPr lvl="0"/>
            <a:r>
              <a:rPr lang="zh-CN" altLang="en-US" noProof="0" smtClean="0"/>
              <a:t>单击此处编辑母版副标题样式</a:t>
            </a:r>
            <a:endParaRPr lang="en-US" altLang="zh-CN" noProof="0" smtClean="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r>
              <a:rPr lang="en-US" altLang="zh-CN"/>
              <a:t>www.themegallery.com</a:t>
            </a:r>
          </a:p>
        </p:txBody>
      </p:sp>
      <p:sp>
        <p:nvSpPr>
          <p:cNvPr id="5" name="Rectangle 5"/>
          <p:cNvSpPr>
            <a:spLocks noGrp="1" noChangeArrowheads="1"/>
          </p:cNvSpPr>
          <p:nvPr>
            <p:ph type="ftr" sz="quarter" idx="11"/>
          </p:nvPr>
        </p:nvSpPr>
        <p:spPr>
          <a:ln/>
        </p:spPr>
        <p:txBody>
          <a:bodyPr/>
          <a:lstStyle>
            <a:lvl1pPr>
              <a:defRPr/>
            </a:lvl1pPr>
          </a:lstStyle>
          <a:p>
            <a:pPr>
              <a:defRPr/>
            </a:pPr>
            <a:r>
              <a:rPr lang="en-US" altLang="zh-CN"/>
              <a:t>Company Logo</a:t>
            </a:r>
          </a:p>
        </p:txBody>
      </p:sp>
      <p:sp>
        <p:nvSpPr>
          <p:cNvPr id="6" name="Rectangle 6"/>
          <p:cNvSpPr>
            <a:spLocks noGrp="1" noChangeArrowheads="1"/>
          </p:cNvSpPr>
          <p:nvPr>
            <p:ph type="sldNum" sz="quarter" idx="12"/>
          </p:nvPr>
        </p:nvSpPr>
        <p:spPr>
          <a:ln/>
        </p:spPr>
        <p:txBody>
          <a:bodyPr/>
          <a:lstStyle>
            <a:lvl1pPr>
              <a:defRPr/>
            </a:lvl1pPr>
          </a:lstStyle>
          <a:p>
            <a:pPr>
              <a:defRPr/>
            </a:pPr>
            <a:fld id="{4104A42C-9E73-4F43-9A56-90D7A1A216F9}" type="slidenum">
              <a:rPr lang="en-US" altLang="zh-CN"/>
              <a:pPr>
                <a:defRPr/>
              </a:pPr>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r>
              <a:rPr lang="en-US" altLang="zh-CN"/>
              <a:t>www.themegallery.com</a:t>
            </a:r>
          </a:p>
        </p:txBody>
      </p:sp>
      <p:sp>
        <p:nvSpPr>
          <p:cNvPr id="5" name="Rectangle 5"/>
          <p:cNvSpPr>
            <a:spLocks noGrp="1" noChangeArrowheads="1"/>
          </p:cNvSpPr>
          <p:nvPr>
            <p:ph type="ftr" sz="quarter" idx="11"/>
          </p:nvPr>
        </p:nvSpPr>
        <p:spPr>
          <a:ln/>
        </p:spPr>
        <p:txBody>
          <a:bodyPr/>
          <a:lstStyle>
            <a:lvl1pPr>
              <a:defRPr/>
            </a:lvl1pPr>
          </a:lstStyle>
          <a:p>
            <a:pPr>
              <a:defRPr/>
            </a:pPr>
            <a:r>
              <a:rPr lang="en-US" altLang="zh-CN"/>
              <a:t>Company Logo</a:t>
            </a:r>
          </a:p>
        </p:txBody>
      </p:sp>
      <p:sp>
        <p:nvSpPr>
          <p:cNvPr id="6" name="Rectangle 6"/>
          <p:cNvSpPr>
            <a:spLocks noGrp="1" noChangeArrowheads="1"/>
          </p:cNvSpPr>
          <p:nvPr>
            <p:ph type="sldNum" sz="quarter" idx="12"/>
          </p:nvPr>
        </p:nvSpPr>
        <p:spPr>
          <a:ln/>
        </p:spPr>
        <p:txBody>
          <a:bodyPr/>
          <a:lstStyle>
            <a:lvl1pPr>
              <a:defRPr/>
            </a:lvl1pPr>
          </a:lstStyle>
          <a:p>
            <a:pPr>
              <a:defRPr/>
            </a:pPr>
            <a:fld id="{80A015B4-51F9-4C12-8DB1-34B302C68793}" type="slidenum">
              <a:rPr lang="en-US" altLang="zh-CN"/>
              <a:pPr>
                <a:defRPr/>
              </a:pPr>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076325"/>
            <a:ext cx="4038600" cy="5248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076325"/>
            <a:ext cx="4038600" cy="5248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4"/>
          <p:cNvSpPr>
            <a:spLocks noGrp="1" noChangeArrowheads="1"/>
          </p:cNvSpPr>
          <p:nvPr>
            <p:ph type="dt" sz="half" idx="10"/>
          </p:nvPr>
        </p:nvSpPr>
        <p:spPr>
          <a:ln/>
        </p:spPr>
        <p:txBody>
          <a:bodyPr/>
          <a:lstStyle>
            <a:lvl1pPr>
              <a:defRPr/>
            </a:lvl1pPr>
          </a:lstStyle>
          <a:p>
            <a:pPr>
              <a:defRPr/>
            </a:pPr>
            <a:r>
              <a:rPr lang="en-US" altLang="zh-CN"/>
              <a:t>www.themegallery.com</a:t>
            </a:r>
          </a:p>
        </p:txBody>
      </p:sp>
      <p:sp>
        <p:nvSpPr>
          <p:cNvPr id="6" name="Rectangle 5"/>
          <p:cNvSpPr>
            <a:spLocks noGrp="1" noChangeArrowheads="1"/>
          </p:cNvSpPr>
          <p:nvPr>
            <p:ph type="ftr" sz="quarter" idx="11"/>
          </p:nvPr>
        </p:nvSpPr>
        <p:spPr>
          <a:ln/>
        </p:spPr>
        <p:txBody>
          <a:bodyPr/>
          <a:lstStyle>
            <a:lvl1pPr>
              <a:defRPr/>
            </a:lvl1pPr>
          </a:lstStyle>
          <a:p>
            <a:pPr>
              <a:defRPr/>
            </a:pPr>
            <a:r>
              <a:rPr lang="en-US" altLang="zh-CN"/>
              <a:t>Company Logo</a:t>
            </a:r>
          </a:p>
        </p:txBody>
      </p:sp>
      <p:sp>
        <p:nvSpPr>
          <p:cNvPr id="7" name="Rectangle 6"/>
          <p:cNvSpPr>
            <a:spLocks noGrp="1" noChangeArrowheads="1"/>
          </p:cNvSpPr>
          <p:nvPr>
            <p:ph type="sldNum" sz="quarter" idx="12"/>
          </p:nvPr>
        </p:nvSpPr>
        <p:spPr>
          <a:ln/>
        </p:spPr>
        <p:txBody>
          <a:bodyPr/>
          <a:lstStyle>
            <a:lvl1pPr>
              <a:defRPr/>
            </a:lvl1pPr>
          </a:lstStyle>
          <a:p>
            <a:pPr>
              <a:defRPr/>
            </a:pPr>
            <a:fld id="{116B507C-E2D7-456A-A144-446FC4DBC060}" type="slidenum">
              <a:rPr lang="en-US" altLang="zh-CN"/>
              <a:pPr>
                <a:defRPr/>
              </a:pPr>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4"/>
          <p:cNvSpPr>
            <a:spLocks noGrp="1" noChangeArrowheads="1"/>
          </p:cNvSpPr>
          <p:nvPr>
            <p:ph type="dt" sz="half" idx="10"/>
          </p:nvPr>
        </p:nvSpPr>
        <p:spPr>
          <a:ln/>
        </p:spPr>
        <p:txBody>
          <a:bodyPr/>
          <a:lstStyle>
            <a:lvl1pPr>
              <a:defRPr/>
            </a:lvl1pPr>
          </a:lstStyle>
          <a:p>
            <a:pPr>
              <a:defRPr/>
            </a:pPr>
            <a:r>
              <a:rPr lang="en-US" altLang="zh-CN"/>
              <a:t>www.themegallery.com</a:t>
            </a:r>
          </a:p>
        </p:txBody>
      </p:sp>
      <p:sp>
        <p:nvSpPr>
          <p:cNvPr id="8" name="Rectangle 5"/>
          <p:cNvSpPr>
            <a:spLocks noGrp="1" noChangeArrowheads="1"/>
          </p:cNvSpPr>
          <p:nvPr>
            <p:ph type="ftr" sz="quarter" idx="11"/>
          </p:nvPr>
        </p:nvSpPr>
        <p:spPr>
          <a:ln/>
        </p:spPr>
        <p:txBody>
          <a:bodyPr/>
          <a:lstStyle>
            <a:lvl1pPr>
              <a:defRPr/>
            </a:lvl1pPr>
          </a:lstStyle>
          <a:p>
            <a:pPr>
              <a:defRPr/>
            </a:pPr>
            <a:r>
              <a:rPr lang="en-US" altLang="zh-CN"/>
              <a:t>Company Logo</a:t>
            </a:r>
          </a:p>
        </p:txBody>
      </p:sp>
      <p:sp>
        <p:nvSpPr>
          <p:cNvPr id="9" name="Rectangle 6"/>
          <p:cNvSpPr>
            <a:spLocks noGrp="1" noChangeArrowheads="1"/>
          </p:cNvSpPr>
          <p:nvPr>
            <p:ph type="sldNum" sz="quarter" idx="12"/>
          </p:nvPr>
        </p:nvSpPr>
        <p:spPr>
          <a:ln/>
        </p:spPr>
        <p:txBody>
          <a:bodyPr/>
          <a:lstStyle>
            <a:lvl1pPr>
              <a:defRPr/>
            </a:lvl1pPr>
          </a:lstStyle>
          <a:p>
            <a:pPr>
              <a:defRPr/>
            </a:pPr>
            <a:fld id="{5E46A2CC-F6D8-4025-B660-E150ACE40D8B}" type="slidenum">
              <a:rPr lang="en-US" altLang="zh-CN"/>
              <a:pPr>
                <a:defRPr/>
              </a:pPr>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4"/>
          <p:cNvSpPr>
            <a:spLocks noGrp="1" noChangeArrowheads="1"/>
          </p:cNvSpPr>
          <p:nvPr>
            <p:ph type="dt" sz="half" idx="10"/>
          </p:nvPr>
        </p:nvSpPr>
        <p:spPr>
          <a:ln/>
        </p:spPr>
        <p:txBody>
          <a:bodyPr/>
          <a:lstStyle>
            <a:lvl1pPr>
              <a:defRPr/>
            </a:lvl1pPr>
          </a:lstStyle>
          <a:p>
            <a:pPr>
              <a:defRPr/>
            </a:pPr>
            <a:r>
              <a:rPr lang="en-US" altLang="zh-CN"/>
              <a:t>www.themegallery.com</a:t>
            </a:r>
          </a:p>
        </p:txBody>
      </p:sp>
      <p:sp>
        <p:nvSpPr>
          <p:cNvPr id="4" name="Rectangle 5"/>
          <p:cNvSpPr>
            <a:spLocks noGrp="1" noChangeArrowheads="1"/>
          </p:cNvSpPr>
          <p:nvPr>
            <p:ph type="ftr" sz="quarter" idx="11"/>
          </p:nvPr>
        </p:nvSpPr>
        <p:spPr>
          <a:ln/>
        </p:spPr>
        <p:txBody>
          <a:bodyPr/>
          <a:lstStyle>
            <a:lvl1pPr>
              <a:defRPr/>
            </a:lvl1pPr>
          </a:lstStyle>
          <a:p>
            <a:pPr>
              <a:defRPr/>
            </a:pPr>
            <a:r>
              <a:rPr lang="en-US" altLang="zh-CN"/>
              <a:t>Company Logo</a:t>
            </a:r>
          </a:p>
        </p:txBody>
      </p:sp>
      <p:sp>
        <p:nvSpPr>
          <p:cNvPr id="5" name="Rectangle 6"/>
          <p:cNvSpPr>
            <a:spLocks noGrp="1" noChangeArrowheads="1"/>
          </p:cNvSpPr>
          <p:nvPr>
            <p:ph type="sldNum" sz="quarter" idx="12"/>
          </p:nvPr>
        </p:nvSpPr>
        <p:spPr>
          <a:ln/>
        </p:spPr>
        <p:txBody>
          <a:bodyPr/>
          <a:lstStyle>
            <a:lvl1pPr>
              <a:defRPr/>
            </a:lvl1pPr>
          </a:lstStyle>
          <a:p>
            <a:pPr>
              <a:defRPr/>
            </a:pPr>
            <a:fld id="{518AF3E1-49CD-46BF-A00B-85A48A58B03C}" type="slidenum">
              <a:rPr lang="en-US" altLang="zh-CN"/>
              <a:pPr>
                <a:defRPr/>
              </a:pPr>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r>
              <a:rPr lang="en-US" altLang="zh-CN"/>
              <a:t>www.themegallery.com</a:t>
            </a:r>
          </a:p>
        </p:txBody>
      </p:sp>
      <p:sp>
        <p:nvSpPr>
          <p:cNvPr id="3" name="Rectangle 5"/>
          <p:cNvSpPr>
            <a:spLocks noGrp="1" noChangeArrowheads="1"/>
          </p:cNvSpPr>
          <p:nvPr>
            <p:ph type="ftr" sz="quarter" idx="11"/>
          </p:nvPr>
        </p:nvSpPr>
        <p:spPr>
          <a:ln/>
        </p:spPr>
        <p:txBody>
          <a:bodyPr/>
          <a:lstStyle>
            <a:lvl1pPr>
              <a:defRPr/>
            </a:lvl1pPr>
          </a:lstStyle>
          <a:p>
            <a:pPr>
              <a:defRPr/>
            </a:pPr>
            <a:r>
              <a:rPr lang="en-US" altLang="zh-CN"/>
              <a:t>Company Logo</a:t>
            </a:r>
          </a:p>
        </p:txBody>
      </p:sp>
      <p:sp>
        <p:nvSpPr>
          <p:cNvPr id="4" name="Rectangle 6"/>
          <p:cNvSpPr>
            <a:spLocks noGrp="1" noChangeArrowheads="1"/>
          </p:cNvSpPr>
          <p:nvPr>
            <p:ph type="sldNum" sz="quarter" idx="12"/>
          </p:nvPr>
        </p:nvSpPr>
        <p:spPr>
          <a:ln/>
        </p:spPr>
        <p:txBody>
          <a:bodyPr/>
          <a:lstStyle>
            <a:lvl1pPr>
              <a:defRPr/>
            </a:lvl1pPr>
          </a:lstStyle>
          <a:p>
            <a:pPr>
              <a:defRPr/>
            </a:pPr>
            <a:fld id="{D3ED3060-6BB7-4A4C-B156-EC71B5B5CEF1}" type="slidenum">
              <a:rPr lang="en-US" altLang="zh-CN"/>
              <a:pPr>
                <a:defRPr/>
              </a:pPr>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r>
              <a:rPr lang="en-US" altLang="zh-CN"/>
              <a:t>www.themegallery.com</a:t>
            </a:r>
          </a:p>
        </p:txBody>
      </p:sp>
      <p:sp>
        <p:nvSpPr>
          <p:cNvPr id="6" name="Rectangle 5"/>
          <p:cNvSpPr>
            <a:spLocks noGrp="1" noChangeArrowheads="1"/>
          </p:cNvSpPr>
          <p:nvPr>
            <p:ph type="ftr" sz="quarter" idx="11"/>
          </p:nvPr>
        </p:nvSpPr>
        <p:spPr>
          <a:ln/>
        </p:spPr>
        <p:txBody>
          <a:bodyPr/>
          <a:lstStyle>
            <a:lvl1pPr>
              <a:defRPr/>
            </a:lvl1pPr>
          </a:lstStyle>
          <a:p>
            <a:pPr>
              <a:defRPr/>
            </a:pPr>
            <a:r>
              <a:rPr lang="en-US" altLang="zh-CN"/>
              <a:t>Company Logo</a:t>
            </a:r>
          </a:p>
        </p:txBody>
      </p:sp>
      <p:sp>
        <p:nvSpPr>
          <p:cNvPr id="7" name="Rectangle 6"/>
          <p:cNvSpPr>
            <a:spLocks noGrp="1" noChangeArrowheads="1"/>
          </p:cNvSpPr>
          <p:nvPr>
            <p:ph type="sldNum" sz="quarter" idx="12"/>
          </p:nvPr>
        </p:nvSpPr>
        <p:spPr>
          <a:ln/>
        </p:spPr>
        <p:txBody>
          <a:bodyPr/>
          <a:lstStyle>
            <a:lvl1pPr>
              <a:defRPr/>
            </a:lvl1pPr>
          </a:lstStyle>
          <a:p>
            <a:pPr>
              <a:defRPr/>
            </a:pPr>
            <a:fld id="{B5ED0029-B05A-429E-87E5-7B63C1907D54}" type="slidenum">
              <a:rPr lang="en-US" altLang="zh-CN"/>
              <a:pPr>
                <a:defRPr/>
              </a:pPr>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smtClean="0"/>
              <a:t>单击图标添加图片</a:t>
            </a:r>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r>
              <a:rPr lang="en-US" altLang="zh-CN"/>
              <a:t>www.themegallery.com</a:t>
            </a:r>
          </a:p>
        </p:txBody>
      </p:sp>
      <p:sp>
        <p:nvSpPr>
          <p:cNvPr id="6" name="Rectangle 5"/>
          <p:cNvSpPr>
            <a:spLocks noGrp="1" noChangeArrowheads="1"/>
          </p:cNvSpPr>
          <p:nvPr>
            <p:ph type="ftr" sz="quarter" idx="11"/>
          </p:nvPr>
        </p:nvSpPr>
        <p:spPr>
          <a:ln/>
        </p:spPr>
        <p:txBody>
          <a:bodyPr/>
          <a:lstStyle>
            <a:lvl1pPr>
              <a:defRPr/>
            </a:lvl1pPr>
          </a:lstStyle>
          <a:p>
            <a:pPr>
              <a:defRPr/>
            </a:pPr>
            <a:r>
              <a:rPr lang="en-US" altLang="zh-CN"/>
              <a:t>Company Logo</a:t>
            </a:r>
          </a:p>
        </p:txBody>
      </p:sp>
      <p:sp>
        <p:nvSpPr>
          <p:cNvPr id="7" name="Rectangle 6"/>
          <p:cNvSpPr>
            <a:spLocks noGrp="1" noChangeArrowheads="1"/>
          </p:cNvSpPr>
          <p:nvPr>
            <p:ph type="sldNum" sz="quarter" idx="12"/>
          </p:nvPr>
        </p:nvSpPr>
        <p:spPr>
          <a:ln/>
        </p:spPr>
        <p:txBody>
          <a:bodyPr/>
          <a:lstStyle>
            <a:lvl1pPr>
              <a:defRPr/>
            </a:lvl1pPr>
          </a:lstStyle>
          <a:p>
            <a:pPr>
              <a:defRPr/>
            </a:pPr>
            <a:fld id="{7D506A54-0444-4EF1-B583-920AB3DE6D29}" type="slidenum">
              <a:rPr lang="en-US" altLang="zh-CN"/>
              <a:pPr>
                <a:defRPr/>
              </a:pPr>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r>
              <a:rPr lang="en-US" altLang="zh-CN"/>
              <a:t>www.themegallery.com</a:t>
            </a:r>
          </a:p>
        </p:txBody>
      </p:sp>
      <p:sp>
        <p:nvSpPr>
          <p:cNvPr id="5" name="Rectangle 5"/>
          <p:cNvSpPr>
            <a:spLocks noGrp="1" noChangeArrowheads="1"/>
          </p:cNvSpPr>
          <p:nvPr>
            <p:ph type="ftr" sz="quarter" idx="11"/>
          </p:nvPr>
        </p:nvSpPr>
        <p:spPr>
          <a:ln/>
        </p:spPr>
        <p:txBody>
          <a:bodyPr/>
          <a:lstStyle>
            <a:lvl1pPr>
              <a:defRPr/>
            </a:lvl1pPr>
          </a:lstStyle>
          <a:p>
            <a:pPr>
              <a:defRPr/>
            </a:pPr>
            <a:r>
              <a:rPr lang="en-US" altLang="zh-CN"/>
              <a:t>Company Logo</a:t>
            </a:r>
          </a:p>
        </p:txBody>
      </p:sp>
      <p:sp>
        <p:nvSpPr>
          <p:cNvPr id="6" name="Rectangle 6"/>
          <p:cNvSpPr>
            <a:spLocks noGrp="1" noChangeArrowheads="1"/>
          </p:cNvSpPr>
          <p:nvPr>
            <p:ph type="sldNum" sz="quarter" idx="12"/>
          </p:nvPr>
        </p:nvSpPr>
        <p:spPr>
          <a:ln/>
        </p:spPr>
        <p:txBody>
          <a:bodyPr/>
          <a:lstStyle>
            <a:lvl1pPr>
              <a:defRPr/>
            </a:lvl1pPr>
          </a:lstStyle>
          <a:p>
            <a:pPr>
              <a:defRPr/>
            </a:pPr>
            <a:fld id="{307F8301-C233-4FD7-BC89-9A153ADE1454}" type="slidenum">
              <a:rPr lang="en-US" altLang="zh-CN"/>
              <a:pPr>
                <a:defRPr/>
              </a:pPr>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319088"/>
            <a:ext cx="2057400" cy="6005512"/>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319088"/>
            <a:ext cx="6019800" cy="6005512"/>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r>
              <a:rPr lang="en-US" altLang="zh-CN"/>
              <a:t>www.themegallery.com</a:t>
            </a:r>
          </a:p>
        </p:txBody>
      </p:sp>
      <p:sp>
        <p:nvSpPr>
          <p:cNvPr id="5" name="Rectangle 5"/>
          <p:cNvSpPr>
            <a:spLocks noGrp="1" noChangeArrowheads="1"/>
          </p:cNvSpPr>
          <p:nvPr>
            <p:ph type="ftr" sz="quarter" idx="11"/>
          </p:nvPr>
        </p:nvSpPr>
        <p:spPr>
          <a:ln/>
        </p:spPr>
        <p:txBody>
          <a:bodyPr/>
          <a:lstStyle>
            <a:lvl1pPr>
              <a:defRPr/>
            </a:lvl1pPr>
          </a:lstStyle>
          <a:p>
            <a:pPr>
              <a:defRPr/>
            </a:pPr>
            <a:r>
              <a:rPr lang="en-US" altLang="zh-CN"/>
              <a:t>Company Logo</a:t>
            </a:r>
          </a:p>
        </p:txBody>
      </p:sp>
      <p:sp>
        <p:nvSpPr>
          <p:cNvPr id="6" name="Rectangle 6"/>
          <p:cNvSpPr>
            <a:spLocks noGrp="1" noChangeArrowheads="1"/>
          </p:cNvSpPr>
          <p:nvPr>
            <p:ph type="sldNum" sz="quarter" idx="12"/>
          </p:nvPr>
        </p:nvSpPr>
        <p:spPr>
          <a:ln/>
        </p:spPr>
        <p:txBody>
          <a:bodyPr/>
          <a:lstStyle>
            <a:lvl1pPr>
              <a:defRPr/>
            </a:lvl1pPr>
          </a:lstStyle>
          <a:p>
            <a:pPr>
              <a:defRPr/>
            </a:pPr>
            <a:fld id="{0304E645-17E3-4E11-8C31-53C069BA26B1}" type="slidenum">
              <a:rPr lang="en-US" altLang="zh-CN"/>
              <a:pPr>
                <a:defRPr/>
              </a:pPr>
              <a:t>‹#›</a:t>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457200" y="319088"/>
            <a:ext cx="8229600" cy="563562"/>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457200" y="1076325"/>
            <a:ext cx="8229600" cy="5248275"/>
          </a:xfrm>
        </p:spPr>
        <p:txBody>
          <a:bodyPr/>
          <a:lstStyle/>
          <a:p>
            <a:pPr lvl="0"/>
            <a:r>
              <a:rPr lang="zh-CN" altLang="en-US" noProof="0" smtClean="0"/>
              <a:t>单击图标添加表格</a:t>
            </a:r>
            <a:endParaRPr lang="zh-CN" altLang="en-US" noProof="0"/>
          </a:p>
        </p:txBody>
      </p:sp>
      <p:sp>
        <p:nvSpPr>
          <p:cNvPr id="4" name="Rectangle 4"/>
          <p:cNvSpPr>
            <a:spLocks noGrp="1" noChangeArrowheads="1"/>
          </p:cNvSpPr>
          <p:nvPr>
            <p:ph type="dt" sz="half" idx="10"/>
          </p:nvPr>
        </p:nvSpPr>
        <p:spPr>
          <a:ln/>
        </p:spPr>
        <p:txBody>
          <a:bodyPr/>
          <a:lstStyle>
            <a:lvl1pPr>
              <a:defRPr/>
            </a:lvl1pPr>
          </a:lstStyle>
          <a:p>
            <a:pPr>
              <a:defRPr/>
            </a:pPr>
            <a:r>
              <a:rPr lang="en-US" altLang="zh-CN"/>
              <a:t>www.themegallery.com</a:t>
            </a:r>
          </a:p>
        </p:txBody>
      </p:sp>
      <p:sp>
        <p:nvSpPr>
          <p:cNvPr id="5" name="Rectangle 5"/>
          <p:cNvSpPr>
            <a:spLocks noGrp="1" noChangeArrowheads="1"/>
          </p:cNvSpPr>
          <p:nvPr>
            <p:ph type="ftr" sz="quarter" idx="11"/>
          </p:nvPr>
        </p:nvSpPr>
        <p:spPr>
          <a:ln/>
        </p:spPr>
        <p:txBody>
          <a:bodyPr/>
          <a:lstStyle>
            <a:lvl1pPr>
              <a:defRPr/>
            </a:lvl1pPr>
          </a:lstStyle>
          <a:p>
            <a:pPr>
              <a:defRPr/>
            </a:pPr>
            <a:r>
              <a:rPr lang="en-US" altLang="zh-CN"/>
              <a:t>Company Logo</a:t>
            </a:r>
          </a:p>
        </p:txBody>
      </p:sp>
      <p:sp>
        <p:nvSpPr>
          <p:cNvPr id="6" name="Rectangle 6"/>
          <p:cNvSpPr>
            <a:spLocks noGrp="1" noChangeArrowheads="1"/>
          </p:cNvSpPr>
          <p:nvPr>
            <p:ph type="sldNum" sz="quarter" idx="12"/>
          </p:nvPr>
        </p:nvSpPr>
        <p:spPr>
          <a:ln/>
        </p:spPr>
        <p:txBody>
          <a:bodyPr/>
          <a:lstStyle>
            <a:lvl1pPr>
              <a:defRPr/>
            </a:lvl1pPr>
          </a:lstStyle>
          <a:p>
            <a:pPr>
              <a:defRPr/>
            </a:pPr>
            <a:fld id="{40FBEAA0-A0BD-4FB4-A3D7-6A348EA295F1}" type="slidenum">
              <a:rPr lang="en-US" altLang="zh-CN"/>
              <a:pPr>
                <a:defRPr/>
              </a:pPr>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oleObject" Target="../embeddings/oleObject1.bin"/><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vmlDrawing" Target="../drawings/vmlDrawing1.v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17"/>
          <p:cNvSpPr>
            <a:spLocks noChangeArrowheads="1"/>
          </p:cNvSpPr>
          <p:nvPr/>
        </p:nvSpPr>
        <p:spPr bwMode="gray">
          <a:xfrm>
            <a:off x="0" y="6524625"/>
            <a:ext cx="9144000" cy="333375"/>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en-US" smtClean="0"/>
          </a:p>
        </p:txBody>
      </p:sp>
      <p:graphicFrame>
        <p:nvGraphicFramePr>
          <p:cNvPr id="1027" name="Object 15"/>
          <p:cNvGraphicFramePr>
            <a:graphicFrameLocks noChangeAspect="1"/>
          </p:cNvGraphicFramePr>
          <p:nvPr/>
        </p:nvGraphicFramePr>
        <p:xfrm>
          <a:off x="0" y="188913"/>
          <a:ext cx="9144000" cy="792162"/>
        </p:xfrm>
        <a:graphic>
          <a:graphicData uri="http://schemas.openxmlformats.org/presentationml/2006/ole">
            <p:oleObj spid="_x0000_s1027" name="Image" r:id="rId15" imgW="10006349" imgH="1269841" progId="Photoshop.Image.6">
              <p:embed/>
            </p:oleObj>
          </a:graphicData>
        </a:graphic>
      </p:graphicFrame>
      <p:sp>
        <p:nvSpPr>
          <p:cNvPr id="1028" name="Rectangle 16"/>
          <p:cNvSpPr>
            <a:spLocks noChangeArrowheads="1"/>
          </p:cNvSpPr>
          <p:nvPr/>
        </p:nvSpPr>
        <p:spPr bwMode="ltGray">
          <a:xfrm>
            <a:off x="0" y="0"/>
            <a:ext cx="9144000" cy="241300"/>
          </a:xfrm>
          <a:prstGeom prst="rect">
            <a:avLst/>
          </a:prstGeom>
          <a:gradFill rotWithShape="1">
            <a:gsLst>
              <a:gs pos="0">
                <a:schemeClr val="tx1"/>
              </a:gs>
              <a:gs pos="100000">
                <a:schemeClr val="accent1"/>
              </a:gs>
            </a:gsLst>
            <a:lin ang="0" scaled="1"/>
          </a:gra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en-US" smtClean="0"/>
          </a:p>
        </p:txBody>
      </p:sp>
      <p:sp>
        <p:nvSpPr>
          <p:cNvPr id="1029" name="Rectangle 3"/>
          <p:cNvSpPr>
            <a:spLocks noGrp="1" noChangeArrowheads="1"/>
          </p:cNvSpPr>
          <p:nvPr>
            <p:ph type="body" idx="1"/>
          </p:nvPr>
        </p:nvSpPr>
        <p:spPr bwMode="auto">
          <a:xfrm>
            <a:off x="457200" y="1076325"/>
            <a:ext cx="8229600" cy="52482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ltLang="zh-CN" smtClean="0"/>
          </a:p>
        </p:txBody>
      </p:sp>
      <p:sp>
        <p:nvSpPr>
          <p:cNvPr id="2" name="Rectangle 4"/>
          <p:cNvSpPr>
            <a:spLocks noGrp="1" noChangeArrowheads="1"/>
          </p:cNvSpPr>
          <p:nvPr>
            <p:ph type="dt" sz="half" idx="2"/>
          </p:nvPr>
        </p:nvSpPr>
        <p:spPr bwMode="auto">
          <a:xfrm>
            <a:off x="6858000" y="0"/>
            <a:ext cx="2133600" cy="2286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lgn="r">
              <a:defRPr sz="1000" b="1">
                <a:solidFill>
                  <a:schemeClr val="bg1"/>
                </a:solidFill>
                <a:latin typeface="+mn-lt"/>
                <a:ea typeface="宋体" pitchFamily="2" charset="-122"/>
              </a:defRPr>
            </a:lvl1pPr>
          </a:lstStyle>
          <a:p>
            <a:pPr>
              <a:defRPr/>
            </a:pPr>
            <a:r>
              <a:rPr lang="en-US" altLang="zh-CN"/>
              <a:t>www.themegallery.com</a:t>
            </a:r>
          </a:p>
        </p:txBody>
      </p:sp>
      <p:sp>
        <p:nvSpPr>
          <p:cNvPr id="3" name="Rectangle 5"/>
          <p:cNvSpPr>
            <a:spLocks noGrp="1" noChangeArrowheads="1"/>
          </p:cNvSpPr>
          <p:nvPr>
            <p:ph type="ftr" sz="quarter" idx="3"/>
          </p:nvPr>
        </p:nvSpPr>
        <p:spPr bwMode="auto">
          <a:xfrm>
            <a:off x="5943600" y="6508750"/>
            <a:ext cx="2895600" cy="290513"/>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lgn="r">
              <a:defRPr sz="1000" b="1">
                <a:latin typeface="+mn-lt"/>
                <a:ea typeface="宋体" pitchFamily="2" charset="-122"/>
              </a:defRPr>
            </a:lvl1pPr>
          </a:lstStyle>
          <a:p>
            <a:pPr>
              <a:defRPr/>
            </a:pPr>
            <a:r>
              <a:rPr lang="en-US" altLang="zh-CN"/>
              <a:t>Company Logo</a:t>
            </a:r>
          </a:p>
        </p:txBody>
      </p:sp>
      <p:sp>
        <p:nvSpPr>
          <p:cNvPr id="5" name="Rectangle 6"/>
          <p:cNvSpPr>
            <a:spLocks noGrp="1" noChangeArrowheads="1"/>
          </p:cNvSpPr>
          <p:nvPr>
            <p:ph type="sldNum" sz="quarter" idx="4"/>
          </p:nvPr>
        </p:nvSpPr>
        <p:spPr bwMode="auto">
          <a:xfrm>
            <a:off x="3429000" y="6537325"/>
            <a:ext cx="2133600" cy="258763"/>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lgn="ctr">
              <a:defRPr sz="1000" b="1">
                <a:latin typeface="+mn-lt"/>
                <a:ea typeface="宋体" pitchFamily="2" charset="-122"/>
              </a:defRPr>
            </a:lvl1pPr>
          </a:lstStyle>
          <a:p>
            <a:pPr>
              <a:defRPr/>
            </a:pPr>
            <a:fld id="{E3ADEC2B-C0C1-45E7-940A-43718C309EBE}" type="slidenum">
              <a:rPr lang="en-US" altLang="zh-CN"/>
              <a:pPr>
                <a:defRPr/>
              </a:pPr>
              <a:t>‹#›</a:t>
            </a:fld>
            <a:endParaRPr lang="en-US" altLang="zh-CN"/>
          </a:p>
        </p:txBody>
      </p:sp>
      <p:sp>
        <p:nvSpPr>
          <p:cNvPr id="1033" name="Rectangle 2"/>
          <p:cNvSpPr>
            <a:spLocks noGrp="1" noChangeArrowheads="1"/>
          </p:cNvSpPr>
          <p:nvPr>
            <p:ph type="title"/>
          </p:nvPr>
        </p:nvSpPr>
        <p:spPr bwMode="black">
          <a:xfrm>
            <a:off x="457200" y="319088"/>
            <a:ext cx="8229600" cy="563562"/>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endParaRPr lang="en-US" altLang="zh-CN" smtClean="0"/>
          </a:p>
        </p:txBody>
      </p:sp>
    </p:spTree>
  </p:cSld>
  <p:clrMap bg1="lt1" tx1="dk1" bg2="lt2" tx2="dk2" accent1="accent1" accent2="accent2" accent3="accent3" accent4="accent4" accent5="accent5" accent6="accent6" hlink="hlink" folHlink="folHlink"/>
  <p:sldLayoutIdLst>
    <p:sldLayoutId id="2147483881" r:id="rId1"/>
    <p:sldLayoutId id="2147483870" r:id="rId2"/>
    <p:sldLayoutId id="2147483871" r:id="rId3"/>
    <p:sldLayoutId id="2147483872" r:id="rId4"/>
    <p:sldLayoutId id="2147483873" r:id="rId5"/>
    <p:sldLayoutId id="2147483874" r:id="rId6"/>
    <p:sldLayoutId id="2147483875" r:id="rId7"/>
    <p:sldLayoutId id="2147483876" r:id="rId8"/>
    <p:sldLayoutId id="2147483877" r:id="rId9"/>
    <p:sldLayoutId id="2147483878" r:id="rId10"/>
    <p:sldLayoutId id="2147483879" r:id="rId11"/>
    <p:sldLayoutId id="2147483880" r:id="rId12"/>
  </p:sldLayoutIdLst>
  <p:hf sldNum="0" hdr="0"/>
  <p:txStyles>
    <p:titleStyle>
      <a:lvl1pPr algn="l" rtl="0" eaLnBrk="0" fontAlgn="base" hangingPunct="0">
        <a:spcBef>
          <a:spcPct val="0"/>
        </a:spcBef>
        <a:spcAft>
          <a:spcPct val="0"/>
        </a:spcAft>
        <a:defRPr sz="3200">
          <a:solidFill>
            <a:schemeClr val="tx2"/>
          </a:solidFill>
          <a:latin typeface="+mj-lt"/>
          <a:ea typeface="+mj-ea"/>
          <a:cs typeface="+mj-cs"/>
        </a:defRPr>
      </a:lvl1pPr>
      <a:lvl2pPr algn="l" rtl="0" eaLnBrk="0" fontAlgn="base" hangingPunct="0">
        <a:spcBef>
          <a:spcPct val="0"/>
        </a:spcBef>
        <a:spcAft>
          <a:spcPct val="0"/>
        </a:spcAft>
        <a:defRPr sz="3200">
          <a:solidFill>
            <a:schemeClr val="tx2"/>
          </a:solidFill>
          <a:latin typeface="Verdana" pitchFamily="34" charset="0"/>
        </a:defRPr>
      </a:lvl2pPr>
      <a:lvl3pPr algn="l" rtl="0" eaLnBrk="0" fontAlgn="base" hangingPunct="0">
        <a:spcBef>
          <a:spcPct val="0"/>
        </a:spcBef>
        <a:spcAft>
          <a:spcPct val="0"/>
        </a:spcAft>
        <a:defRPr sz="3200">
          <a:solidFill>
            <a:schemeClr val="tx2"/>
          </a:solidFill>
          <a:latin typeface="Verdana" pitchFamily="34" charset="0"/>
        </a:defRPr>
      </a:lvl3pPr>
      <a:lvl4pPr algn="l" rtl="0" eaLnBrk="0" fontAlgn="base" hangingPunct="0">
        <a:spcBef>
          <a:spcPct val="0"/>
        </a:spcBef>
        <a:spcAft>
          <a:spcPct val="0"/>
        </a:spcAft>
        <a:defRPr sz="3200">
          <a:solidFill>
            <a:schemeClr val="tx2"/>
          </a:solidFill>
          <a:latin typeface="Verdana" pitchFamily="34" charset="0"/>
        </a:defRPr>
      </a:lvl4pPr>
      <a:lvl5pPr algn="l" rtl="0" eaLnBrk="0" fontAlgn="base" hangingPunct="0">
        <a:spcBef>
          <a:spcPct val="0"/>
        </a:spcBef>
        <a:spcAft>
          <a:spcPct val="0"/>
        </a:spcAft>
        <a:defRPr sz="3200">
          <a:solidFill>
            <a:schemeClr val="tx2"/>
          </a:solidFill>
          <a:latin typeface="Verdana" pitchFamily="34" charset="0"/>
        </a:defRPr>
      </a:lvl5pPr>
      <a:lvl6pPr marL="457200" algn="l" rtl="0" eaLnBrk="1" fontAlgn="base" hangingPunct="1">
        <a:spcBef>
          <a:spcPct val="0"/>
        </a:spcBef>
        <a:spcAft>
          <a:spcPct val="0"/>
        </a:spcAft>
        <a:defRPr sz="3200">
          <a:solidFill>
            <a:schemeClr val="tx2"/>
          </a:solidFill>
          <a:latin typeface="Verdana" pitchFamily="34" charset="0"/>
        </a:defRPr>
      </a:lvl6pPr>
      <a:lvl7pPr marL="914400" algn="l" rtl="0" eaLnBrk="1" fontAlgn="base" hangingPunct="1">
        <a:spcBef>
          <a:spcPct val="0"/>
        </a:spcBef>
        <a:spcAft>
          <a:spcPct val="0"/>
        </a:spcAft>
        <a:defRPr sz="3200">
          <a:solidFill>
            <a:schemeClr val="tx2"/>
          </a:solidFill>
          <a:latin typeface="Verdana" pitchFamily="34" charset="0"/>
        </a:defRPr>
      </a:lvl7pPr>
      <a:lvl8pPr marL="1371600" algn="l" rtl="0" eaLnBrk="1" fontAlgn="base" hangingPunct="1">
        <a:spcBef>
          <a:spcPct val="0"/>
        </a:spcBef>
        <a:spcAft>
          <a:spcPct val="0"/>
        </a:spcAft>
        <a:defRPr sz="3200">
          <a:solidFill>
            <a:schemeClr val="tx2"/>
          </a:solidFill>
          <a:latin typeface="Verdana" pitchFamily="34" charset="0"/>
        </a:defRPr>
      </a:lvl8pPr>
      <a:lvl9pPr marL="1828800" algn="l" rtl="0" eaLnBrk="1" fontAlgn="base" hangingPunct="1">
        <a:spcBef>
          <a:spcPct val="0"/>
        </a:spcBef>
        <a:spcAft>
          <a:spcPct val="0"/>
        </a:spcAft>
        <a:defRPr sz="3200">
          <a:solidFill>
            <a:schemeClr val="tx2"/>
          </a:solidFill>
          <a:latin typeface="Verdana" pitchFamily="34" charset="0"/>
        </a:defRPr>
      </a:lvl9pPr>
    </p:titleStyle>
    <p:bodyStyle>
      <a:lvl1pPr marL="342900" indent="-342900" algn="l" rtl="0" eaLnBrk="0" fontAlgn="base" hangingPunct="0">
        <a:spcBef>
          <a:spcPct val="20000"/>
        </a:spcBef>
        <a:spcAft>
          <a:spcPct val="0"/>
        </a:spcAft>
        <a:buClr>
          <a:schemeClr val="hlink"/>
        </a:buClr>
        <a:buFont typeface="Wingdings"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800">
          <a:solidFill>
            <a:schemeClr val="tx1"/>
          </a:solidFill>
          <a:latin typeface="Arial" pitchFamily="34" charset="0"/>
        </a:defRPr>
      </a:lvl2pPr>
      <a:lvl3pPr marL="1143000" indent="-228600" algn="l" rtl="0" eaLnBrk="0" fontAlgn="base" hangingPunct="0">
        <a:spcBef>
          <a:spcPct val="20000"/>
        </a:spcBef>
        <a:spcAft>
          <a:spcPct val="0"/>
        </a:spcAft>
        <a:buClr>
          <a:schemeClr val="tx1"/>
        </a:buClr>
        <a:buChar char="•"/>
        <a:defRPr sz="2400">
          <a:solidFill>
            <a:schemeClr val="tx1"/>
          </a:solidFill>
          <a:latin typeface="Arial" pitchFamily="34" charset="0"/>
        </a:defRPr>
      </a:lvl3pPr>
      <a:lvl4pPr marL="1600200" indent="-228600" algn="l" rtl="0" eaLnBrk="0" fontAlgn="base" hangingPunct="0">
        <a:spcBef>
          <a:spcPct val="20000"/>
        </a:spcBef>
        <a:spcAft>
          <a:spcPct val="0"/>
        </a:spcAft>
        <a:buChar char="–"/>
        <a:defRPr sz="2000">
          <a:solidFill>
            <a:schemeClr val="tx1"/>
          </a:solidFill>
          <a:latin typeface="Arial" pitchFamily="34" charset="0"/>
        </a:defRPr>
      </a:lvl4pPr>
      <a:lvl5pPr marL="2057400" indent="-228600" algn="l" rtl="0" eaLnBrk="0" fontAlgn="base" hangingPunct="0">
        <a:spcBef>
          <a:spcPct val="20000"/>
        </a:spcBef>
        <a:spcAft>
          <a:spcPct val="0"/>
        </a:spcAft>
        <a:buChar char="»"/>
        <a:defRPr sz="2000">
          <a:solidFill>
            <a:schemeClr val="tx1"/>
          </a:solidFill>
          <a:latin typeface="Arial" pitchFamily="34" charset="0"/>
        </a:defRPr>
      </a:lvl5pPr>
      <a:lvl6pPr marL="2514600" indent="-228600" algn="l" rtl="0" eaLnBrk="1" fontAlgn="base" hangingPunct="1">
        <a:spcBef>
          <a:spcPct val="20000"/>
        </a:spcBef>
        <a:spcAft>
          <a:spcPct val="0"/>
        </a:spcAft>
        <a:buChar char="»"/>
        <a:defRPr sz="2000">
          <a:solidFill>
            <a:schemeClr val="tx1"/>
          </a:solidFill>
          <a:latin typeface="Arial" pitchFamily="34" charset="0"/>
        </a:defRPr>
      </a:lvl6pPr>
      <a:lvl7pPr marL="2971800" indent="-228600" algn="l" rtl="0" eaLnBrk="1" fontAlgn="base" hangingPunct="1">
        <a:spcBef>
          <a:spcPct val="20000"/>
        </a:spcBef>
        <a:spcAft>
          <a:spcPct val="0"/>
        </a:spcAft>
        <a:buChar char="»"/>
        <a:defRPr sz="2000">
          <a:solidFill>
            <a:schemeClr val="tx1"/>
          </a:solidFill>
          <a:latin typeface="Arial" pitchFamily="34" charset="0"/>
        </a:defRPr>
      </a:lvl7pPr>
      <a:lvl8pPr marL="3429000" indent="-228600" algn="l" rtl="0" eaLnBrk="1" fontAlgn="base" hangingPunct="1">
        <a:spcBef>
          <a:spcPct val="20000"/>
        </a:spcBef>
        <a:spcAft>
          <a:spcPct val="0"/>
        </a:spcAft>
        <a:buChar char="»"/>
        <a:defRPr sz="2000">
          <a:solidFill>
            <a:schemeClr val="tx1"/>
          </a:solidFill>
          <a:latin typeface="Arial" pitchFamily="34" charset="0"/>
        </a:defRPr>
      </a:lvl8pPr>
      <a:lvl9pPr marL="3886200" indent="-228600" algn="l" rtl="0" eaLnBrk="1" fontAlgn="base" hangingPunct="1">
        <a:spcBef>
          <a:spcPct val="20000"/>
        </a:spcBef>
        <a:spcAft>
          <a:spcPct val="0"/>
        </a:spcAft>
        <a:buChar char="»"/>
        <a:defRPr sz="2000">
          <a:solidFill>
            <a:schemeClr val="tx1"/>
          </a:solidFill>
          <a:latin typeface="Arial" pitchFamily="34" charset="0"/>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2.jpe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2.jpeg"/></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9.png"/><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468313" y="1700213"/>
            <a:ext cx="7199312" cy="2457450"/>
          </a:xfrm>
        </p:spPr>
        <p:txBody>
          <a:bodyPr/>
          <a:lstStyle/>
          <a:p>
            <a:pPr algn="ctr" eaLnBrk="1" hangingPunct="1"/>
            <a:r>
              <a:rPr lang="zh-CN" altLang="en-US" dirty="0" smtClean="0">
                <a:ea typeface="黑体" pitchFamily="49" charset="-122"/>
                <a:cs typeface="Vrinda" pitchFamily="34" charset="0"/>
              </a:rPr>
              <a:t>一种基于高密度连通区域</a:t>
            </a:r>
            <a:r>
              <a:rPr lang="en-US" altLang="zh-CN" dirty="0" smtClean="0">
                <a:ea typeface="黑体" pitchFamily="49" charset="-122"/>
                <a:cs typeface="Vrinda" pitchFamily="34" charset="0"/>
              </a:rPr>
              <a:t/>
            </a:r>
            <a:br>
              <a:rPr lang="en-US" altLang="zh-CN" dirty="0" smtClean="0">
                <a:ea typeface="黑体" pitchFamily="49" charset="-122"/>
                <a:cs typeface="Vrinda" pitchFamily="34" charset="0"/>
              </a:rPr>
            </a:br>
            <a:r>
              <a:rPr lang="zh-CN" altLang="en-US" dirty="0" smtClean="0">
                <a:ea typeface="黑体" pitchFamily="49" charset="-122"/>
                <a:cs typeface="Vrinda" pitchFamily="34" charset="0"/>
              </a:rPr>
              <a:t>的聚类方法</a:t>
            </a:r>
            <a:r>
              <a:rPr lang="en-US" altLang="zh-CN" dirty="0" smtClean="0">
                <a:ea typeface="黑体" pitchFamily="49" charset="-122"/>
                <a:cs typeface="Vrinda" pitchFamily="34" charset="0"/>
              </a:rPr>
              <a:t/>
            </a:r>
            <a:br>
              <a:rPr lang="en-US" altLang="zh-CN" dirty="0" smtClean="0">
                <a:ea typeface="黑体" pitchFamily="49" charset="-122"/>
                <a:cs typeface="Vrinda" pitchFamily="34" charset="0"/>
              </a:rPr>
            </a:br>
            <a:r>
              <a:rPr lang="en-US" altLang="zh-CN" dirty="0" smtClean="0">
                <a:ea typeface="黑体" pitchFamily="49" charset="-122"/>
                <a:cs typeface="Vrinda" pitchFamily="34" charset="0"/>
              </a:rPr>
              <a:t>                     ——DBSCAN</a:t>
            </a:r>
          </a:p>
        </p:txBody>
      </p:sp>
      <p:sp>
        <p:nvSpPr>
          <p:cNvPr id="3075" name="Rectangle 3"/>
          <p:cNvSpPr>
            <a:spLocks noGrp="1" noChangeArrowheads="1"/>
          </p:cNvSpPr>
          <p:nvPr>
            <p:ph type="subTitle" idx="1"/>
          </p:nvPr>
        </p:nvSpPr>
        <p:spPr bwMode="black">
          <a:xfrm>
            <a:off x="5715000" y="4786313"/>
            <a:ext cx="2555875" cy="684212"/>
          </a:xfrm>
        </p:spPr>
        <p:txBody>
          <a:bodyPr/>
          <a:lstStyle/>
          <a:p>
            <a:pPr algn="l" eaLnBrk="1" hangingPunct="1"/>
            <a:endParaRPr lang="zh-CN" altLang="en-US" sz="2000" dirty="0" smtClean="0">
              <a:latin typeface="黑体" pitchFamily="49" charset="-122"/>
              <a:ea typeface="黑体" pitchFamily="49" charset="-122"/>
            </a:endParaRPr>
          </a:p>
        </p:txBody>
      </p:sp>
      <p:pic>
        <p:nvPicPr>
          <p:cNvPr id="3076" name="Picture 4"/>
          <p:cNvPicPr>
            <a:picLocks noChangeAspect="1" noChangeArrowheads="1"/>
          </p:cNvPicPr>
          <p:nvPr/>
        </p:nvPicPr>
        <p:blipFill>
          <a:blip r:embed="rId3"/>
          <a:srcRect/>
          <a:stretch>
            <a:fillRect/>
          </a:stretch>
        </p:blipFill>
        <p:spPr bwMode="auto">
          <a:xfrm>
            <a:off x="1497013" y="6043613"/>
            <a:ext cx="1127125" cy="766762"/>
          </a:xfrm>
          <a:prstGeom prst="rect">
            <a:avLst/>
          </a:prstGeom>
          <a:noFill/>
          <a:ln w="9525">
            <a:noFill/>
            <a:miter lim="800000"/>
            <a:headEnd/>
            <a:tailEnd/>
          </a:ln>
        </p:spPr>
      </p:pic>
      <p:pic>
        <p:nvPicPr>
          <p:cNvPr id="3077" name="Picture 6"/>
          <p:cNvPicPr>
            <a:picLocks noChangeAspect="1" noChangeArrowheads="1"/>
          </p:cNvPicPr>
          <p:nvPr/>
        </p:nvPicPr>
        <p:blipFill>
          <a:blip r:embed="rId4"/>
          <a:srcRect/>
          <a:stretch>
            <a:fillRect/>
          </a:stretch>
        </p:blipFill>
        <p:spPr bwMode="auto">
          <a:xfrm>
            <a:off x="5214938" y="6040438"/>
            <a:ext cx="1085850" cy="773112"/>
          </a:xfrm>
          <a:prstGeom prst="rect">
            <a:avLst/>
          </a:prstGeom>
          <a:noFill/>
          <a:ln w="9525">
            <a:noFill/>
            <a:miter lim="800000"/>
            <a:headEnd/>
            <a:tailEnd/>
          </a:ln>
        </p:spPr>
      </p:pic>
      <p:pic>
        <p:nvPicPr>
          <p:cNvPr id="3078" name="Picture 7"/>
          <p:cNvPicPr>
            <a:picLocks noChangeAspect="1" noChangeArrowheads="1"/>
          </p:cNvPicPr>
          <p:nvPr/>
        </p:nvPicPr>
        <p:blipFill>
          <a:blip r:embed="rId5"/>
          <a:srcRect/>
          <a:stretch>
            <a:fillRect/>
          </a:stretch>
        </p:blipFill>
        <p:spPr bwMode="auto">
          <a:xfrm>
            <a:off x="6372225" y="6040438"/>
            <a:ext cx="1131888" cy="769937"/>
          </a:xfrm>
          <a:prstGeom prst="rect">
            <a:avLst/>
          </a:prstGeom>
          <a:noFill/>
          <a:ln w="9525">
            <a:noFill/>
            <a:miter lim="800000"/>
            <a:headEnd/>
            <a:tailEnd/>
          </a:ln>
        </p:spPr>
      </p:pic>
      <p:pic>
        <p:nvPicPr>
          <p:cNvPr id="3079" name="Picture 8"/>
          <p:cNvPicPr>
            <a:picLocks noChangeAspect="1" noChangeArrowheads="1"/>
          </p:cNvPicPr>
          <p:nvPr/>
        </p:nvPicPr>
        <p:blipFill>
          <a:blip r:embed="rId6"/>
          <a:srcRect/>
          <a:stretch>
            <a:fillRect/>
          </a:stretch>
        </p:blipFill>
        <p:spPr bwMode="auto">
          <a:xfrm>
            <a:off x="2741613" y="6043613"/>
            <a:ext cx="1152525" cy="769937"/>
          </a:xfrm>
          <a:prstGeom prst="rect">
            <a:avLst/>
          </a:prstGeom>
          <a:noFill/>
          <a:ln w="9525">
            <a:noFill/>
            <a:miter lim="800000"/>
            <a:headEnd/>
            <a:tailEnd/>
          </a:ln>
        </p:spPr>
      </p:pic>
      <p:pic>
        <p:nvPicPr>
          <p:cNvPr id="3080" name="Picture 9"/>
          <p:cNvPicPr>
            <a:picLocks noChangeAspect="1" noChangeArrowheads="1"/>
          </p:cNvPicPr>
          <p:nvPr/>
        </p:nvPicPr>
        <p:blipFill>
          <a:blip r:embed="rId7"/>
          <a:srcRect/>
          <a:stretch>
            <a:fillRect/>
          </a:stretch>
        </p:blipFill>
        <p:spPr bwMode="auto">
          <a:xfrm>
            <a:off x="3983038" y="6043613"/>
            <a:ext cx="1152525" cy="766762"/>
          </a:xfrm>
          <a:prstGeom prst="rect">
            <a:avLst/>
          </a:prstGeom>
          <a:noFill/>
          <a:ln w="9525">
            <a:noFill/>
            <a:miter lim="800000"/>
            <a:headEnd/>
            <a:tailEnd/>
          </a:ln>
        </p:spPr>
      </p:pic>
      <p:pic>
        <p:nvPicPr>
          <p:cNvPr id="3081" name="Picture 2"/>
          <p:cNvPicPr>
            <a:picLocks noChangeAspect="1" noChangeArrowheads="1"/>
          </p:cNvPicPr>
          <p:nvPr/>
        </p:nvPicPr>
        <p:blipFill>
          <a:blip r:embed="rId8"/>
          <a:srcRect/>
          <a:stretch>
            <a:fillRect/>
          </a:stretch>
        </p:blipFill>
        <p:spPr bwMode="auto">
          <a:xfrm>
            <a:off x="7812088" y="104775"/>
            <a:ext cx="1139825" cy="1154113"/>
          </a:xfrm>
          <a:prstGeom prst="rect">
            <a:avLst/>
          </a:prstGeom>
          <a:noFill/>
          <a:ln w="9525">
            <a:noFill/>
            <a:miter lim="800000"/>
            <a:headEnd/>
            <a:tailEnd/>
          </a:ln>
        </p:spPr>
      </p:pic>
    </p:spTree>
  </p:cSld>
  <p:clrMapOvr>
    <a:masterClrMapping/>
  </p:clrMapOvr>
  <p:transition spd="slow"/>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页脚占位符 4"/>
          <p:cNvSpPr>
            <a:spLocks noGrp="1"/>
          </p:cNvSpPr>
          <p:nvPr>
            <p:ph type="ftr" sz="quarter" idx="11"/>
          </p:nvPr>
        </p:nvSpPr>
        <p:spPr/>
        <p:txBody>
          <a:bodyPr/>
          <a:lstStyle/>
          <a:p>
            <a:pPr>
              <a:defRPr/>
            </a:pPr>
            <a:r>
              <a:rPr lang="en-US" altLang="zh-CN" dirty="0" smtClean="0"/>
              <a:t>DBSCAN</a:t>
            </a:r>
            <a:r>
              <a:rPr lang="zh-CN" altLang="en-US" dirty="0" smtClean="0"/>
              <a:t>算法</a:t>
            </a:r>
            <a:endParaRPr lang="en-US" altLang="zh-CN" dirty="0"/>
          </a:p>
        </p:txBody>
      </p:sp>
      <p:sp>
        <p:nvSpPr>
          <p:cNvPr id="4099" name="Rectangle 2"/>
          <p:cNvSpPr>
            <a:spLocks noGrp="1" noChangeArrowheads="1"/>
          </p:cNvSpPr>
          <p:nvPr>
            <p:ph type="title"/>
          </p:nvPr>
        </p:nvSpPr>
        <p:spPr>
          <a:xfrm>
            <a:off x="250825" y="319088"/>
            <a:ext cx="8435975" cy="588962"/>
          </a:xfrm>
        </p:spPr>
        <p:txBody>
          <a:bodyPr/>
          <a:lstStyle/>
          <a:p>
            <a:pPr algn="ctr" eaLnBrk="1" hangingPunct="1"/>
            <a:r>
              <a:rPr lang="en-US" altLang="zh-CN" smtClean="0">
                <a:solidFill>
                  <a:schemeClr val="accent1"/>
                </a:solidFill>
                <a:latin typeface="黑体" pitchFamily="49" charset="-122"/>
                <a:ea typeface="黑体" pitchFamily="49" charset="-122"/>
              </a:rPr>
              <a:t>DBSCAN </a:t>
            </a:r>
            <a:r>
              <a:rPr lang="zh-CN" altLang="en-US" smtClean="0">
                <a:solidFill>
                  <a:schemeClr val="accent1"/>
                </a:solidFill>
                <a:latin typeface="黑体" pitchFamily="49" charset="-122"/>
                <a:ea typeface="黑体" pitchFamily="49" charset="-122"/>
              </a:rPr>
              <a:t>算法</a:t>
            </a:r>
            <a:endParaRPr lang="en-US" altLang="zh-CN" smtClean="0">
              <a:solidFill>
                <a:schemeClr val="accent1"/>
              </a:solidFill>
              <a:latin typeface="黑体" pitchFamily="49" charset="-122"/>
              <a:ea typeface="黑体" pitchFamily="49" charset="-122"/>
            </a:endParaRPr>
          </a:p>
        </p:txBody>
      </p:sp>
      <p:sp>
        <p:nvSpPr>
          <p:cNvPr id="4100" name="Text Box 3"/>
          <p:cNvSpPr txBox="1">
            <a:spLocks noChangeArrowheads="1"/>
          </p:cNvSpPr>
          <p:nvPr/>
        </p:nvSpPr>
        <p:spPr bwMode="auto">
          <a:xfrm>
            <a:off x="1660525" y="722313"/>
            <a:ext cx="184150" cy="366712"/>
          </a:xfrm>
          <a:prstGeom prst="rect">
            <a:avLst/>
          </a:prstGeom>
          <a:noFill/>
          <a:ln w="9525">
            <a:noFill/>
            <a:miter lim="800000"/>
            <a:headEnd/>
            <a:tailEnd/>
          </a:ln>
        </p:spPr>
        <p:txBody>
          <a:bodyPr wrap="none">
            <a:spAutoFit/>
          </a:bodyPr>
          <a:lstStyle/>
          <a:p>
            <a:endParaRPr lang="zh-CN" altLang="zh-CN"/>
          </a:p>
        </p:txBody>
      </p:sp>
      <p:grpSp>
        <p:nvGrpSpPr>
          <p:cNvPr id="4101" name="Group 93"/>
          <p:cNvGrpSpPr>
            <a:grpSpLocks/>
          </p:cNvGrpSpPr>
          <p:nvPr/>
        </p:nvGrpSpPr>
        <p:grpSpPr bwMode="auto">
          <a:xfrm>
            <a:off x="-2395538" y="1433513"/>
            <a:ext cx="9974263" cy="4824412"/>
            <a:chOff x="-1509" y="912"/>
            <a:chExt cx="6283" cy="3039"/>
          </a:xfrm>
        </p:grpSpPr>
        <p:sp>
          <p:nvSpPr>
            <p:cNvPr id="70702" name="AutoShape 46"/>
            <p:cNvSpPr>
              <a:spLocks noChangeArrowheads="1"/>
            </p:cNvSpPr>
            <p:nvPr/>
          </p:nvSpPr>
          <p:spPr bwMode="ltGray">
            <a:xfrm rot="5400000">
              <a:off x="-1526" y="929"/>
              <a:ext cx="3039" cy="3005"/>
            </a:xfrm>
            <a:custGeom>
              <a:avLst/>
              <a:gdLst>
                <a:gd name="G0" fmla="+- 10478 0 0"/>
                <a:gd name="G1" fmla="+- -11739500 0 0"/>
                <a:gd name="G2" fmla="+- 0 0 -11739500"/>
                <a:gd name="T0" fmla="*/ 0 256 1"/>
                <a:gd name="T1" fmla="*/ 180 256 1"/>
                <a:gd name="G3" fmla="+- -11739500 T0 T1"/>
                <a:gd name="T2" fmla="*/ 0 256 1"/>
                <a:gd name="T3" fmla="*/ 90 256 1"/>
                <a:gd name="G4" fmla="+- -11739500 T2 T3"/>
                <a:gd name="G5" fmla="*/ G4 2 1"/>
                <a:gd name="T4" fmla="*/ 90 256 1"/>
                <a:gd name="T5" fmla="*/ 0 256 1"/>
                <a:gd name="G6" fmla="+- -11739500 T4 T5"/>
                <a:gd name="G7" fmla="*/ G6 2 1"/>
                <a:gd name="G8" fmla="abs -1173950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478"/>
                <a:gd name="G18" fmla="*/ 10478 1 2"/>
                <a:gd name="G19" fmla="+- G18 5400 0"/>
                <a:gd name="G20" fmla="cos G19 -11739500"/>
                <a:gd name="G21" fmla="sin G19 -11739500"/>
                <a:gd name="G22" fmla="+- G20 10800 0"/>
                <a:gd name="G23" fmla="+- G21 10800 0"/>
                <a:gd name="G24" fmla="+- 10800 0 G20"/>
                <a:gd name="G25" fmla="+- 10478 10800 0"/>
                <a:gd name="G26" fmla="?: G9 G17 G25"/>
                <a:gd name="G27" fmla="?: G9 0 21600"/>
                <a:gd name="G28" fmla="cos 10800 -11739500"/>
                <a:gd name="G29" fmla="sin 10800 -11739500"/>
                <a:gd name="G30" fmla="sin 10478 -11739500"/>
                <a:gd name="G31" fmla="+- G28 10800 0"/>
                <a:gd name="G32" fmla="+- G29 10800 0"/>
                <a:gd name="G33" fmla="+- G30 10800 0"/>
                <a:gd name="G34" fmla="?: G4 0 G31"/>
                <a:gd name="G35" fmla="?: -11739500 G34 0"/>
                <a:gd name="G36" fmla="?: G6 G35 G31"/>
                <a:gd name="G37" fmla="+- 21600 0 G36"/>
                <a:gd name="G38" fmla="?: G4 0 G33"/>
                <a:gd name="G39" fmla="?: -11739500 G38 G32"/>
                <a:gd name="G40" fmla="?: G6 G39 0"/>
                <a:gd name="G41" fmla="?: G4 G32 21600"/>
                <a:gd name="G42" fmla="?: G6 G41 G33"/>
                <a:gd name="T12" fmla="*/ 10800 w 21600"/>
                <a:gd name="T13" fmla="*/ 0 h 21600"/>
                <a:gd name="T14" fmla="*/ 162 w 21600"/>
                <a:gd name="T15" fmla="*/ 10638 h 21600"/>
                <a:gd name="T16" fmla="*/ 10800 w 21600"/>
                <a:gd name="T17" fmla="*/ 322 h 21600"/>
                <a:gd name="T18" fmla="*/ 21438 w 21600"/>
                <a:gd name="T19" fmla="*/ 10638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323" y="10641"/>
                  </a:moveTo>
                  <a:cubicBezTo>
                    <a:pt x="410" y="4916"/>
                    <a:pt x="5075" y="321"/>
                    <a:pt x="10800" y="322"/>
                  </a:cubicBezTo>
                  <a:cubicBezTo>
                    <a:pt x="16524" y="322"/>
                    <a:pt x="21189" y="4916"/>
                    <a:pt x="21276" y="10641"/>
                  </a:cubicBezTo>
                  <a:lnTo>
                    <a:pt x="21598" y="10636"/>
                  </a:lnTo>
                  <a:cubicBezTo>
                    <a:pt x="21509" y="4736"/>
                    <a:pt x="16700" y="-1"/>
                    <a:pt x="10799" y="0"/>
                  </a:cubicBezTo>
                  <a:cubicBezTo>
                    <a:pt x="4899" y="0"/>
                    <a:pt x="90" y="4736"/>
                    <a:pt x="1" y="10636"/>
                  </a:cubicBezTo>
                  <a:close/>
                </a:path>
              </a:pathLst>
            </a:custGeom>
            <a:gradFill rotWithShape="1">
              <a:gsLst>
                <a:gs pos="0">
                  <a:schemeClr val="bg2">
                    <a:gamma/>
                    <a:tint val="45490"/>
                    <a:invGamma/>
                  </a:schemeClr>
                </a:gs>
                <a:gs pos="50000">
                  <a:schemeClr val="bg2"/>
                </a:gs>
                <a:gs pos="100000">
                  <a:schemeClr val="bg2">
                    <a:gamma/>
                    <a:tint val="45490"/>
                    <a:invGamma/>
                  </a:schemeClr>
                </a:gs>
              </a:gsLst>
              <a:lin ang="0" scaled="1"/>
            </a:gradFill>
            <a:ln>
              <a:noFill/>
            </a:ln>
            <a:effectLst/>
            <a:extLst/>
          </p:spPr>
          <p:txBody>
            <a:bodyPr wrap="none" anchor="ctr"/>
            <a:lstStyle/>
            <a:p>
              <a:pPr>
                <a:defRPr/>
              </a:pPr>
              <a:endParaRPr lang="zh-CN" altLang="en-US">
                <a:ea typeface="+mn-ea"/>
              </a:endParaRPr>
            </a:p>
          </p:txBody>
        </p:sp>
        <p:sp>
          <p:nvSpPr>
            <p:cNvPr id="70703" name="AutoShape 47"/>
            <p:cNvSpPr>
              <a:spLocks noChangeArrowheads="1"/>
            </p:cNvSpPr>
            <p:nvPr/>
          </p:nvSpPr>
          <p:spPr bwMode="ltGray">
            <a:xfrm rot="5400000" flipH="1">
              <a:off x="-1270" y="1203"/>
              <a:ext cx="2540" cy="2475"/>
            </a:xfrm>
            <a:custGeom>
              <a:avLst/>
              <a:gdLst>
                <a:gd name="G0" fmla="+- 56 0 0"/>
                <a:gd name="G1" fmla="+- 11796480 0 0"/>
                <a:gd name="G2" fmla="+- 0 0 11796480"/>
                <a:gd name="T0" fmla="*/ 0 256 1"/>
                <a:gd name="T1" fmla="*/ 180 256 1"/>
                <a:gd name="G3" fmla="+- 11796480 T0 T1"/>
                <a:gd name="T2" fmla="*/ 0 256 1"/>
                <a:gd name="T3" fmla="*/ 90 256 1"/>
                <a:gd name="G4" fmla="+- 11796480 T2 T3"/>
                <a:gd name="G5" fmla="*/ G4 2 1"/>
                <a:gd name="T4" fmla="*/ 90 256 1"/>
                <a:gd name="T5" fmla="*/ 0 256 1"/>
                <a:gd name="G6" fmla="+- 11796480 T4 T5"/>
                <a:gd name="G7" fmla="*/ G6 2 1"/>
                <a:gd name="G8" fmla="abs 1179648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56"/>
                <a:gd name="G18" fmla="*/ 56 1 2"/>
                <a:gd name="G19" fmla="+- G18 5400 0"/>
                <a:gd name="G20" fmla="cos G19 11796480"/>
                <a:gd name="G21" fmla="sin G19 11796480"/>
                <a:gd name="G22" fmla="+- G20 10800 0"/>
                <a:gd name="G23" fmla="+- G21 10800 0"/>
                <a:gd name="G24" fmla="+- 10800 0 G20"/>
                <a:gd name="G25" fmla="+- 56 10800 0"/>
                <a:gd name="G26" fmla="?: G9 G17 G25"/>
                <a:gd name="G27" fmla="?: G9 0 21600"/>
                <a:gd name="G28" fmla="cos 10800 11796480"/>
                <a:gd name="G29" fmla="sin 10800 11796480"/>
                <a:gd name="G30" fmla="sin 56 11796480"/>
                <a:gd name="G31" fmla="+- G28 10800 0"/>
                <a:gd name="G32" fmla="+- G29 10800 0"/>
                <a:gd name="G33" fmla="+- G30 10800 0"/>
                <a:gd name="G34" fmla="?: G4 0 G31"/>
                <a:gd name="G35" fmla="?: 11796480 G34 0"/>
                <a:gd name="G36" fmla="?: G6 G35 G31"/>
                <a:gd name="G37" fmla="+- 21600 0 G36"/>
                <a:gd name="G38" fmla="?: G4 0 G33"/>
                <a:gd name="G39" fmla="?: 11796480 G38 G32"/>
                <a:gd name="G40" fmla="?: G6 G39 0"/>
                <a:gd name="G41" fmla="?: G4 G32 21600"/>
                <a:gd name="G42" fmla="?: G6 G41 G33"/>
                <a:gd name="T12" fmla="*/ 10800 w 21600"/>
                <a:gd name="T13" fmla="*/ 0 h 21600"/>
                <a:gd name="T14" fmla="*/ 5372 w 21600"/>
                <a:gd name="T15" fmla="*/ 10800 h 21600"/>
                <a:gd name="T16" fmla="*/ 10800 w 21600"/>
                <a:gd name="T17" fmla="*/ 10744 h 21600"/>
                <a:gd name="T18" fmla="*/ 16228 w 21600"/>
                <a:gd name="T19" fmla="*/ 10800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10744" y="10800"/>
                  </a:moveTo>
                  <a:cubicBezTo>
                    <a:pt x="10744" y="10769"/>
                    <a:pt x="10769" y="10744"/>
                    <a:pt x="10800" y="10744"/>
                  </a:cubicBezTo>
                  <a:cubicBezTo>
                    <a:pt x="10830" y="10743"/>
                    <a:pt x="10855" y="10769"/>
                    <a:pt x="10856" y="10799"/>
                  </a:cubicBezTo>
                  <a:lnTo>
                    <a:pt x="21600" y="10800"/>
                  </a:lnTo>
                  <a:cubicBezTo>
                    <a:pt x="21600" y="4835"/>
                    <a:pt x="16764" y="0"/>
                    <a:pt x="10800" y="0"/>
                  </a:cubicBezTo>
                  <a:cubicBezTo>
                    <a:pt x="4835" y="0"/>
                    <a:pt x="0" y="4835"/>
                    <a:pt x="0" y="10800"/>
                  </a:cubicBezTo>
                  <a:close/>
                </a:path>
              </a:pathLst>
            </a:custGeom>
            <a:gradFill rotWithShape="1">
              <a:gsLst>
                <a:gs pos="0">
                  <a:schemeClr val="hlink">
                    <a:alpha val="36000"/>
                  </a:schemeClr>
                </a:gs>
                <a:gs pos="100000">
                  <a:schemeClr val="hlink">
                    <a:gamma/>
                    <a:tint val="33725"/>
                    <a:invGamma/>
                  </a:schemeClr>
                </a:gs>
              </a:gsLst>
              <a:lin ang="5400000" scaled="1"/>
            </a:gradFill>
            <a:ln>
              <a:noFill/>
            </a:ln>
            <a:effectLst/>
            <a:extLst/>
          </p:spPr>
          <p:txBody>
            <a:bodyPr wrap="none" anchor="ctr"/>
            <a:lstStyle/>
            <a:p>
              <a:pPr>
                <a:defRPr/>
              </a:pPr>
              <a:endParaRPr lang="zh-CN" altLang="en-US">
                <a:ea typeface="+mn-ea"/>
              </a:endParaRPr>
            </a:p>
          </p:txBody>
        </p:sp>
        <p:grpSp>
          <p:nvGrpSpPr>
            <p:cNvPr id="4113" name="Group 88"/>
            <p:cNvGrpSpPr>
              <a:grpSpLocks/>
            </p:cNvGrpSpPr>
            <p:nvPr/>
          </p:nvGrpSpPr>
          <p:grpSpPr bwMode="auto">
            <a:xfrm>
              <a:off x="895" y="1132"/>
              <a:ext cx="3346" cy="320"/>
              <a:chOff x="895" y="1132"/>
              <a:chExt cx="3346" cy="320"/>
            </a:xfrm>
          </p:grpSpPr>
          <p:sp>
            <p:nvSpPr>
              <p:cNvPr id="4132" name="AutoShape 52"/>
              <p:cNvSpPr>
                <a:spLocks noChangeArrowheads="1"/>
              </p:cNvSpPr>
              <p:nvPr/>
            </p:nvSpPr>
            <p:spPr bwMode="gray">
              <a:xfrm>
                <a:off x="1112" y="1132"/>
                <a:ext cx="3129" cy="320"/>
              </a:xfrm>
              <a:prstGeom prst="roundRect">
                <a:avLst>
                  <a:gd name="adj" fmla="val 50000"/>
                </a:avLst>
              </a:prstGeom>
              <a:noFill/>
              <a:ln w="28575" algn="ctr">
                <a:solidFill>
                  <a:schemeClr val="bg2"/>
                </a:solidFill>
                <a:round/>
                <a:headEnd/>
                <a:tailEnd/>
              </a:ln>
            </p:spPr>
            <p:txBody>
              <a:bodyPr wrap="none" anchor="ctr"/>
              <a:lstStyle/>
              <a:p>
                <a:pPr eaLnBrk="0" hangingPunct="0"/>
                <a:r>
                  <a:rPr lang="en-US" altLang="zh-CN" sz="2400">
                    <a:solidFill>
                      <a:schemeClr val="tx2"/>
                    </a:solidFill>
                    <a:latin typeface="黑体" pitchFamily="49" charset="-122"/>
                    <a:ea typeface="黑体" pitchFamily="49" charset="-122"/>
                  </a:rPr>
                  <a:t>DBSCAN</a:t>
                </a:r>
                <a:r>
                  <a:rPr lang="zh-CN" altLang="en-US" sz="2400">
                    <a:solidFill>
                      <a:schemeClr val="tx2"/>
                    </a:solidFill>
                    <a:latin typeface="黑体" pitchFamily="49" charset="-122"/>
                    <a:ea typeface="黑体" pitchFamily="49" charset="-122"/>
                  </a:rPr>
                  <a:t>算法概述</a:t>
                </a:r>
                <a:endParaRPr lang="en-US" altLang="zh-CN" sz="2400">
                  <a:solidFill>
                    <a:schemeClr val="tx2"/>
                  </a:solidFill>
                  <a:latin typeface="黑体" pitchFamily="49" charset="-122"/>
                  <a:ea typeface="黑体" pitchFamily="49" charset="-122"/>
                </a:endParaRPr>
              </a:p>
            </p:txBody>
          </p:sp>
          <p:grpSp>
            <p:nvGrpSpPr>
              <p:cNvPr id="4133" name="Group 53"/>
              <p:cNvGrpSpPr>
                <a:grpSpLocks/>
              </p:cNvGrpSpPr>
              <p:nvPr/>
            </p:nvGrpSpPr>
            <p:grpSpPr bwMode="auto">
              <a:xfrm>
                <a:off x="895" y="1185"/>
                <a:ext cx="239" cy="241"/>
                <a:chOff x="1976" y="1560"/>
                <a:chExt cx="1610" cy="1616"/>
              </a:xfrm>
            </p:grpSpPr>
            <p:sp>
              <p:nvSpPr>
                <p:cNvPr id="4134" name="Oval 54"/>
                <p:cNvSpPr>
                  <a:spLocks noChangeArrowheads="1"/>
                </p:cNvSpPr>
                <p:nvPr/>
              </p:nvSpPr>
              <p:spPr bwMode="gray">
                <a:xfrm>
                  <a:off x="1976" y="1560"/>
                  <a:ext cx="1610" cy="1616"/>
                </a:xfrm>
                <a:prstGeom prst="ellipse">
                  <a:avLst/>
                </a:prstGeom>
                <a:gradFill rotWithShape="1">
                  <a:gsLst>
                    <a:gs pos="0">
                      <a:srgbClr val="767676"/>
                    </a:gs>
                    <a:gs pos="50000">
                      <a:srgbClr val="FFFFFF"/>
                    </a:gs>
                    <a:gs pos="100000">
                      <a:srgbClr val="767676"/>
                    </a:gs>
                  </a:gsLst>
                  <a:lin ang="5400000" scaled="1"/>
                </a:gradFill>
                <a:ln w="57150" algn="ctr">
                  <a:noFill/>
                  <a:round/>
                  <a:headEnd/>
                  <a:tailEnd/>
                </a:ln>
              </p:spPr>
              <p:txBody>
                <a:bodyPr wrap="none" anchor="ctr"/>
                <a:lstStyle/>
                <a:p>
                  <a:endParaRPr lang="zh-CN" altLang="en-US"/>
                </a:p>
              </p:txBody>
            </p:sp>
            <p:sp>
              <p:nvSpPr>
                <p:cNvPr id="4135" name="Oval 55"/>
                <p:cNvSpPr>
                  <a:spLocks noChangeArrowheads="1"/>
                </p:cNvSpPr>
                <p:nvPr/>
              </p:nvSpPr>
              <p:spPr bwMode="gray">
                <a:xfrm>
                  <a:off x="2047" y="1560"/>
                  <a:ext cx="1428" cy="1431"/>
                </a:xfrm>
                <a:prstGeom prst="ellipse">
                  <a:avLst/>
                </a:prstGeom>
                <a:gradFill rotWithShape="1">
                  <a:gsLst>
                    <a:gs pos="0">
                      <a:srgbClr val="A2A2A2"/>
                    </a:gs>
                    <a:gs pos="50000">
                      <a:srgbClr val="FFFFFF"/>
                    </a:gs>
                    <a:gs pos="100000">
                      <a:srgbClr val="A2A2A2"/>
                    </a:gs>
                  </a:gsLst>
                  <a:lin ang="0" scaled="1"/>
                </a:gradFill>
                <a:ln w="9525" algn="ctr">
                  <a:noFill/>
                  <a:round/>
                  <a:headEnd/>
                  <a:tailEnd/>
                </a:ln>
              </p:spPr>
              <p:txBody>
                <a:bodyPr wrap="none" anchor="ctr"/>
                <a:lstStyle/>
                <a:p>
                  <a:endParaRPr lang="zh-CN" altLang="en-US"/>
                </a:p>
              </p:txBody>
            </p:sp>
            <p:sp>
              <p:nvSpPr>
                <p:cNvPr id="70712" name="Oval 56"/>
                <p:cNvSpPr>
                  <a:spLocks noChangeArrowheads="1"/>
                </p:cNvSpPr>
                <p:nvPr/>
              </p:nvSpPr>
              <p:spPr bwMode="gray">
                <a:xfrm>
                  <a:off x="2124" y="1647"/>
                  <a:ext cx="1273" cy="1261"/>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a:noFill/>
                </a:ln>
                <a:effectLst/>
                <a:extLst/>
              </p:spPr>
              <p:txBody>
                <a:bodyPr wrap="none" anchor="ctr">
                  <a:spAutoFit/>
                </a:bodyPr>
                <a:lstStyle/>
                <a:p>
                  <a:pPr>
                    <a:defRPr/>
                  </a:pPr>
                  <a:endParaRPr lang="zh-CN" altLang="en-US">
                    <a:latin typeface="Arial" charset="0"/>
                    <a:ea typeface="宋体" charset="-122"/>
                  </a:endParaRPr>
                </a:p>
              </p:txBody>
            </p:sp>
            <p:sp>
              <p:nvSpPr>
                <p:cNvPr id="4137" name="Oval 57"/>
                <p:cNvSpPr>
                  <a:spLocks noChangeArrowheads="1"/>
                </p:cNvSpPr>
                <p:nvPr/>
              </p:nvSpPr>
              <p:spPr bwMode="gray">
                <a:xfrm>
                  <a:off x="2191" y="1644"/>
                  <a:ext cx="1261" cy="1266"/>
                </a:xfrm>
                <a:prstGeom prst="ellipse">
                  <a:avLst/>
                </a:prstGeom>
                <a:gradFill rotWithShape="1">
                  <a:gsLst>
                    <a:gs pos="0">
                      <a:srgbClr val="000000"/>
                    </a:gs>
                    <a:gs pos="100000">
                      <a:srgbClr val="FFCC00"/>
                    </a:gs>
                  </a:gsLst>
                  <a:lin ang="2700000" scaled="1"/>
                </a:gradFill>
                <a:ln w="38100" algn="ctr">
                  <a:noFill/>
                  <a:round/>
                  <a:headEnd/>
                  <a:tailEnd/>
                </a:ln>
              </p:spPr>
              <p:txBody>
                <a:bodyPr wrap="none" anchor="ctr">
                  <a:spAutoFit/>
                </a:bodyPr>
                <a:lstStyle/>
                <a:p>
                  <a:endParaRPr lang="zh-CN" altLang="en-US"/>
                </a:p>
              </p:txBody>
            </p:sp>
            <p:sp>
              <p:nvSpPr>
                <p:cNvPr id="70714" name="Oval 58"/>
                <p:cNvSpPr>
                  <a:spLocks noChangeArrowheads="1"/>
                </p:cNvSpPr>
                <p:nvPr/>
              </p:nvSpPr>
              <p:spPr bwMode="gray">
                <a:xfrm>
                  <a:off x="2232" y="1721"/>
                  <a:ext cx="1098" cy="1106"/>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a:noFill/>
                </a:ln>
                <a:effectLst/>
                <a:extLst/>
              </p:spPr>
              <p:txBody>
                <a:bodyPr anchor="ctr">
                  <a:spAutoFit/>
                </a:bodyPr>
                <a:lstStyle/>
                <a:p>
                  <a:pPr>
                    <a:defRPr/>
                  </a:pPr>
                  <a:endParaRPr lang="zh-CN" altLang="en-US">
                    <a:latin typeface="Arial" charset="0"/>
                    <a:ea typeface="宋体" charset="-122"/>
                  </a:endParaRPr>
                </a:p>
              </p:txBody>
            </p:sp>
            <p:sp>
              <p:nvSpPr>
                <p:cNvPr id="4139" name="Oval 59"/>
                <p:cNvSpPr>
                  <a:spLocks noChangeArrowheads="1"/>
                </p:cNvSpPr>
                <p:nvPr/>
              </p:nvSpPr>
              <p:spPr bwMode="gray">
                <a:xfrm>
                  <a:off x="2214" y="1727"/>
                  <a:ext cx="1095" cy="1101"/>
                </a:xfrm>
                <a:prstGeom prst="ellipse">
                  <a:avLst/>
                </a:prstGeom>
                <a:gradFill rotWithShape="1">
                  <a:gsLst>
                    <a:gs pos="0">
                      <a:srgbClr val="FFCC00"/>
                    </a:gs>
                    <a:gs pos="100000">
                      <a:srgbClr val="7C6300"/>
                    </a:gs>
                  </a:gsLst>
                  <a:lin ang="2700000" scaled="1"/>
                </a:gradFill>
                <a:ln w="38100" algn="ctr">
                  <a:noFill/>
                  <a:round/>
                  <a:headEnd/>
                  <a:tailEnd/>
                </a:ln>
              </p:spPr>
              <p:txBody>
                <a:bodyPr anchor="ctr">
                  <a:spAutoFit/>
                </a:bodyPr>
                <a:lstStyle/>
                <a:p>
                  <a:endParaRPr lang="zh-CN" altLang="en-US"/>
                </a:p>
              </p:txBody>
            </p:sp>
          </p:grpSp>
        </p:grpSp>
        <p:grpSp>
          <p:nvGrpSpPr>
            <p:cNvPr id="4114" name="Group 90"/>
            <p:cNvGrpSpPr>
              <a:grpSpLocks/>
            </p:cNvGrpSpPr>
            <p:nvPr/>
          </p:nvGrpSpPr>
          <p:grpSpPr bwMode="auto">
            <a:xfrm>
              <a:off x="1220" y="1745"/>
              <a:ext cx="3515" cy="320"/>
              <a:chOff x="1220" y="1745"/>
              <a:chExt cx="3515" cy="320"/>
            </a:xfrm>
          </p:grpSpPr>
          <p:sp>
            <p:nvSpPr>
              <p:cNvPr id="4124" name="AutoShape 50"/>
              <p:cNvSpPr>
                <a:spLocks noChangeArrowheads="1"/>
              </p:cNvSpPr>
              <p:nvPr/>
            </p:nvSpPr>
            <p:spPr bwMode="gray">
              <a:xfrm>
                <a:off x="1441" y="1745"/>
                <a:ext cx="3294" cy="320"/>
              </a:xfrm>
              <a:prstGeom prst="roundRect">
                <a:avLst>
                  <a:gd name="adj" fmla="val 50000"/>
                </a:avLst>
              </a:prstGeom>
              <a:noFill/>
              <a:ln w="28575" algn="ctr">
                <a:solidFill>
                  <a:schemeClr val="bg2"/>
                </a:solidFill>
                <a:round/>
                <a:headEnd/>
                <a:tailEnd/>
              </a:ln>
            </p:spPr>
            <p:txBody>
              <a:bodyPr wrap="none" anchor="ctr"/>
              <a:lstStyle/>
              <a:p>
                <a:pPr eaLnBrk="0" hangingPunct="0"/>
                <a:endParaRPr lang="en-US" altLang="zh-CN" sz="2400">
                  <a:solidFill>
                    <a:schemeClr val="tx2"/>
                  </a:solidFill>
                  <a:latin typeface="黑体" pitchFamily="49" charset="-122"/>
                  <a:ea typeface="黑体" pitchFamily="49" charset="-122"/>
                  <a:cs typeface="Vrinda" pitchFamily="34" charset="0"/>
                </a:endParaRPr>
              </a:p>
            </p:txBody>
          </p:sp>
          <p:grpSp>
            <p:nvGrpSpPr>
              <p:cNvPr id="4125" name="Group 67"/>
              <p:cNvGrpSpPr>
                <a:grpSpLocks/>
              </p:cNvGrpSpPr>
              <p:nvPr/>
            </p:nvGrpSpPr>
            <p:grpSpPr bwMode="auto">
              <a:xfrm>
                <a:off x="1220" y="1785"/>
                <a:ext cx="239" cy="240"/>
                <a:chOff x="1259" y="-1291"/>
                <a:chExt cx="1615" cy="1615"/>
              </a:xfrm>
            </p:grpSpPr>
            <p:sp>
              <p:nvSpPr>
                <p:cNvPr id="4126" name="Oval 68"/>
                <p:cNvSpPr>
                  <a:spLocks noChangeArrowheads="1"/>
                </p:cNvSpPr>
                <p:nvPr/>
              </p:nvSpPr>
              <p:spPr bwMode="gray">
                <a:xfrm>
                  <a:off x="1259" y="-1291"/>
                  <a:ext cx="1615" cy="1615"/>
                </a:xfrm>
                <a:prstGeom prst="ellipse">
                  <a:avLst/>
                </a:prstGeom>
                <a:gradFill rotWithShape="1">
                  <a:gsLst>
                    <a:gs pos="0">
                      <a:srgbClr val="767676"/>
                    </a:gs>
                    <a:gs pos="50000">
                      <a:srgbClr val="FFFFFF"/>
                    </a:gs>
                    <a:gs pos="100000">
                      <a:srgbClr val="767676"/>
                    </a:gs>
                  </a:gsLst>
                  <a:lin ang="5400000" scaled="1"/>
                </a:gradFill>
                <a:ln w="57150" algn="ctr">
                  <a:noFill/>
                  <a:round/>
                  <a:headEnd/>
                  <a:tailEnd/>
                </a:ln>
              </p:spPr>
              <p:txBody>
                <a:bodyPr wrap="none" anchor="ctr"/>
                <a:lstStyle/>
                <a:p>
                  <a:endParaRPr lang="zh-CN" altLang="en-US"/>
                </a:p>
              </p:txBody>
            </p:sp>
            <p:sp>
              <p:nvSpPr>
                <p:cNvPr id="4127" name="Oval 69"/>
                <p:cNvSpPr>
                  <a:spLocks noChangeArrowheads="1"/>
                </p:cNvSpPr>
                <p:nvPr/>
              </p:nvSpPr>
              <p:spPr bwMode="gray">
                <a:xfrm>
                  <a:off x="1352" y="-1218"/>
                  <a:ext cx="1430" cy="1430"/>
                </a:xfrm>
                <a:prstGeom prst="ellipse">
                  <a:avLst/>
                </a:prstGeom>
                <a:gradFill rotWithShape="1">
                  <a:gsLst>
                    <a:gs pos="0">
                      <a:srgbClr val="A2A2A2"/>
                    </a:gs>
                    <a:gs pos="50000">
                      <a:srgbClr val="FFFFFF"/>
                    </a:gs>
                    <a:gs pos="100000">
                      <a:srgbClr val="A2A2A2"/>
                    </a:gs>
                  </a:gsLst>
                  <a:lin ang="0" scaled="1"/>
                </a:gradFill>
                <a:ln w="9525" algn="ctr">
                  <a:noFill/>
                  <a:round/>
                  <a:headEnd/>
                  <a:tailEnd/>
                </a:ln>
              </p:spPr>
              <p:txBody>
                <a:bodyPr wrap="none" anchor="ctr"/>
                <a:lstStyle/>
                <a:p>
                  <a:endParaRPr lang="zh-CN" altLang="en-US"/>
                </a:p>
              </p:txBody>
            </p:sp>
            <p:sp>
              <p:nvSpPr>
                <p:cNvPr id="70726" name="Oval 70"/>
                <p:cNvSpPr>
                  <a:spLocks noChangeArrowheads="1"/>
                </p:cNvSpPr>
                <p:nvPr/>
              </p:nvSpPr>
              <p:spPr bwMode="gray">
                <a:xfrm>
                  <a:off x="1387" y="-1156"/>
                  <a:ext cx="1264" cy="1265"/>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a:noFill/>
                </a:ln>
                <a:effectLst/>
                <a:extLst/>
              </p:spPr>
              <p:txBody>
                <a:bodyPr wrap="none" anchor="ctr">
                  <a:spAutoFit/>
                </a:bodyPr>
                <a:lstStyle/>
                <a:p>
                  <a:pPr>
                    <a:defRPr/>
                  </a:pPr>
                  <a:endParaRPr lang="zh-CN" altLang="en-US">
                    <a:latin typeface="Arial" charset="0"/>
                    <a:ea typeface="宋体" charset="-122"/>
                  </a:endParaRPr>
                </a:p>
              </p:txBody>
            </p:sp>
            <p:sp>
              <p:nvSpPr>
                <p:cNvPr id="4129" name="Oval 71"/>
                <p:cNvSpPr>
                  <a:spLocks noChangeArrowheads="1"/>
                </p:cNvSpPr>
                <p:nvPr/>
              </p:nvSpPr>
              <p:spPr bwMode="gray">
                <a:xfrm>
                  <a:off x="1392" y="-1159"/>
                  <a:ext cx="1262" cy="1264"/>
                </a:xfrm>
                <a:prstGeom prst="ellipse">
                  <a:avLst/>
                </a:prstGeom>
                <a:gradFill rotWithShape="1">
                  <a:gsLst>
                    <a:gs pos="0">
                      <a:srgbClr val="21B3E1"/>
                    </a:gs>
                    <a:gs pos="100000">
                      <a:srgbClr val="0F5368"/>
                    </a:gs>
                  </a:gsLst>
                  <a:lin ang="5400000" scaled="1"/>
                </a:gradFill>
                <a:ln w="38100" algn="ctr">
                  <a:noFill/>
                  <a:round/>
                  <a:headEnd/>
                  <a:tailEnd/>
                </a:ln>
              </p:spPr>
              <p:txBody>
                <a:bodyPr wrap="none" anchor="ctr">
                  <a:spAutoFit/>
                </a:bodyPr>
                <a:lstStyle/>
                <a:p>
                  <a:endParaRPr lang="zh-CN" altLang="en-US"/>
                </a:p>
              </p:txBody>
            </p:sp>
            <p:sp>
              <p:nvSpPr>
                <p:cNvPr id="70728" name="Oval 72"/>
                <p:cNvSpPr>
                  <a:spLocks noChangeArrowheads="1"/>
                </p:cNvSpPr>
                <p:nvPr/>
              </p:nvSpPr>
              <p:spPr bwMode="gray">
                <a:xfrm>
                  <a:off x="1475" y="-1217"/>
                  <a:ext cx="1095" cy="1104"/>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a:noFill/>
                </a:ln>
                <a:effectLst/>
                <a:extLst/>
              </p:spPr>
              <p:txBody>
                <a:bodyPr anchor="ctr">
                  <a:spAutoFit/>
                </a:bodyPr>
                <a:lstStyle/>
                <a:p>
                  <a:pPr>
                    <a:defRPr/>
                  </a:pPr>
                  <a:endParaRPr lang="zh-CN" altLang="en-US">
                    <a:latin typeface="Arial" charset="0"/>
                    <a:ea typeface="宋体" charset="-122"/>
                  </a:endParaRPr>
                </a:p>
              </p:txBody>
            </p:sp>
            <p:sp>
              <p:nvSpPr>
                <p:cNvPr id="4131" name="Oval 73"/>
                <p:cNvSpPr>
                  <a:spLocks noChangeArrowheads="1"/>
                </p:cNvSpPr>
                <p:nvPr/>
              </p:nvSpPr>
              <p:spPr bwMode="gray">
                <a:xfrm>
                  <a:off x="1530" y="-1159"/>
                  <a:ext cx="1096" cy="1098"/>
                </a:xfrm>
                <a:prstGeom prst="ellipse">
                  <a:avLst/>
                </a:prstGeom>
                <a:gradFill rotWithShape="1">
                  <a:gsLst>
                    <a:gs pos="0">
                      <a:srgbClr val="21B3E1"/>
                    </a:gs>
                    <a:gs pos="100000">
                      <a:srgbClr val="10576D"/>
                    </a:gs>
                  </a:gsLst>
                  <a:lin ang="2700000" scaled="1"/>
                </a:gradFill>
                <a:ln w="38100" algn="ctr">
                  <a:noFill/>
                  <a:round/>
                  <a:headEnd/>
                  <a:tailEnd/>
                </a:ln>
              </p:spPr>
              <p:txBody>
                <a:bodyPr anchor="ctr">
                  <a:spAutoFit/>
                </a:bodyPr>
                <a:lstStyle/>
                <a:p>
                  <a:endParaRPr lang="zh-CN" altLang="en-US"/>
                </a:p>
              </p:txBody>
            </p:sp>
          </p:grpSp>
        </p:grpSp>
        <p:grpSp>
          <p:nvGrpSpPr>
            <p:cNvPr id="4115" name="Group 91"/>
            <p:cNvGrpSpPr>
              <a:grpSpLocks/>
            </p:cNvGrpSpPr>
            <p:nvPr/>
          </p:nvGrpSpPr>
          <p:grpSpPr bwMode="auto">
            <a:xfrm>
              <a:off x="1333" y="2368"/>
              <a:ext cx="3441" cy="320"/>
              <a:chOff x="1333" y="2368"/>
              <a:chExt cx="3441" cy="320"/>
            </a:xfrm>
          </p:grpSpPr>
          <p:sp>
            <p:nvSpPr>
              <p:cNvPr id="4116" name="AutoShape 49"/>
              <p:cNvSpPr>
                <a:spLocks noChangeArrowheads="1"/>
              </p:cNvSpPr>
              <p:nvPr/>
            </p:nvSpPr>
            <p:spPr bwMode="gray">
              <a:xfrm>
                <a:off x="1540" y="2368"/>
                <a:ext cx="3234" cy="320"/>
              </a:xfrm>
              <a:prstGeom prst="roundRect">
                <a:avLst>
                  <a:gd name="adj" fmla="val 50000"/>
                </a:avLst>
              </a:prstGeom>
              <a:noFill/>
              <a:ln w="28575" algn="ctr">
                <a:solidFill>
                  <a:schemeClr val="bg2"/>
                </a:solidFill>
                <a:round/>
                <a:headEnd/>
                <a:tailEnd/>
              </a:ln>
            </p:spPr>
            <p:txBody>
              <a:bodyPr wrap="none" anchor="ctr"/>
              <a:lstStyle/>
              <a:p>
                <a:pPr eaLnBrk="0" hangingPunct="0"/>
                <a:r>
                  <a:rPr lang="en-US" altLang="zh-CN" sz="2400">
                    <a:solidFill>
                      <a:schemeClr val="tx2"/>
                    </a:solidFill>
                    <a:latin typeface="黑体" pitchFamily="49" charset="-122"/>
                    <a:ea typeface="黑体" pitchFamily="49" charset="-122"/>
                  </a:rPr>
                  <a:t>DBSCAN</a:t>
                </a:r>
                <a:r>
                  <a:rPr lang="zh-CN" altLang="en-US" sz="2400">
                    <a:solidFill>
                      <a:schemeClr val="tx2"/>
                    </a:solidFill>
                    <a:latin typeface="黑体" pitchFamily="49" charset="-122"/>
                    <a:ea typeface="黑体" pitchFamily="49" charset="-122"/>
                  </a:rPr>
                  <a:t>算法原理</a:t>
                </a:r>
                <a:endParaRPr lang="en-US" altLang="zh-CN" sz="2400">
                  <a:solidFill>
                    <a:schemeClr val="tx2"/>
                  </a:solidFill>
                  <a:latin typeface="黑体" pitchFamily="49" charset="-122"/>
                  <a:ea typeface="黑体" pitchFamily="49" charset="-122"/>
                </a:endParaRPr>
              </a:p>
            </p:txBody>
          </p:sp>
          <p:grpSp>
            <p:nvGrpSpPr>
              <p:cNvPr id="4117" name="Group 74"/>
              <p:cNvGrpSpPr>
                <a:grpSpLocks/>
              </p:cNvGrpSpPr>
              <p:nvPr/>
            </p:nvGrpSpPr>
            <p:grpSpPr bwMode="auto">
              <a:xfrm>
                <a:off x="1333" y="2404"/>
                <a:ext cx="239" cy="240"/>
                <a:chOff x="2654" y="-681"/>
                <a:chExt cx="1615" cy="1615"/>
              </a:xfrm>
            </p:grpSpPr>
            <p:sp>
              <p:nvSpPr>
                <p:cNvPr id="4118" name="Oval 75"/>
                <p:cNvSpPr>
                  <a:spLocks noChangeArrowheads="1"/>
                </p:cNvSpPr>
                <p:nvPr/>
              </p:nvSpPr>
              <p:spPr bwMode="gray">
                <a:xfrm>
                  <a:off x="2654" y="-681"/>
                  <a:ext cx="1615" cy="1615"/>
                </a:xfrm>
                <a:prstGeom prst="ellipse">
                  <a:avLst/>
                </a:prstGeom>
                <a:gradFill rotWithShape="1">
                  <a:gsLst>
                    <a:gs pos="0">
                      <a:srgbClr val="767676"/>
                    </a:gs>
                    <a:gs pos="50000">
                      <a:srgbClr val="FFFFFF"/>
                    </a:gs>
                    <a:gs pos="100000">
                      <a:srgbClr val="767676"/>
                    </a:gs>
                  </a:gsLst>
                  <a:lin ang="5400000" scaled="1"/>
                </a:gradFill>
                <a:ln w="57150" algn="ctr">
                  <a:noFill/>
                  <a:round/>
                  <a:headEnd/>
                  <a:tailEnd/>
                </a:ln>
              </p:spPr>
              <p:txBody>
                <a:bodyPr wrap="none" anchor="ctr"/>
                <a:lstStyle/>
                <a:p>
                  <a:endParaRPr lang="zh-CN" altLang="en-US"/>
                </a:p>
              </p:txBody>
            </p:sp>
            <p:sp>
              <p:nvSpPr>
                <p:cNvPr id="4119" name="Oval 76"/>
                <p:cNvSpPr>
                  <a:spLocks noChangeArrowheads="1"/>
                </p:cNvSpPr>
                <p:nvPr/>
              </p:nvSpPr>
              <p:spPr bwMode="gray">
                <a:xfrm>
                  <a:off x="2781" y="-560"/>
                  <a:ext cx="1430" cy="1430"/>
                </a:xfrm>
                <a:prstGeom prst="ellipse">
                  <a:avLst/>
                </a:prstGeom>
                <a:gradFill rotWithShape="1">
                  <a:gsLst>
                    <a:gs pos="0">
                      <a:srgbClr val="A2A2A2"/>
                    </a:gs>
                    <a:gs pos="50000">
                      <a:srgbClr val="FFFFFF"/>
                    </a:gs>
                    <a:gs pos="100000">
                      <a:srgbClr val="A2A2A2"/>
                    </a:gs>
                  </a:gsLst>
                  <a:lin ang="0" scaled="1"/>
                </a:gradFill>
                <a:ln w="9525" algn="ctr">
                  <a:noFill/>
                  <a:round/>
                  <a:headEnd/>
                  <a:tailEnd/>
                </a:ln>
              </p:spPr>
              <p:txBody>
                <a:bodyPr wrap="none" anchor="ctr"/>
                <a:lstStyle/>
                <a:p>
                  <a:endParaRPr lang="zh-CN" altLang="en-US"/>
                </a:p>
              </p:txBody>
            </p:sp>
            <p:sp>
              <p:nvSpPr>
                <p:cNvPr id="70733" name="Oval 77"/>
                <p:cNvSpPr>
                  <a:spLocks noChangeArrowheads="1"/>
                </p:cNvSpPr>
                <p:nvPr/>
              </p:nvSpPr>
              <p:spPr bwMode="gray">
                <a:xfrm>
                  <a:off x="2877" y="-425"/>
                  <a:ext cx="1264" cy="1265"/>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a:noFill/>
                </a:ln>
                <a:effectLst/>
                <a:extLst/>
              </p:spPr>
              <p:txBody>
                <a:bodyPr wrap="none" anchor="ctr">
                  <a:spAutoFit/>
                </a:bodyPr>
                <a:lstStyle/>
                <a:p>
                  <a:pPr>
                    <a:defRPr/>
                  </a:pPr>
                  <a:endParaRPr lang="zh-CN" altLang="en-US">
                    <a:latin typeface="Arial" charset="0"/>
                    <a:ea typeface="宋体" charset="-122"/>
                  </a:endParaRPr>
                </a:p>
              </p:txBody>
            </p:sp>
            <p:sp>
              <p:nvSpPr>
                <p:cNvPr id="4121" name="Oval 78"/>
                <p:cNvSpPr>
                  <a:spLocks noChangeArrowheads="1"/>
                </p:cNvSpPr>
                <p:nvPr/>
              </p:nvSpPr>
              <p:spPr bwMode="gray">
                <a:xfrm>
                  <a:off x="2949" y="-436"/>
                  <a:ext cx="1262" cy="1264"/>
                </a:xfrm>
                <a:prstGeom prst="ellipse">
                  <a:avLst/>
                </a:prstGeom>
                <a:gradFill rotWithShape="1">
                  <a:gsLst>
                    <a:gs pos="0">
                      <a:srgbClr val="000000"/>
                    </a:gs>
                    <a:gs pos="100000">
                      <a:srgbClr val="8D67E1"/>
                    </a:gs>
                  </a:gsLst>
                  <a:lin ang="2700000" scaled="1"/>
                </a:gradFill>
                <a:ln w="38100" algn="ctr">
                  <a:noFill/>
                  <a:round/>
                  <a:headEnd/>
                  <a:tailEnd/>
                </a:ln>
              </p:spPr>
              <p:txBody>
                <a:bodyPr wrap="none" anchor="ctr">
                  <a:spAutoFit/>
                </a:bodyPr>
                <a:lstStyle/>
                <a:p>
                  <a:endParaRPr lang="zh-CN" altLang="en-US"/>
                </a:p>
              </p:txBody>
            </p:sp>
            <p:sp>
              <p:nvSpPr>
                <p:cNvPr id="70735" name="Oval 79"/>
                <p:cNvSpPr>
                  <a:spLocks noChangeArrowheads="1"/>
                </p:cNvSpPr>
                <p:nvPr/>
              </p:nvSpPr>
              <p:spPr bwMode="gray">
                <a:xfrm>
                  <a:off x="3032" y="-358"/>
                  <a:ext cx="1101" cy="1104"/>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a:noFill/>
                </a:ln>
                <a:effectLst/>
                <a:extLst/>
              </p:spPr>
              <p:txBody>
                <a:bodyPr anchor="ctr">
                  <a:spAutoFit/>
                </a:bodyPr>
                <a:lstStyle/>
                <a:p>
                  <a:pPr>
                    <a:defRPr/>
                  </a:pPr>
                  <a:endParaRPr lang="zh-CN" altLang="en-US">
                    <a:latin typeface="Arial" charset="0"/>
                    <a:ea typeface="宋体" charset="-122"/>
                  </a:endParaRPr>
                </a:p>
              </p:txBody>
            </p:sp>
            <p:sp>
              <p:nvSpPr>
                <p:cNvPr id="4123" name="Oval 80"/>
                <p:cNvSpPr>
                  <a:spLocks noChangeArrowheads="1"/>
                </p:cNvSpPr>
                <p:nvPr/>
              </p:nvSpPr>
              <p:spPr bwMode="gray">
                <a:xfrm>
                  <a:off x="2957" y="-270"/>
                  <a:ext cx="1096" cy="1098"/>
                </a:xfrm>
                <a:prstGeom prst="ellipse">
                  <a:avLst/>
                </a:prstGeom>
                <a:gradFill rotWithShape="1">
                  <a:gsLst>
                    <a:gs pos="0">
                      <a:srgbClr val="8D67E1"/>
                    </a:gs>
                    <a:gs pos="100000">
                      <a:srgbClr val="45326D"/>
                    </a:gs>
                  </a:gsLst>
                  <a:lin ang="2700000" scaled="1"/>
                </a:gradFill>
                <a:ln w="38100" algn="ctr">
                  <a:noFill/>
                  <a:round/>
                  <a:headEnd/>
                  <a:tailEnd/>
                </a:ln>
              </p:spPr>
              <p:txBody>
                <a:bodyPr anchor="ctr">
                  <a:spAutoFit/>
                </a:bodyPr>
                <a:lstStyle/>
                <a:p>
                  <a:endParaRPr lang="zh-CN" altLang="en-US"/>
                </a:p>
              </p:txBody>
            </p:sp>
          </p:grpSp>
        </p:grpSp>
      </p:grpSp>
      <p:pic>
        <p:nvPicPr>
          <p:cNvPr id="4102" name="Picture 2"/>
          <p:cNvPicPr>
            <a:picLocks noChangeAspect="1" noChangeArrowheads="1"/>
          </p:cNvPicPr>
          <p:nvPr/>
        </p:nvPicPr>
        <p:blipFill>
          <a:blip r:embed="rId3"/>
          <a:srcRect/>
          <a:stretch>
            <a:fillRect/>
          </a:stretch>
        </p:blipFill>
        <p:spPr bwMode="auto">
          <a:xfrm>
            <a:off x="8255000" y="44450"/>
            <a:ext cx="854075" cy="863600"/>
          </a:xfrm>
          <a:prstGeom prst="rect">
            <a:avLst/>
          </a:prstGeom>
          <a:noFill/>
          <a:ln w="9525">
            <a:noFill/>
            <a:miter lim="800000"/>
            <a:headEnd/>
            <a:tailEnd/>
          </a:ln>
        </p:spPr>
      </p:pic>
      <p:sp>
        <p:nvSpPr>
          <p:cNvPr id="4103" name="Oval 75"/>
          <p:cNvSpPr>
            <a:spLocks noChangeArrowheads="1"/>
          </p:cNvSpPr>
          <p:nvPr/>
        </p:nvSpPr>
        <p:spPr bwMode="gray">
          <a:xfrm>
            <a:off x="1766888" y="4959350"/>
            <a:ext cx="379412" cy="381000"/>
          </a:xfrm>
          <a:prstGeom prst="ellipse">
            <a:avLst/>
          </a:prstGeom>
          <a:gradFill rotWithShape="1">
            <a:gsLst>
              <a:gs pos="0">
                <a:srgbClr val="767676"/>
              </a:gs>
              <a:gs pos="50000">
                <a:srgbClr val="FFFFFF"/>
              </a:gs>
              <a:gs pos="100000">
                <a:srgbClr val="767676"/>
              </a:gs>
            </a:gsLst>
            <a:lin ang="5400000" scaled="1"/>
          </a:gradFill>
          <a:ln w="57150" algn="ctr">
            <a:noFill/>
            <a:round/>
            <a:headEnd/>
            <a:tailEnd/>
          </a:ln>
        </p:spPr>
        <p:txBody>
          <a:bodyPr wrap="none" anchor="ctr"/>
          <a:lstStyle/>
          <a:p>
            <a:endParaRPr lang="zh-CN" altLang="en-US"/>
          </a:p>
        </p:txBody>
      </p:sp>
      <p:sp>
        <p:nvSpPr>
          <p:cNvPr id="4104" name="Oval 76"/>
          <p:cNvSpPr>
            <a:spLocks noChangeArrowheads="1"/>
          </p:cNvSpPr>
          <p:nvPr/>
        </p:nvSpPr>
        <p:spPr bwMode="gray">
          <a:xfrm>
            <a:off x="1800225" y="5002213"/>
            <a:ext cx="336550" cy="338137"/>
          </a:xfrm>
          <a:prstGeom prst="ellipse">
            <a:avLst/>
          </a:prstGeom>
          <a:gradFill rotWithShape="1">
            <a:gsLst>
              <a:gs pos="0">
                <a:srgbClr val="A2A2A2"/>
              </a:gs>
              <a:gs pos="50000">
                <a:srgbClr val="FFFFFF"/>
              </a:gs>
              <a:gs pos="100000">
                <a:srgbClr val="A2A2A2"/>
              </a:gs>
            </a:gsLst>
            <a:lin ang="0" scaled="1"/>
          </a:gradFill>
          <a:ln w="9525" algn="ctr">
            <a:noFill/>
            <a:round/>
            <a:headEnd/>
            <a:tailEnd/>
          </a:ln>
        </p:spPr>
        <p:txBody>
          <a:bodyPr wrap="none" anchor="ctr"/>
          <a:lstStyle/>
          <a:p>
            <a:endParaRPr lang="zh-CN" altLang="en-US"/>
          </a:p>
        </p:txBody>
      </p:sp>
      <p:sp>
        <p:nvSpPr>
          <p:cNvPr id="40" name="Oval 77"/>
          <p:cNvSpPr>
            <a:spLocks noChangeArrowheads="1"/>
          </p:cNvSpPr>
          <p:nvPr/>
        </p:nvSpPr>
        <p:spPr bwMode="gray">
          <a:xfrm>
            <a:off x="1800225" y="5018088"/>
            <a:ext cx="296863" cy="298450"/>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a:noFill/>
          </a:ln>
          <a:effectLst/>
          <a:extLst/>
        </p:spPr>
        <p:txBody>
          <a:bodyPr wrap="none" anchor="ctr">
            <a:spAutoFit/>
          </a:bodyPr>
          <a:lstStyle/>
          <a:p>
            <a:pPr>
              <a:defRPr/>
            </a:pPr>
            <a:endParaRPr lang="zh-CN" altLang="en-US">
              <a:latin typeface="Arial" charset="0"/>
              <a:ea typeface="宋体" charset="-122"/>
            </a:endParaRPr>
          </a:p>
        </p:txBody>
      </p:sp>
      <p:sp>
        <p:nvSpPr>
          <p:cNvPr id="4106" name="Oval 78"/>
          <p:cNvSpPr>
            <a:spLocks noChangeArrowheads="1"/>
          </p:cNvSpPr>
          <p:nvPr/>
        </p:nvSpPr>
        <p:spPr bwMode="gray">
          <a:xfrm>
            <a:off x="1819275" y="5026025"/>
            <a:ext cx="296863" cy="298450"/>
          </a:xfrm>
          <a:prstGeom prst="ellipse">
            <a:avLst/>
          </a:prstGeom>
          <a:gradFill rotWithShape="1">
            <a:gsLst>
              <a:gs pos="0">
                <a:srgbClr val="000000"/>
              </a:gs>
              <a:gs pos="100000">
                <a:srgbClr val="8D67E1"/>
              </a:gs>
            </a:gsLst>
            <a:lin ang="2700000" scaled="1"/>
          </a:gradFill>
          <a:ln w="38100" algn="ctr">
            <a:noFill/>
            <a:round/>
            <a:headEnd/>
            <a:tailEnd/>
          </a:ln>
        </p:spPr>
        <p:txBody>
          <a:bodyPr wrap="none" anchor="ctr">
            <a:spAutoFit/>
          </a:bodyPr>
          <a:lstStyle/>
          <a:p>
            <a:endParaRPr lang="zh-CN" altLang="en-US"/>
          </a:p>
        </p:txBody>
      </p:sp>
      <p:sp>
        <p:nvSpPr>
          <p:cNvPr id="42" name="Oval 79"/>
          <p:cNvSpPr>
            <a:spLocks noChangeArrowheads="1"/>
          </p:cNvSpPr>
          <p:nvPr/>
        </p:nvSpPr>
        <p:spPr bwMode="gray">
          <a:xfrm>
            <a:off x="1827213" y="5026025"/>
            <a:ext cx="258762" cy="260350"/>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a:noFill/>
          </a:ln>
          <a:effectLst/>
          <a:extLst/>
        </p:spPr>
        <p:txBody>
          <a:bodyPr anchor="ctr">
            <a:spAutoFit/>
          </a:bodyPr>
          <a:lstStyle/>
          <a:p>
            <a:pPr>
              <a:defRPr/>
            </a:pPr>
            <a:endParaRPr lang="zh-CN" altLang="en-US">
              <a:latin typeface="Arial" charset="0"/>
              <a:ea typeface="宋体" charset="-122"/>
            </a:endParaRPr>
          </a:p>
        </p:txBody>
      </p:sp>
      <p:sp>
        <p:nvSpPr>
          <p:cNvPr id="43" name="Oval 80"/>
          <p:cNvSpPr>
            <a:spLocks noChangeArrowheads="1"/>
          </p:cNvSpPr>
          <p:nvPr/>
        </p:nvSpPr>
        <p:spPr bwMode="gray">
          <a:xfrm>
            <a:off x="1839913" y="5027613"/>
            <a:ext cx="257175" cy="258762"/>
          </a:xfrm>
          <a:prstGeom prst="ellipse">
            <a:avLst/>
          </a:prstGeom>
          <a:ln/>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p>
            <a:pPr>
              <a:defRPr/>
            </a:pPr>
            <a:endParaRPr lang="zh-CN" altLang="en-US"/>
          </a:p>
        </p:txBody>
      </p:sp>
      <p:sp>
        <p:nvSpPr>
          <p:cNvPr id="4109" name="AutoShape 49"/>
          <p:cNvSpPr>
            <a:spLocks noChangeArrowheads="1"/>
          </p:cNvSpPr>
          <p:nvPr/>
        </p:nvSpPr>
        <p:spPr bwMode="gray">
          <a:xfrm>
            <a:off x="2146300" y="4921250"/>
            <a:ext cx="5133975" cy="508000"/>
          </a:xfrm>
          <a:prstGeom prst="roundRect">
            <a:avLst>
              <a:gd name="adj" fmla="val 50000"/>
            </a:avLst>
          </a:prstGeom>
          <a:noFill/>
          <a:ln w="28575" algn="ctr">
            <a:solidFill>
              <a:schemeClr val="bg2"/>
            </a:solidFill>
            <a:round/>
            <a:headEnd/>
            <a:tailEnd/>
          </a:ln>
        </p:spPr>
        <p:txBody>
          <a:bodyPr wrap="none" anchor="ctr"/>
          <a:lstStyle/>
          <a:p>
            <a:pPr eaLnBrk="0" hangingPunct="0"/>
            <a:r>
              <a:rPr lang="en-US" altLang="zh-CN" sz="2400">
                <a:solidFill>
                  <a:schemeClr val="tx2"/>
                </a:solidFill>
                <a:latin typeface="黑体" pitchFamily="49" charset="-122"/>
                <a:ea typeface="黑体" pitchFamily="49" charset="-122"/>
              </a:rPr>
              <a:t>DBSCAN</a:t>
            </a:r>
            <a:r>
              <a:rPr lang="zh-CN" altLang="en-US" sz="2400">
                <a:solidFill>
                  <a:schemeClr val="tx2"/>
                </a:solidFill>
                <a:latin typeface="黑体" pitchFamily="49" charset="-122"/>
                <a:ea typeface="黑体" pitchFamily="49" charset="-122"/>
              </a:rPr>
              <a:t>算法优缺点</a:t>
            </a:r>
            <a:endParaRPr lang="en-US" altLang="zh-CN" sz="2400">
              <a:solidFill>
                <a:schemeClr val="tx2"/>
              </a:solidFill>
              <a:latin typeface="黑体" pitchFamily="49" charset="-122"/>
              <a:ea typeface="黑体" pitchFamily="49" charset="-122"/>
            </a:endParaRPr>
          </a:p>
        </p:txBody>
      </p:sp>
      <p:sp>
        <p:nvSpPr>
          <p:cNvPr id="4110" name="AutoShape 49"/>
          <p:cNvSpPr>
            <a:spLocks noChangeArrowheads="1"/>
          </p:cNvSpPr>
          <p:nvPr/>
        </p:nvSpPr>
        <p:spPr bwMode="gray">
          <a:xfrm>
            <a:off x="2305050" y="2755900"/>
            <a:ext cx="5211763" cy="508000"/>
          </a:xfrm>
          <a:prstGeom prst="roundRect">
            <a:avLst>
              <a:gd name="adj" fmla="val 50000"/>
            </a:avLst>
          </a:prstGeom>
          <a:noFill/>
          <a:ln w="28575" algn="ctr">
            <a:solidFill>
              <a:schemeClr val="bg2"/>
            </a:solidFill>
            <a:round/>
            <a:headEnd/>
            <a:tailEnd/>
          </a:ln>
        </p:spPr>
        <p:txBody>
          <a:bodyPr wrap="none" anchor="ctr"/>
          <a:lstStyle/>
          <a:p>
            <a:pPr eaLnBrk="0" hangingPunct="0"/>
            <a:r>
              <a:rPr lang="en-US" altLang="zh-CN" sz="2400">
                <a:solidFill>
                  <a:schemeClr val="tx2"/>
                </a:solidFill>
                <a:latin typeface="黑体" pitchFamily="49" charset="-122"/>
                <a:ea typeface="黑体" pitchFamily="49" charset="-122"/>
              </a:rPr>
              <a:t>DBSCAN</a:t>
            </a:r>
            <a:r>
              <a:rPr lang="zh-CN" altLang="en-US" sz="2400">
                <a:solidFill>
                  <a:schemeClr val="tx2"/>
                </a:solidFill>
                <a:latin typeface="黑体" pitchFamily="49" charset="-122"/>
                <a:ea typeface="黑体" pitchFamily="49" charset="-122"/>
              </a:rPr>
              <a:t>算法涉及的基本定义</a:t>
            </a:r>
            <a:endParaRPr lang="en-US" altLang="zh-CN" sz="2400">
              <a:solidFill>
                <a:schemeClr val="tx2"/>
              </a:solidFill>
              <a:latin typeface="黑体" pitchFamily="49" charset="-122"/>
              <a:ea typeface="黑体" pitchFamily="49" charset="-122"/>
            </a:endParaRPr>
          </a:p>
        </p:txBody>
      </p:sp>
    </p:spTree>
  </p:cSld>
  <p:clrMapOvr>
    <a:masterClrMapping/>
  </p:clrMapOvr>
  <p:transition spd="slow"/>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标题 1"/>
          <p:cNvSpPr>
            <a:spLocks noGrp="1"/>
          </p:cNvSpPr>
          <p:nvPr>
            <p:ph type="title"/>
          </p:nvPr>
        </p:nvSpPr>
        <p:spPr/>
        <p:txBody>
          <a:bodyPr/>
          <a:lstStyle/>
          <a:p>
            <a:pPr algn="ctr" eaLnBrk="1" hangingPunct="1"/>
            <a:r>
              <a:rPr lang="en-US" altLang="zh-CN" smtClean="0">
                <a:ea typeface="宋体" pitchFamily="2" charset="-122"/>
              </a:rPr>
              <a:t>DBSCAN</a:t>
            </a:r>
            <a:r>
              <a:rPr lang="zh-CN" altLang="en-US" smtClean="0">
                <a:ea typeface="宋体" pitchFamily="2" charset="-122"/>
              </a:rPr>
              <a:t>算法概述</a:t>
            </a:r>
          </a:p>
        </p:txBody>
      </p:sp>
      <p:sp>
        <p:nvSpPr>
          <p:cNvPr id="5" name="页脚占位符 4"/>
          <p:cNvSpPr>
            <a:spLocks noGrp="1"/>
          </p:cNvSpPr>
          <p:nvPr>
            <p:ph type="ftr" sz="quarter" idx="11"/>
          </p:nvPr>
        </p:nvSpPr>
        <p:spPr/>
        <p:txBody>
          <a:bodyPr/>
          <a:lstStyle/>
          <a:p>
            <a:pPr>
              <a:defRPr/>
            </a:pPr>
            <a:r>
              <a:rPr lang="en-US" altLang="zh-CN" dirty="0" smtClean="0"/>
              <a:t>DBSCAN</a:t>
            </a:r>
            <a:r>
              <a:rPr lang="zh-CN" altLang="en-US" dirty="0" smtClean="0"/>
              <a:t>算法</a:t>
            </a:r>
            <a:endParaRPr lang="en-US" altLang="zh-CN" dirty="0"/>
          </a:p>
        </p:txBody>
      </p:sp>
      <p:pic>
        <p:nvPicPr>
          <p:cNvPr id="5124" name="Picture 2"/>
          <p:cNvPicPr>
            <a:picLocks noChangeAspect="1" noChangeArrowheads="1"/>
          </p:cNvPicPr>
          <p:nvPr/>
        </p:nvPicPr>
        <p:blipFill>
          <a:blip r:embed="rId2"/>
          <a:srcRect/>
          <a:stretch>
            <a:fillRect/>
          </a:stretch>
        </p:blipFill>
        <p:spPr bwMode="auto">
          <a:xfrm>
            <a:off x="8255000" y="44450"/>
            <a:ext cx="854075" cy="863600"/>
          </a:xfrm>
          <a:prstGeom prst="rect">
            <a:avLst/>
          </a:prstGeom>
          <a:noFill/>
          <a:ln w="9525">
            <a:noFill/>
            <a:miter lim="800000"/>
            <a:headEnd/>
            <a:tailEnd/>
          </a:ln>
        </p:spPr>
      </p:pic>
      <p:sp>
        <p:nvSpPr>
          <p:cNvPr id="5125" name="内容占位符 2"/>
          <p:cNvSpPr>
            <a:spLocks noGrp="1"/>
          </p:cNvSpPr>
          <p:nvPr>
            <p:ph idx="1"/>
          </p:nvPr>
        </p:nvSpPr>
        <p:spPr>
          <a:xfrm>
            <a:off x="971550" y="1628775"/>
            <a:ext cx="7427913" cy="3960813"/>
          </a:xfrm>
        </p:spPr>
        <p:txBody>
          <a:bodyPr/>
          <a:lstStyle/>
          <a:p>
            <a:pPr eaLnBrk="1" hangingPunct="1">
              <a:lnSpc>
                <a:spcPct val="150000"/>
              </a:lnSpc>
            </a:pPr>
            <a:r>
              <a:rPr lang="en-US" altLang="zh-CN" sz="2400" dirty="0" smtClean="0">
                <a:ea typeface="宋体" pitchFamily="2" charset="-122"/>
              </a:rPr>
              <a:t>DBSCAN (Density-Based Spatial Clustering of Applications with Noise, </a:t>
            </a:r>
            <a:r>
              <a:rPr lang="zh-CN" altLang="en-US" sz="2400" dirty="0" smtClean="0">
                <a:ea typeface="宋体" pitchFamily="2" charset="-122"/>
              </a:rPr>
              <a:t>具有噪声的基于密度的聚类应用</a:t>
            </a:r>
            <a:r>
              <a:rPr lang="en-US" altLang="zh-CN" sz="2400" dirty="0" smtClean="0">
                <a:ea typeface="宋体" pitchFamily="2" charset="-122"/>
              </a:rPr>
              <a:t>)</a:t>
            </a:r>
            <a:r>
              <a:rPr lang="zh-CN" altLang="en-US" sz="2400" dirty="0" smtClean="0">
                <a:ea typeface="宋体" pitchFamily="2" charset="-122"/>
              </a:rPr>
              <a:t>。</a:t>
            </a:r>
            <a:endParaRPr lang="en-US" altLang="zh-CN" sz="2400" dirty="0" smtClean="0">
              <a:ea typeface="宋体" pitchFamily="2" charset="-122"/>
            </a:endParaRPr>
          </a:p>
          <a:p>
            <a:pPr eaLnBrk="1" hangingPunct="1">
              <a:lnSpc>
                <a:spcPct val="150000"/>
              </a:lnSpc>
            </a:pPr>
            <a:r>
              <a:rPr lang="zh-CN" altLang="en-US" sz="2400" dirty="0" smtClean="0">
                <a:ea typeface="宋体" pitchFamily="2" charset="-122"/>
              </a:rPr>
              <a:t>通常，这类方法将簇看作是数据空间中被低密度区域分割开的稠密数据对象区域。</a:t>
            </a:r>
            <a:endParaRPr lang="en-US" altLang="zh-CN" sz="2400" dirty="0" smtClean="0">
              <a:ea typeface="宋体" pitchFamily="2" charset="-122"/>
            </a:endParaRPr>
          </a:p>
          <a:p>
            <a:pPr eaLnBrk="1" hangingPunct="1">
              <a:lnSpc>
                <a:spcPct val="150000"/>
              </a:lnSpc>
            </a:pPr>
            <a:r>
              <a:rPr lang="en-US" altLang="zh-CN" sz="2400" dirty="0" smtClean="0">
                <a:ea typeface="宋体" pitchFamily="2" charset="-122"/>
              </a:rPr>
              <a:t>OPTICS</a:t>
            </a:r>
            <a:r>
              <a:rPr lang="zh-CN" altLang="en-US" sz="2400" dirty="0" smtClean="0">
                <a:ea typeface="宋体" pitchFamily="2" charset="-122"/>
              </a:rPr>
              <a:t>是对</a:t>
            </a:r>
            <a:r>
              <a:rPr lang="en-US" altLang="zh-CN" sz="2400" dirty="0" smtClean="0">
                <a:ea typeface="宋体" pitchFamily="2" charset="-122"/>
              </a:rPr>
              <a:t>DBSCAN</a:t>
            </a:r>
            <a:r>
              <a:rPr lang="zh-CN" altLang="en-US" sz="2400" dirty="0" smtClean="0">
                <a:ea typeface="宋体" pitchFamily="2" charset="-122"/>
              </a:rPr>
              <a:t>的扩展。</a:t>
            </a:r>
            <a:endParaRPr lang="en-US" altLang="zh-CN" sz="2400" dirty="0" smtClean="0">
              <a:ea typeface="宋体" pitchFamily="2" charset="-122"/>
            </a:endParaRPr>
          </a:p>
          <a:p>
            <a:pPr eaLnBrk="1" hangingPunct="1">
              <a:lnSpc>
                <a:spcPct val="150000"/>
              </a:lnSpc>
            </a:pPr>
            <a:endParaRPr lang="en-US" altLang="zh-CN" sz="2400" dirty="0" smtClean="0">
              <a:ea typeface="宋体" pitchFamily="2" charset="-122"/>
            </a:endParaRPr>
          </a:p>
        </p:txBody>
      </p:sp>
    </p:spTree>
  </p:cSld>
  <p:clrMapOvr>
    <a:masterClrMapping/>
  </p:clrMapOvr>
  <p:transition spd="slow"/>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标题 1"/>
          <p:cNvSpPr>
            <a:spLocks noGrp="1"/>
          </p:cNvSpPr>
          <p:nvPr>
            <p:ph type="title"/>
          </p:nvPr>
        </p:nvSpPr>
        <p:spPr/>
        <p:txBody>
          <a:bodyPr/>
          <a:lstStyle/>
          <a:p>
            <a:pPr algn="ctr" eaLnBrk="1" hangingPunct="1"/>
            <a:r>
              <a:rPr lang="en-US" altLang="zh-CN" smtClean="0">
                <a:ea typeface="宋体" pitchFamily="2" charset="-122"/>
              </a:rPr>
              <a:t>DBSCAN</a:t>
            </a:r>
            <a:r>
              <a:rPr lang="zh-CN" altLang="en-US" smtClean="0">
                <a:ea typeface="宋体" pitchFamily="2" charset="-122"/>
              </a:rPr>
              <a:t>算法概述</a:t>
            </a:r>
          </a:p>
        </p:txBody>
      </p:sp>
      <p:sp>
        <p:nvSpPr>
          <p:cNvPr id="5" name="页脚占位符 4"/>
          <p:cNvSpPr>
            <a:spLocks noGrp="1"/>
          </p:cNvSpPr>
          <p:nvPr>
            <p:ph type="ftr" sz="quarter" idx="11"/>
          </p:nvPr>
        </p:nvSpPr>
        <p:spPr/>
        <p:txBody>
          <a:bodyPr/>
          <a:lstStyle/>
          <a:p>
            <a:pPr>
              <a:defRPr/>
            </a:pPr>
            <a:r>
              <a:rPr lang="en-US" altLang="zh-CN" dirty="0" smtClean="0"/>
              <a:t>DBSCAN</a:t>
            </a:r>
            <a:r>
              <a:rPr lang="zh-CN" altLang="en-US" dirty="0" smtClean="0"/>
              <a:t>算法</a:t>
            </a:r>
            <a:endParaRPr lang="en-US" altLang="zh-CN" dirty="0"/>
          </a:p>
        </p:txBody>
      </p:sp>
      <p:pic>
        <p:nvPicPr>
          <p:cNvPr id="6148" name="Picture 2"/>
          <p:cNvPicPr>
            <a:picLocks noChangeAspect="1" noChangeArrowheads="1"/>
          </p:cNvPicPr>
          <p:nvPr/>
        </p:nvPicPr>
        <p:blipFill>
          <a:blip r:embed="rId2"/>
          <a:srcRect/>
          <a:stretch>
            <a:fillRect/>
          </a:stretch>
        </p:blipFill>
        <p:spPr bwMode="auto">
          <a:xfrm>
            <a:off x="8255000" y="44450"/>
            <a:ext cx="854075" cy="863600"/>
          </a:xfrm>
          <a:prstGeom prst="rect">
            <a:avLst/>
          </a:prstGeom>
          <a:noFill/>
          <a:ln w="9525">
            <a:noFill/>
            <a:miter lim="800000"/>
            <a:headEnd/>
            <a:tailEnd/>
          </a:ln>
        </p:spPr>
      </p:pic>
      <p:sp>
        <p:nvSpPr>
          <p:cNvPr id="6149" name="内容占位符 2"/>
          <p:cNvSpPr>
            <a:spLocks noGrp="1"/>
          </p:cNvSpPr>
          <p:nvPr>
            <p:ph idx="1"/>
          </p:nvPr>
        </p:nvSpPr>
        <p:spPr>
          <a:xfrm>
            <a:off x="944563" y="2133600"/>
            <a:ext cx="7345362" cy="3816350"/>
          </a:xfrm>
        </p:spPr>
        <p:txBody>
          <a:bodyPr/>
          <a:lstStyle/>
          <a:p>
            <a:pPr eaLnBrk="1" hangingPunct="1">
              <a:lnSpc>
                <a:spcPct val="150000"/>
              </a:lnSpc>
            </a:pPr>
            <a:r>
              <a:rPr lang="en-US" altLang="zh-CN" sz="2400" dirty="0" smtClean="0">
                <a:ea typeface="宋体" pitchFamily="2" charset="-122"/>
              </a:rPr>
              <a:t>DBSCAN</a:t>
            </a:r>
            <a:r>
              <a:rPr lang="zh-CN" altLang="zh-CN" sz="2400" dirty="0" smtClean="0">
                <a:ea typeface="宋体" pitchFamily="2" charset="-122"/>
              </a:rPr>
              <a:t>将簇定义为密度相连的点的最大集合</a:t>
            </a:r>
            <a:r>
              <a:rPr lang="zh-CN" altLang="en-US" sz="2400" dirty="0" smtClean="0">
                <a:ea typeface="宋体" pitchFamily="2" charset="-122"/>
              </a:rPr>
              <a:t>。</a:t>
            </a:r>
            <a:endParaRPr lang="en-US" altLang="zh-CN" sz="2400" dirty="0" smtClean="0">
              <a:ea typeface="宋体" pitchFamily="2" charset="-122"/>
            </a:endParaRPr>
          </a:p>
          <a:p>
            <a:pPr eaLnBrk="1" hangingPunct="1">
              <a:lnSpc>
                <a:spcPct val="150000"/>
              </a:lnSpc>
            </a:pPr>
            <a:r>
              <a:rPr lang="en-US" altLang="zh-CN" sz="2400" dirty="0" smtClean="0">
                <a:ea typeface="宋体" pitchFamily="2" charset="-122"/>
              </a:rPr>
              <a:t>DBSCAN</a:t>
            </a:r>
            <a:r>
              <a:rPr lang="zh-CN" altLang="zh-CN" sz="2400" dirty="0" smtClean="0">
                <a:ea typeface="宋体" pitchFamily="2" charset="-122"/>
              </a:rPr>
              <a:t>能够把具有足够高密度的区域划分为簇，并</a:t>
            </a:r>
            <a:r>
              <a:rPr lang="zh-CN" altLang="en-US" sz="2400" dirty="0" smtClean="0">
                <a:ea typeface="宋体" pitchFamily="2" charset="-122"/>
              </a:rPr>
              <a:t>且</a:t>
            </a:r>
            <a:r>
              <a:rPr lang="zh-CN" altLang="zh-CN" sz="2400" dirty="0" smtClean="0">
                <a:ea typeface="宋体" pitchFamily="2" charset="-122"/>
              </a:rPr>
              <a:t>可在</a:t>
            </a:r>
            <a:r>
              <a:rPr lang="zh-CN" altLang="en-US" sz="2400" dirty="0" smtClean="0">
                <a:ea typeface="宋体" pitchFamily="2" charset="-122"/>
              </a:rPr>
              <a:t>具有</a:t>
            </a:r>
            <a:r>
              <a:rPr lang="zh-CN" altLang="zh-CN" sz="2400" dirty="0" smtClean="0">
                <a:ea typeface="宋体" pitchFamily="2" charset="-122"/>
              </a:rPr>
              <a:t>噪声的</a:t>
            </a:r>
            <a:r>
              <a:rPr lang="zh-CN" altLang="en-US" sz="2400" dirty="0" smtClean="0">
                <a:ea typeface="宋体" pitchFamily="2" charset="-122"/>
              </a:rPr>
              <a:t>空间数据库</a:t>
            </a:r>
            <a:r>
              <a:rPr lang="zh-CN" altLang="zh-CN" sz="2400" dirty="0" smtClean="0">
                <a:ea typeface="宋体" pitchFamily="2" charset="-122"/>
              </a:rPr>
              <a:t>中发现任意形状的聚类。</a:t>
            </a:r>
          </a:p>
        </p:txBody>
      </p:sp>
    </p:spTree>
  </p:cSld>
  <p:clrMapOvr>
    <a:masterClrMapping/>
  </p:clrMapOvr>
  <p:transition spd="slow"/>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标题 1"/>
          <p:cNvSpPr>
            <a:spLocks noGrp="1"/>
          </p:cNvSpPr>
          <p:nvPr>
            <p:ph type="title"/>
          </p:nvPr>
        </p:nvSpPr>
        <p:spPr/>
        <p:txBody>
          <a:bodyPr/>
          <a:lstStyle/>
          <a:p>
            <a:pPr algn="ctr"/>
            <a:r>
              <a:rPr lang="en-US" altLang="zh-CN" smtClean="0">
                <a:latin typeface="黑体" pitchFamily="49" charset="-122"/>
                <a:ea typeface="黑体" pitchFamily="49" charset="-122"/>
              </a:rPr>
              <a:t>DBSCAN</a:t>
            </a:r>
            <a:r>
              <a:rPr lang="zh-CN" altLang="en-US" smtClean="0">
                <a:latin typeface="黑体" pitchFamily="49" charset="-122"/>
                <a:ea typeface="黑体" pitchFamily="49" charset="-122"/>
              </a:rPr>
              <a:t>算法涉及的基本定义</a:t>
            </a:r>
            <a:endParaRPr lang="en-US" altLang="zh-CN" smtClean="0">
              <a:latin typeface="黑体" pitchFamily="49" charset="-122"/>
              <a:ea typeface="黑体" pitchFamily="49" charset="-122"/>
            </a:endParaRPr>
          </a:p>
        </p:txBody>
      </p:sp>
      <p:sp>
        <p:nvSpPr>
          <p:cNvPr id="5" name="页脚占位符 4"/>
          <p:cNvSpPr>
            <a:spLocks noGrp="1"/>
          </p:cNvSpPr>
          <p:nvPr>
            <p:ph type="ftr" sz="quarter" idx="11"/>
          </p:nvPr>
        </p:nvSpPr>
        <p:spPr/>
        <p:txBody>
          <a:bodyPr/>
          <a:lstStyle/>
          <a:p>
            <a:pPr>
              <a:defRPr/>
            </a:pPr>
            <a:r>
              <a:rPr lang="en-US" altLang="zh-CN" dirty="0" smtClean="0"/>
              <a:t>DBSCAN</a:t>
            </a:r>
            <a:r>
              <a:rPr lang="zh-CN" altLang="en-US" dirty="0" smtClean="0"/>
              <a:t>算法</a:t>
            </a:r>
            <a:endParaRPr lang="en-US" altLang="zh-CN" dirty="0"/>
          </a:p>
        </p:txBody>
      </p:sp>
      <p:pic>
        <p:nvPicPr>
          <p:cNvPr id="7172" name="Picture 2"/>
          <p:cNvPicPr>
            <a:picLocks noChangeAspect="1" noChangeArrowheads="1"/>
          </p:cNvPicPr>
          <p:nvPr/>
        </p:nvPicPr>
        <p:blipFill>
          <a:blip r:embed="rId2"/>
          <a:srcRect/>
          <a:stretch>
            <a:fillRect/>
          </a:stretch>
        </p:blipFill>
        <p:spPr bwMode="auto">
          <a:xfrm>
            <a:off x="8255000" y="44450"/>
            <a:ext cx="854075" cy="863600"/>
          </a:xfrm>
          <a:prstGeom prst="rect">
            <a:avLst/>
          </a:prstGeom>
          <a:noFill/>
          <a:ln w="9525">
            <a:noFill/>
            <a:miter lim="800000"/>
            <a:headEnd/>
            <a:tailEnd/>
          </a:ln>
        </p:spPr>
      </p:pic>
      <p:sp>
        <p:nvSpPr>
          <p:cNvPr id="8197" name="内容占位符 2"/>
          <p:cNvSpPr>
            <a:spLocks noGrp="1" noRot="1" noChangeAspect="1" noMove="1" noResize="1" noEditPoints="1" noAdjustHandles="1" noChangeArrowheads="1" noChangeShapeType="1" noTextEdit="1"/>
          </p:cNvSpPr>
          <p:nvPr>
            <p:ph idx="1"/>
          </p:nvPr>
        </p:nvSpPr>
        <p:spPr>
          <a:xfrm>
            <a:off x="539750" y="1341438"/>
            <a:ext cx="7920038" cy="4967882"/>
          </a:xfrm>
          <a:blipFill rotWithShape="1">
            <a:blip r:embed="rId3"/>
            <a:stretch>
              <a:fillRect l="-1232"/>
            </a:stretch>
          </a:blipFill>
          <a:extLst>
            <a:ext uri="{91240B29-F687-4F45-9708-019B960494DF}">
              <a14:hiddenLine xmlns:a14="http://schemas.microsoft.com/office/drawing/2010/main" xmlns="" w="9525">
                <a:solidFill>
                  <a:srgbClr val="000000"/>
                </a:solidFill>
                <a:miter lim="800000"/>
                <a:headEnd/>
                <a:tailEnd/>
              </a14:hiddenLine>
            </a:ext>
          </a:extLst>
        </p:spPr>
        <p:txBody>
          <a:bodyPr/>
          <a:lstStyle/>
          <a:p>
            <a:pPr>
              <a:defRPr/>
            </a:pPr>
            <a:r>
              <a:rPr lang="zh-CN" altLang="en-US">
                <a:noFill/>
              </a:rPr>
              <a:t> </a:t>
            </a:r>
          </a:p>
        </p:txBody>
      </p:sp>
    </p:spTree>
  </p:cSld>
  <p:clrMapOvr>
    <a:masterClrMapping/>
  </p:clrMapOvr>
  <p:transition spd="slow"/>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3"/>
          <p:cNvSpPr>
            <a:spLocks noGrp="1"/>
          </p:cNvSpPr>
          <p:nvPr>
            <p:ph type="dt" sz="quarter" idx="10"/>
          </p:nvPr>
        </p:nvSpPr>
        <p:spPr>
          <a:xfrm rot="10800000" flipV="1">
            <a:off x="6875463" y="1844675"/>
            <a:ext cx="666750" cy="247650"/>
          </a:xfrm>
        </p:spPr>
        <p:txBody>
          <a:bodyPr/>
          <a:lstStyle/>
          <a:p>
            <a:pPr>
              <a:defRPr/>
            </a:pPr>
            <a:r>
              <a:rPr lang="en-US" altLang="zh-CN" dirty="0" smtClean="0"/>
              <a:t>www.themegallery.com</a:t>
            </a:r>
            <a:endParaRPr lang="en-US" altLang="zh-CN" dirty="0"/>
          </a:p>
        </p:txBody>
      </p:sp>
      <p:sp>
        <p:nvSpPr>
          <p:cNvPr id="6" name="页脚占位符 4"/>
          <p:cNvSpPr>
            <a:spLocks noGrp="1"/>
          </p:cNvSpPr>
          <p:nvPr>
            <p:ph type="ftr" sz="quarter" idx="11"/>
          </p:nvPr>
        </p:nvSpPr>
        <p:spPr/>
        <p:txBody>
          <a:bodyPr/>
          <a:lstStyle/>
          <a:p>
            <a:pPr>
              <a:defRPr/>
            </a:pPr>
            <a:r>
              <a:rPr lang="en-US" altLang="zh-CN" dirty="0" smtClean="0"/>
              <a:t>DBSCAN</a:t>
            </a:r>
            <a:r>
              <a:rPr lang="zh-CN" altLang="en-US" dirty="0" smtClean="0"/>
              <a:t>算法</a:t>
            </a:r>
            <a:endParaRPr lang="en-US" altLang="zh-CN" dirty="0"/>
          </a:p>
        </p:txBody>
      </p:sp>
      <p:sp>
        <p:nvSpPr>
          <p:cNvPr id="8196" name="Rectangle 2"/>
          <p:cNvSpPr>
            <a:spLocks noGrp="1" noChangeArrowheads="1"/>
          </p:cNvSpPr>
          <p:nvPr>
            <p:ph type="title"/>
          </p:nvPr>
        </p:nvSpPr>
        <p:spPr/>
        <p:txBody>
          <a:bodyPr/>
          <a:lstStyle/>
          <a:p>
            <a:pPr algn="ctr" eaLnBrk="1" hangingPunct="1"/>
            <a:r>
              <a:rPr lang="en-US" altLang="zh-CN" smtClean="0">
                <a:latin typeface="黑体" pitchFamily="49" charset="-122"/>
                <a:ea typeface="黑体" pitchFamily="49" charset="-122"/>
              </a:rPr>
              <a:t>DBSCAN</a:t>
            </a:r>
            <a:r>
              <a:rPr lang="zh-CN" altLang="en-US" smtClean="0">
                <a:latin typeface="黑体" pitchFamily="49" charset="-122"/>
                <a:ea typeface="黑体" pitchFamily="49" charset="-122"/>
              </a:rPr>
              <a:t>算法涉及的基本定义</a:t>
            </a:r>
            <a:endParaRPr lang="en-US" altLang="zh-CN" smtClean="0">
              <a:latin typeface="黑体" pitchFamily="49" charset="-122"/>
              <a:ea typeface="黑体" pitchFamily="49" charset="-122"/>
            </a:endParaRPr>
          </a:p>
        </p:txBody>
      </p:sp>
      <p:sp>
        <p:nvSpPr>
          <p:cNvPr id="9221" name="Rectangle 3"/>
          <p:cNvSpPr>
            <a:spLocks noGrp="1" noRot="1" noChangeAspect="1" noMove="1" noResize="1" noEditPoints="1" noAdjustHandles="1" noChangeArrowheads="1" noChangeShapeType="1" noTextEdit="1"/>
          </p:cNvSpPr>
          <p:nvPr>
            <p:ph type="body" idx="1"/>
          </p:nvPr>
        </p:nvSpPr>
        <p:spPr>
          <a:xfrm>
            <a:off x="611561" y="4077072"/>
            <a:ext cx="8070476" cy="2168600"/>
          </a:xfrm>
          <a:blipFill rotWithShape="1">
            <a:blip r:embed="rId2"/>
            <a:stretch>
              <a:fillRect l="-1133" b="-23034"/>
            </a:stretch>
          </a:blipFill>
          <a:extLst>
            <a:ext uri="{91240B29-F687-4F45-9708-019B960494DF}">
              <a14:hiddenLine xmlns:a14="http://schemas.microsoft.com/office/drawing/2010/main" xmlns="" w="9525">
                <a:solidFill>
                  <a:srgbClr val="000000"/>
                </a:solidFill>
                <a:miter lim="800000"/>
                <a:headEnd/>
                <a:tailEnd/>
              </a14:hiddenLine>
            </a:ext>
          </a:extLst>
        </p:spPr>
        <p:txBody>
          <a:bodyPr/>
          <a:lstStyle/>
          <a:p>
            <a:pPr>
              <a:defRPr/>
            </a:pPr>
            <a:r>
              <a:rPr lang="zh-CN" altLang="en-US" dirty="0">
                <a:noFill/>
              </a:rPr>
              <a:t> </a:t>
            </a:r>
          </a:p>
        </p:txBody>
      </p:sp>
      <p:pic>
        <p:nvPicPr>
          <p:cNvPr id="8198" name="Picture 2"/>
          <p:cNvPicPr>
            <a:picLocks noChangeAspect="1" noChangeArrowheads="1"/>
          </p:cNvPicPr>
          <p:nvPr/>
        </p:nvPicPr>
        <p:blipFill>
          <a:blip r:embed="rId3"/>
          <a:srcRect/>
          <a:stretch>
            <a:fillRect/>
          </a:stretch>
        </p:blipFill>
        <p:spPr bwMode="auto">
          <a:xfrm>
            <a:off x="8255000" y="44450"/>
            <a:ext cx="854075" cy="863600"/>
          </a:xfrm>
          <a:prstGeom prst="rect">
            <a:avLst/>
          </a:prstGeom>
          <a:noFill/>
          <a:ln w="9525">
            <a:noFill/>
            <a:miter lim="800000"/>
            <a:headEnd/>
            <a:tailEnd/>
          </a:ln>
        </p:spPr>
      </p:pic>
      <p:pic>
        <p:nvPicPr>
          <p:cNvPr id="8199" name="图片 1"/>
          <p:cNvPicPr>
            <a:picLocks noChangeAspect="1"/>
          </p:cNvPicPr>
          <p:nvPr/>
        </p:nvPicPr>
        <p:blipFill>
          <a:blip r:embed="rId4"/>
          <a:srcRect/>
          <a:stretch>
            <a:fillRect/>
          </a:stretch>
        </p:blipFill>
        <p:spPr bwMode="auto">
          <a:xfrm>
            <a:off x="684213" y="1341438"/>
            <a:ext cx="5757862" cy="2617787"/>
          </a:xfrm>
          <a:prstGeom prst="rect">
            <a:avLst/>
          </a:prstGeom>
          <a:noFill/>
          <a:ln w="9525">
            <a:noFill/>
            <a:miter lim="800000"/>
            <a:headEnd/>
            <a:tailEnd/>
          </a:ln>
        </p:spPr>
      </p:pic>
      <p:grpSp>
        <p:nvGrpSpPr>
          <p:cNvPr id="8200" name="Group 21"/>
          <p:cNvGrpSpPr>
            <a:grpSpLocks/>
          </p:cNvGrpSpPr>
          <p:nvPr/>
        </p:nvGrpSpPr>
        <p:grpSpPr bwMode="auto">
          <a:xfrm>
            <a:off x="6637338" y="1295400"/>
            <a:ext cx="2182812" cy="2638425"/>
            <a:chOff x="3504" y="2112"/>
            <a:chExt cx="1440" cy="1680"/>
          </a:xfrm>
        </p:grpSpPr>
        <p:sp>
          <p:nvSpPr>
            <p:cNvPr id="8201" name="AutoShape 3"/>
            <p:cNvSpPr>
              <a:spLocks noChangeArrowheads="1"/>
            </p:cNvSpPr>
            <p:nvPr/>
          </p:nvSpPr>
          <p:spPr bwMode="auto">
            <a:xfrm>
              <a:off x="3504" y="2112"/>
              <a:ext cx="1440" cy="1680"/>
            </a:xfrm>
            <a:prstGeom prst="roundRect">
              <a:avLst>
                <a:gd name="adj" fmla="val 16667"/>
              </a:avLst>
            </a:prstGeom>
            <a:noFill/>
            <a:ln w="38100">
              <a:solidFill>
                <a:schemeClr val="accent1"/>
              </a:solidFill>
              <a:round/>
              <a:headEnd/>
              <a:tailEnd/>
            </a:ln>
          </p:spPr>
          <p:txBody>
            <a:bodyPr wrap="none" anchor="ctr"/>
            <a:lstStyle/>
            <a:p>
              <a:pPr eaLnBrk="0" hangingPunct="0"/>
              <a:endParaRPr lang="zh-CN" altLang="zh-CN">
                <a:latin typeface="Verdana" pitchFamily="34" charset="0"/>
              </a:endParaRPr>
            </a:p>
          </p:txBody>
        </p:sp>
        <p:sp>
          <p:nvSpPr>
            <p:cNvPr id="8202" name="Text Box 19"/>
            <p:cNvSpPr txBox="1">
              <a:spLocks noChangeArrowheads="1"/>
            </p:cNvSpPr>
            <p:nvPr/>
          </p:nvSpPr>
          <p:spPr bwMode="auto">
            <a:xfrm>
              <a:off x="3504" y="2265"/>
              <a:ext cx="1440" cy="1382"/>
            </a:xfrm>
            <a:prstGeom prst="rect">
              <a:avLst/>
            </a:prstGeom>
            <a:noFill/>
            <a:ln w="9525">
              <a:noFill/>
              <a:miter lim="800000"/>
              <a:headEnd/>
              <a:tailEnd/>
            </a:ln>
          </p:spPr>
          <p:txBody>
            <a:bodyPr>
              <a:spAutoFit/>
            </a:bodyPr>
            <a:lstStyle/>
            <a:p>
              <a:pPr eaLnBrk="0" hangingPunct="0">
                <a:lnSpc>
                  <a:spcPct val="150000"/>
                </a:lnSpc>
              </a:pPr>
              <a:r>
                <a:rPr lang="zh-CN" altLang="en-US" b="1" dirty="0">
                  <a:solidFill>
                    <a:srgbClr val="FF0000"/>
                  </a:solidFill>
                  <a:latin typeface="楷体_GB2312"/>
                  <a:ea typeface="楷体_GB2312"/>
                  <a:cs typeface="楷体_GB2312"/>
                </a:rPr>
                <a:t>注意：</a:t>
              </a:r>
              <a:endParaRPr lang="en-US" altLang="zh-CN" b="1" dirty="0">
                <a:solidFill>
                  <a:srgbClr val="FF0000"/>
                </a:solidFill>
                <a:latin typeface="楷体_GB2312"/>
                <a:ea typeface="楷体_GB2312"/>
                <a:cs typeface="楷体_GB2312"/>
              </a:endParaRPr>
            </a:p>
            <a:p>
              <a:pPr eaLnBrk="0" hangingPunct="0">
                <a:lnSpc>
                  <a:spcPct val="150000"/>
                </a:lnSpc>
              </a:pPr>
              <a:r>
                <a:rPr lang="zh-CN" altLang="en-US" b="1" dirty="0">
                  <a:solidFill>
                    <a:srgbClr val="000000"/>
                  </a:solidFill>
                  <a:latin typeface="楷体_GB2312"/>
                  <a:ea typeface="楷体_GB2312"/>
                  <a:cs typeface="楷体_GB2312"/>
                </a:rPr>
                <a:t>密度可达是非对称的。</a:t>
              </a:r>
              <a:endParaRPr lang="en-US" altLang="zh-CN" b="1" dirty="0">
                <a:solidFill>
                  <a:srgbClr val="000000"/>
                </a:solidFill>
                <a:latin typeface="楷体_GB2312"/>
                <a:ea typeface="楷体_GB2312"/>
                <a:cs typeface="楷体_GB2312"/>
              </a:endParaRPr>
            </a:p>
            <a:p>
              <a:pPr eaLnBrk="0" hangingPunct="0">
                <a:lnSpc>
                  <a:spcPct val="150000"/>
                </a:lnSpc>
              </a:pPr>
              <a:r>
                <a:rPr lang="zh-CN" altLang="en-US" b="1" dirty="0">
                  <a:solidFill>
                    <a:srgbClr val="000000"/>
                  </a:solidFill>
                  <a:latin typeface="楷体_GB2312"/>
                  <a:ea typeface="楷体_GB2312"/>
                  <a:cs typeface="楷体_GB2312"/>
                </a:rPr>
                <a:t>只有核心对象之间相互密度可达。</a:t>
              </a:r>
              <a:endParaRPr lang="en-US" altLang="zh-CN" b="1" dirty="0">
                <a:solidFill>
                  <a:srgbClr val="000000"/>
                </a:solidFill>
                <a:latin typeface="楷体_GB2312"/>
                <a:ea typeface="楷体_GB2312"/>
                <a:cs typeface="楷体_GB2312"/>
              </a:endParaRPr>
            </a:p>
          </p:txBody>
        </p:sp>
      </p:grpSp>
    </p:spTree>
  </p:cSld>
  <p:clrMapOvr>
    <a:masterClrMapping/>
  </p:clrMapOvr>
  <p:transition spd="slow"/>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3"/>
          <p:cNvSpPr>
            <a:spLocks noGrp="1"/>
          </p:cNvSpPr>
          <p:nvPr>
            <p:ph type="dt" sz="quarter" idx="10"/>
          </p:nvPr>
        </p:nvSpPr>
        <p:spPr>
          <a:xfrm rot="10800000" flipV="1">
            <a:off x="6875463" y="1844675"/>
            <a:ext cx="666750" cy="247650"/>
          </a:xfrm>
        </p:spPr>
        <p:txBody>
          <a:bodyPr/>
          <a:lstStyle/>
          <a:p>
            <a:pPr>
              <a:defRPr/>
            </a:pPr>
            <a:r>
              <a:rPr lang="en-US" altLang="zh-CN" dirty="0" smtClean="0"/>
              <a:t>www.themegallery.com</a:t>
            </a:r>
            <a:endParaRPr lang="en-US" altLang="zh-CN" dirty="0"/>
          </a:p>
        </p:txBody>
      </p:sp>
      <p:sp>
        <p:nvSpPr>
          <p:cNvPr id="6" name="页脚占位符 4"/>
          <p:cNvSpPr>
            <a:spLocks noGrp="1"/>
          </p:cNvSpPr>
          <p:nvPr>
            <p:ph type="ftr" sz="quarter" idx="11"/>
          </p:nvPr>
        </p:nvSpPr>
        <p:spPr/>
        <p:txBody>
          <a:bodyPr/>
          <a:lstStyle/>
          <a:p>
            <a:pPr>
              <a:defRPr/>
            </a:pPr>
            <a:r>
              <a:rPr lang="en-US" altLang="zh-CN" dirty="0" smtClean="0"/>
              <a:t>DBSCAN</a:t>
            </a:r>
            <a:r>
              <a:rPr lang="zh-CN" altLang="en-US" dirty="0" smtClean="0"/>
              <a:t>算法</a:t>
            </a:r>
            <a:endParaRPr lang="en-US" altLang="zh-CN" dirty="0"/>
          </a:p>
        </p:txBody>
      </p:sp>
      <p:sp>
        <p:nvSpPr>
          <p:cNvPr id="9220" name="Rectangle 2"/>
          <p:cNvSpPr>
            <a:spLocks noGrp="1" noChangeArrowheads="1"/>
          </p:cNvSpPr>
          <p:nvPr>
            <p:ph type="title"/>
          </p:nvPr>
        </p:nvSpPr>
        <p:spPr/>
        <p:txBody>
          <a:bodyPr/>
          <a:lstStyle/>
          <a:p>
            <a:pPr algn="ctr" eaLnBrk="1" hangingPunct="1"/>
            <a:r>
              <a:rPr lang="en-US" altLang="zh-CN" smtClean="0">
                <a:latin typeface="黑体" pitchFamily="49" charset="-122"/>
                <a:ea typeface="黑体" pitchFamily="49" charset="-122"/>
              </a:rPr>
              <a:t>DBSCAN</a:t>
            </a:r>
            <a:r>
              <a:rPr lang="zh-CN" altLang="en-US" smtClean="0">
                <a:latin typeface="黑体" pitchFamily="49" charset="-122"/>
                <a:ea typeface="黑体" pitchFamily="49" charset="-122"/>
              </a:rPr>
              <a:t>算法涉及的基本定义</a:t>
            </a:r>
            <a:endParaRPr lang="en-US" altLang="zh-CN" smtClean="0">
              <a:latin typeface="黑体" pitchFamily="49" charset="-122"/>
              <a:ea typeface="黑体" pitchFamily="49" charset="-122"/>
            </a:endParaRPr>
          </a:p>
        </p:txBody>
      </p:sp>
      <p:sp>
        <p:nvSpPr>
          <p:cNvPr id="9221" name="Rectangle 3"/>
          <p:cNvSpPr>
            <a:spLocks noGrp="1" noRot="1" noChangeAspect="1" noMove="1" noResize="1" noEditPoints="1" noAdjustHandles="1" noChangeArrowheads="1" noChangeShapeType="1" noTextEdit="1"/>
          </p:cNvSpPr>
          <p:nvPr>
            <p:ph type="body" idx="1"/>
          </p:nvPr>
        </p:nvSpPr>
        <p:spPr>
          <a:xfrm>
            <a:off x="818716" y="4437112"/>
            <a:ext cx="7647806" cy="1872208"/>
          </a:xfrm>
          <a:blipFill rotWithShape="1">
            <a:blip r:embed="rId2"/>
            <a:stretch>
              <a:fillRect l="-1195" r="-1116" b="-11726"/>
            </a:stretch>
          </a:blipFill>
          <a:extLst>
            <a:ext uri="{91240B29-F687-4F45-9708-019B960494DF}">
              <a14:hiddenLine xmlns:a14="http://schemas.microsoft.com/office/drawing/2010/main" xmlns="" w="9525">
                <a:solidFill>
                  <a:srgbClr val="000000"/>
                </a:solidFill>
                <a:miter lim="800000"/>
                <a:headEnd/>
                <a:tailEnd/>
              </a14:hiddenLine>
            </a:ext>
          </a:extLst>
        </p:spPr>
        <p:txBody>
          <a:bodyPr/>
          <a:lstStyle/>
          <a:p>
            <a:pPr>
              <a:defRPr/>
            </a:pPr>
            <a:r>
              <a:rPr lang="zh-CN" altLang="en-US">
                <a:noFill/>
              </a:rPr>
              <a:t> </a:t>
            </a:r>
          </a:p>
        </p:txBody>
      </p:sp>
      <p:pic>
        <p:nvPicPr>
          <p:cNvPr id="9222" name="Picture 2"/>
          <p:cNvPicPr>
            <a:picLocks noChangeAspect="1" noChangeArrowheads="1"/>
          </p:cNvPicPr>
          <p:nvPr/>
        </p:nvPicPr>
        <p:blipFill>
          <a:blip r:embed="rId3"/>
          <a:srcRect/>
          <a:stretch>
            <a:fillRect/>
          </a:stretch>
        </p:blipFill>
        <p:spPr bwMode="auto">
          <a:xfrm>
            <a:off x="8255000" y="44450"/>
            <a:ext cx="854075" cy="863600"/>
          </a:xfrm>
          <a:prstGeom prst="rect">
            <a:avLst/>
          </a:prstGeom>
          <a:noFill/>
          <a:ln w="9525">
            <a:noFill/>
            <a:miter lim="800000"/>
            <a:headEnd/>
            <a:tailEnd/>
          </a:ln>
        </p:spPr>
      </p:pic>
      <p:pic>
        <p:nvPicPr>
          <p:cNvPr id="9223" name="图片 1"/>
          <p:cNvPicPr>
            <a:picLocks noChangeAspect="1"/>
          </p:cNvPicPr>
          <p:nvPr/>
        </p:nvPicPr>
        <p:blipFill>
          <a:blip r:embed="rId4"/>
          <a:srcRect/>
          <a:stretch>
            <a:fillRect/>
          </a:stretch>
        </p:blipFill>
        <p:spPr bwMode="auto">
          <a:xfrm>
            <a:off x="3062288" y="1458913"/>
            <a:ext cx="5757862" cy="2617787"/>
          </a:xfrm>
          <a:prstGeom prst="rect">
            <a:avLst/>
          </a:prstGeom>
          <a:noFill/>
          <a:ln w="9525">
            <a:noFill/>
            <a:miter lim="800000"/>
            <a:headEnd/>
            <a:tailEnd/>
          </a:ln>
        </p:spPr>
      </p:pic>
      <p:sp>
        <p:nvSpPr>
          <p:cNvPr id="9224" name="AutoShape 3"/>
          <p:cNvSpPr>
            <a:spLocks noChangeArrowheads="1"/>
          </p:cNvSpPr>
          <p:nvPr/>
        </p:nvSpPr>
        <p:spPr bwMode="auto">
          <a:xfrm>
            <a:off x="444500" y="1458913"/>
            <a:ext cx="2182813" cy="2636837"/>
          </a:xfrm>
          <a:prstGeom prst="roundRect">
            <a:avLst>
              <a:gd name="adj" fmla="val 16667"/>
            </a:avLst>
          </a:prstGeom>
          <a:noFill/>
          <a:ln w="38100">
            <a:solidFill>
              <a:schemeClr val="accent1"/>
            </a:solidFill>
            <a:round/>
            <a:headEnd/>
            <a:tailEnd/>
          </a:ln>
        </p:spPr>
        <p:txBody>
          <a:bodyPr wrap="none" anchor="ctr"/>
          <a:lstStyle/>
          <a:p>
            <a:pPr eaLnBrk="0" hangingPunct="0"/>
            <a:endParaRPr lang="zh-CN" altLang="zh-CN">
              <a:latin typeface="Verdana" pitchFamily="34" charset="0"/>
            </a:endParaRPr>
          </a:p>
        </p:txBody>
      </p:sp>
      <p:sp>
        <p:nvSpPr>
          <p:cNvPr id="9225" name="Text Box 19"/>
          <p:cNvSpPr txBox="1">
            <a:spLocks noChangeArrowheads="1"/>
          </p:cNvSpPr>
          <p:nvPr/>
        </p:nvSpPr>
        <p:spPr bwMode="auto">
          <a:xfrm>
            <a:off x="552450" y="2133600"/>
            <a:ext cx="1966913" cy="1338263"/>
          </a:xfrm>
          <a:prstGeom prst="rect">
            <a:avLst/>
          </a:prstGeom>
          <a:noFill/>
          <a:ln w="9525">
            <a:noFill/>
            <a:miter lim="800000"/>
            <a:headEnd/>
            <a:tailEnd/>
          </a:ln>
        </p:spPr>
        <p:txBody>
          <a:bodyPr>
            <a:spAutoFit/>
          </a:bodyPr>
          <a:lstStyle/>
          <a:p>
            <a:pPr eaLnBrk="0" hangingPunct="0">
              <a:lnSpc>
                <a:spcPct val="150000"/>
              </a:lnSpc>
            </a:pPr>
            <a:r>
              <a:rPr lang="zh-CN" altLang="en-US" b="1">
                <a:solidFill>
                  <a:srgbClr val="FF0000"/>
                </a:solidFill>
                <a:latin typeface="楷体_GB2312"/>
                <a:ea typeface="楷体_GB2312"/>
                <a:cs typeface="楷体_GB2312"/>
              </a:rPr>
              <a:t>注意：</a:t>
            </a:r>
            <a:endParaRPr lang="en-US" altLang="zh-CN" b="1">
              <a:solidFill>
                <a:srgbClr val="FF0000"/>
              </a:solidFill>
              <a:latin typeface="楷体_GB2312"/>
              <a:ea typeface="楷体_GB2312"/>
              <a:cs typeface="楷体_GB2312"/>
            </a:endParaRPr>
          </a:p>
          <a:p>
            <a:pPr eaLnBrk="0" hangingPunct="0">
              <a:lnSpc>
                <a:spcPct val="150000"/>
              </a:lnSpc>
            </a:pPr>
            <a:r>
              <a:rPr lang="zh-CN" altLang="en-US" b="1">
                <a:solidFill>
                  <a:srgbClr val="000000"/>
                </a:solidFill>
                <a:latin typeface="楷体_GB2312"/>
                <a:ea typeface="楷体_GB2312"/>
                <a:cs typeface="楷体_GB2312"/>
              </a:rPr>
              <a:t>密度相连是对称关系。</a:t>
            </a:r>
            <a:endParaRPr lang="en-US" altLang="zh-CN" b="1">
              <a:solidFill>
                <a:srgbClr val="000000"/>
              </a:solidFill>
              <a:latin typeface="楷体_GB2312"/>
              <a:ea typeface="楷体_GB2312"/>
              <a:cs typeface="楷体_GB2312"/>
            </a:endParaRPr>
          </a:p>
        </p:txBody>
      </p:sp>
    </p:spTree>
  </p:cSld>
  <p:clrMapOvr>
    <a:masterClrMapping/>
  </p:clrMapOvr>
  <p:transition spd="slow"/>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标题 1"/>
          <p:cNvSpPr>
            <a:spLocks noGrp="1"/>
          </p:cNvSpPr>
          <p:nvPr>
            <p:ph type="title"/>
          </p:nvPr>
        </p:nvSpPr>
        <p:spPr/>
        <p:txBody>
          <a:bodyPr/>
          <a:lstStyle/>
          <a:p>
            <a:pPr algn="ctr" eaLnBrk="1" hangingPunct="1"/>
            <a:r>
              <a:rPr lang="en-US" altLang="zh-CN" smtClean="0">
                <a:ea typeface="宋体" pitchFamily="2" charset="-122"/>
              </a:rPr>
              <a:t>DBSCAN</a:t>
            </a:r>
            <a:r>
              <a:rPr lang="zh-CN" altLang="en-US" smtClean="0">
                <a:ea typeface="宋体" pitchFamily="2" charset="-122"/>
              </a:rPr>
              <a:t>算法原理</a:t>
            </a:r>
          </a:p>
        </p:txBody>
      </p:sp>
      <p:sp>
        <p:nvSpPr>
          <p:cNvPr id="5" name="页脚占位符 4"/>
          <p:cNvSpPr>
            <a:spLocks noGrp="1"/>
          </p:cNvSpPr>
          <p:nvPr>
            <p:ph type="ftr" sz="quarter" idx="11"/>
          </p:nvPr>
        </p:nvSpPr>
        <p:spPr/>
        <p:txBody>
          <a:bodyPr/>
          <a:lstStyle/>
          <a:p>
            <a:pPr>
              <a:defRPr/>
            </a:pPr>
            <a:r>
              <a:rPr lang="en-US" altLang="zh-CN" dirty="0" smtClean="0"/>
              <a:t>DBSCAN</a:t>
            </a:r>
            <a:r>
              <a:rPr lang="zh-CN" altLang="en-US" dirty="0" smtClean="0"/>
              <a:t>算法</a:t>
            </a:r>
            <a:endParaRPr lang="en-US" altLang="zh-CN" dirty="0"/>
          </a:p>
        </p:txBody>
      </p:sp>
      <p:pic>
        <p:nvPicPr>
          <p:cNvPr id="10244" name="Picture 2"/>
          <p:cNvPicPr>
            <a:picLocks noChangeAspect="1" noChangeArrowheads="1"/>
          </p:cNvPicPr>
          <p:nvPr/>
        </p:nvPicPr>
        <p:blipFill>
          <a:blip r:embed="rId2"/>
          <a:srcRect/>
          <a:stretch>
            <a:fillRect/>
          </a:stretch>
        </p:blipFill>
        <p:spPr bwMode="auto">
          <a:xfrm>
            <a:off x="8255000" y="44450"/>
            <a:ext cx="854075" cy="863600"/>
          </a:xfrm>
          <a:prstGeom prst="rect">
            <a:avLst/>
          </a:prstGeom>
          <a:noFill/>
          <a:ln w="9525">
            <a:noFill/>
            <a:miter lim="800000"/>
            <a:headEnd/>
            <a:tailEnd/>
          </a:ln>
        </p:spPr>
      </p:pic>
      <p:sp>
        <p:nvSpPr>
          <p:cNvPr id="10245" name="内容占位符 2"/>
          <p:cNvSpPr>
            <a:spLocks noGrp="1"/>
          </p:cNvSpPr>
          <p:nvPr>
            <p:ph idx="1"/>
          </p:nvPr>
        </p:nvSpPr>
        <p:spPr>
          <a:xfrm>
            <a:off x="531813" y="1412875"/>
            <a:ext cx="8288337" cy="4911725"/>
          </a:xfrm>
        </p:spPr>
        <p:txBody>
          <a:bodyPr/>
          <a:lstStyle/>
          <a:p>
            <a:r>
              <a:rPr lang="en-US" altLang="zh-CN" dirty="0" smtClean="0">
                <a:solidFill>
                  <a:srgbClr val="11345A"/>
                </a:solidFill>
                <a:latin typeface="Arial" pitchFamily="34" charset="0"/>
                <a:ea typeface="宋体" pitchFamily="2" charset="-122"/>
              </a:rPr>
              <a:t>DBSCAN</a:t>
            </a:r>
            <a:r>
              <a:rPr lang="zh-CN" altLang="en-US" dirty="0" smtClean="0">
                <a:solidFill>
                  <a:srgbClr val="11345A"/>
                </a:solidFill>
                <a:latin typeface="Arial" pitchFamily="34" charset="0"/>
                <a:ea typeface="宋体" pitchFamily="2" charset="-122"/>
              </a:rPr>
              <a:t>算法</a:t>
            </a:r>
            <a:r>
              <a:rPr lang="en-US" altLang="zh-CN" dirty="0" smtClean="0">
                <a:solidFill>
                  <a:srgbClr val="11345A"/>
                </a:solidFill>
                <a:latin typeface="Arial" pitchFamily="34" charset="0"/>
                <a:ea typeface="宋体" pitchFamily="2" charset="-122"/>
              </a:rPr>
              <a:t>——</a:t>
            </a:r>
            <a:r>
              <a:rPr lang="zh-CN" altLang="en-US" dirty="0" smtClean="0">
                <a:solidFill>
                  <a:srgbClr val="11345A"/>
                </a:solidFill>
                <a:latin typeface="Arial" pitchFamily="34" charset="0"/>
                <a:ea typeface="宋体" pitchFamily="2" charset="-122"/>
              </a:rPr>
              <a:t>聚类过程</a:t>
            </a:r>
            <a:endParaRPr lang="en-US" altLang="zh-CN" dirty="0" smtClean="0">
              <a:solidFill>
                <a:srgbClr val="11345A"/>
              </a:solidFill>
              <a:latin typeface="Arial" pitchFamily="34" charset="0"/>
              <a:ea typeface="宋体" pitchFamily="2" charset="-122"/>
            </a:endParaRPr>
          </a:p>
          <a:p>
            <a:pPr lvl="1"/>
            <a:r>
              <a:rPr lang="zh-CN" altLang="en-US" dirty="0" smtClean="0">
                <a:solidFill>
                  <a:srgbClr val="11345A"/>
                </a:solidFill>
                <a:ea typeface="宋体" pitchFamily="2" charset="-122"/>
              </a:rPr>
              <a:t>基于密度的簇是基于密度可达性的密度相连的点的最大集合</a:t>
            </a:r>
            <a:endParaRPr lang="en-US" altLang="zh-CN" dirty="0" smtClean="0">
              <a:solidFill>
                <a:srgbClr val="11345A"/>
              </a:solidFill>
              <a:ea typeface="宋体" pitchFamily="2" charset="-122"/>
            </a:endParaRPr>
          </a:p>
          <a:p>
            <a:pPr lvl="1"/>
            <a:r>
              <a:rPr lang="zh-CN" altLang="en-US" dirty="0" smtClean="0">
                <a:solidFill>
                  <a:srgbClr val="11345A"/>
                </a:solidFill>
                <a:ea typeface="宋体" pitchFamily="2" charset="-122"/>
              </a:rPr>
              <a:t>聚类过程</a:t>
            </a:r>
            <a:endParaRPr lang="en-US" altLang="zh-CN" dirty="0" smtClean="0">
              <a:solidFill>
                <a:srgbClr val="11345A"/>
              </a:solidFill>
              <a:ea typeface="宋体" pitchFamily="2" charset="-122"/>
            </a:endParaRPr>
          </a:p>
          <a:p>
            <a:pPr lvl="1">
              <a:buFont typeface="Wingdings" pitchFamily="2" charset="2"/>
              <a:buNone/>
            </a:pPr>
            <a:r>
              <a:rPr lang="en-US" altLang="zh-CN" dirty="0" smtClean="0">
                <a:solidFill>
                  <a:srgbClr val="11345A"/>
                </a:solidFill>
                <a:ea typeface="宋体" pitchFamily="2" charset="-122"/>
              </a:rPr>
              <a:t>   </a:t>
            </a:r>
            <a:r>
              <a:rPr lang="en-US" altLang="zh-CN" sz="2000" dirty="0" smtClean="0">
                <a:solidFill>
                  <a:srgbClr val="11345A"/>
                </a:solidFill>
                <a:latin typeface="Times New Roman" pitchFamily="18" charset="0"/>
                <a:ea typeface="宋体" pitchFamily="2" charset="-122"/>
                <a:cs typeface="Times New Roman" pitchFamily="18" charset="0"/>
              </a:rPr>
              <a:t>(1)</a:t>
            </a:r>
            <a:r>
              <a:rPr lang="zh-CN" altLang="en-US" sz="2000" dirty="0" smtClean="0">
                <a:solidFill>
                  <a:srgbClr val="11345A"/>
                </a:solidFill>
                <a:ea typeface="宋体" pitchFamily="2" charset="-122"/>
                <a:cs typeface="Times New Roman" pitchFamily="18" charset="0"/>
              </a:rPr>
              <a:t>任选一未处理过的点</a:t>
            </a:r>
            <a:r>
              <a:rPr lang="en-US" altLang="zh-CN" sz="2000" i="1" dirty="0" smtClean="0">
                <a:solidFill>
                  <a:srgbClr val="11345A"/>
                </a:solidFill>
                <a:latin typeface="Times New Roman" pitchFamily="18" charset="0"/>
                <a:ea typeface="宋体" pitchFamily="2" charset="-122"/>
              </a:rPr>
              <a:t>p</a:t>
            </a:r>
            <a:r>
              <a:rPr lang="zh-CN" altLang="en-US" sz="2000" dirty="0" smtClean="0">
                <a:solidFill>
                  <a:srgbClr val="11345A"/>
                </a:solidFill>
                <a:ea typeface="宋体" pitchFamily="2" charset="-122"/>
              </a:rPr>
              <a:t>为种子点；</a:t>
            </a:r>
            <a:endParaRPr lang="en-US" altLang="zh-CN" sz="2000" dirty="0" smtClean="0">
              <a:solidFill>
                <a:srgbClr val="11345A"/>
              </a:solidFill>
              <a:ea typeface="宋体" pitchFamily="2" charset="-122"/>
            </a:endParaRPr>
          </a:p>
          <a:p>
            <a:pPr lvl="1">
              <a:buFont typeface="Wingdings" pitchFamily="2" charset="2"/>
              <a:buNone/>
            </a:pPr>
            <a:r>
              <a:rPr lang="en-US" altLang="zh-CN" sz="2000" dirty="0" smtClean="0">
                <a:solidFill>
                  <a:srgbClr val="11345A"/>
                </a:solidFill>
                <a:ea typeface="宋体" pitchFamily="2" charset="-122"/>
              </a:rPr>
              <a:t>    </a:t>
            </a:r>
            <a:r>
              <a:rPr lang="en-US" altLang="zh-CN" sz="2000" dirty="0" smtClean="0">
                <a:solidFill>
                  <a:srgbClr val="11345A"/>
                </a:solidFill>
                <a:latin typeface="Times New Roman" pitchFamily="18" charset="0"/>
                <a:ea typeface="宋体" pitchFamily="2" charset="-122"/>
              </a:rPr>
              <a:t>(2)</a:t>
            </a:r>
            <a:r>
              <a:rPr lang="zh-CN" altLang="en-US" sz="2000" dirty="0" smtClean="0">
                <a:solidFill>
                  <a:srgbClr val="11345A"/>
                </a:solidFill>
                <a:latin typeface="Times New Roman" pitchFamily="18" charset="0"/>
                <a:ea typeface="宋体" pitchFamily="2" charset="-122"/>
              </a:rPr>
              <a:t>如果</a:t>
            </a:r>
            <a:r>
              <a:rPr lang="en-US" altLang="zh-CN" sz="2000" i="1" dirty="0" smtClean="0">
                <a:solidFill>
                  <a:srgbClr val="11345A"/>
                </a:solidFill>
                <a:latin typeface="Times New Roman" pitchFamily="18" charset="0"/>
                <a:ea typeface="宋体" pitchFamily="2" charset="-122"/>
              </a:rPr>
              <a:t>p</a:t>
            </a:r>
            <a:r>
              <a:rPr lang="zh-CN" altLang="en-US" sz="2000" dirty="0" smtClean="0">
                <a:solidFill>
                  <a:srgbClr val="11345A"/>
                </a:solidFill>
                <a:latin typeface="Times New Roman" pitchFamily="18" charset="0"/>
                <a:ea typeface="宋体" pitchFamily="2" charset="-122"/>
              </a:rPr>
              <a:t>为核心对象，则</a:t>
            </a:r>
            <a:r>
              <a:rPr lang="zh-CN" altLang="en-US" sz="2000" dirty="0" smtClean="0">
                <a:solidFill>
                  <a:srgbClr val="11345A"/>
                </a:solidFill>
                <a:ea typeface="宋体" pitchFamily="2" charset="-122"/>
              </a:rPr>
              <a:t>查找点</a:t>
            </a:r>
            <a:r>
              <a:rPr lang="en-US" altLang="zh-CN" sz="2000" i="1" dirty="0" smtClean="0">
                <a:solidFill>
                  <a:srgbClr val="11345A"/>
                </a:solidFill>
                <a:latin typeface="Times New Roman" pitchFamily="18" charset="0"/>
                <a:ea typeface="宋体" pitchFamily="2" charset="-122"/>
              </a:rPr>
              <a:t>p</a:t>
            </a:r>
            <a:r>
              <a:rPr lang="zh-CN" altLang="en-US" sz="2000" dirty="0" smtClean="0">
                <a:solidFill>
                  <a:srgbClr val="11345A"/>
                </a:solidFill>
                <a:ea typeface="宋体" pitchFamily="2" charset="-122"/>
              </a:rPr>
              <a:t>直接密度可达的点，将其中未标  记的点标记簇标号，并且将未处理的其它核心点加入种子列表；否则，转到</a:t>
            </a:r>
            <a:r>
              <a:rPr lang="en-US" altLang="zh-CN" sz="2000" dirty="0" smtClean="0">
                <a:solidFill>
                  <a:srgbClr val="11345A"/>
                </a:solidFill>
                <a:latin typeface="Times New Roman" pitchFamily="18" charset="0"/>
                <a:ea typeface="宋体" pitchFamily="2" charset="-122"/>
              </a:rPr>
              <a:t>(1)</a:t>
            </a:r>
            <a:r>
              <a:rPr lang="zh-CN" altLang="en-US" sz="2000" dirty="0" smtClean="0">
                <a:solidFill>
                  <a:srgbClr val="11345A"/>
                </a:solidFill>
                <a:latin typeface="Times New Roman" pitchFamily="18" charset="0"/>
                <a:ea typeface="宋体" pitchFamily="2" charset="-122"/>
              </a:rPr>
              <a:t>；</a:t>
            </a:r>
            <a:endParaRPr lang="en-US" altLang="zh-CN" sz="2000" dirty="0" smtClean="0">
              <a:solidFill>
                <a:srgbClr val="11345A"/>
              </a:solidFill>
              <a:ea typeface="宋体" pitchFamily="2" charset="-122"/>
            </a:endParaRPr>
          </a:p>
          <a:p>
            <a:pPr lvl="1">
              <a:buFont typeface="Wingdings" pitchFamily="2" charset="2"/>
              <a:buNone/>
            </a:pPr>
            <a:r>
              <a:rPr lang="en-US" altLang="zh-CN" sz="2000" dirty="0" smtClean="0">
                <a:solidFill>
                  <a:srgbClr val="11345A"/>
                </a:solidFill>
                <a:ea typeface="宋体" pitchFamily="2" charset="-122"/>
              </a:rPr>
              <a:t>    </a:t>
            </a:r>
            <a:r>
              <a:rPr lang="en-US" altLang="zh-CN" sz="2000" dirty="0" smtClean="0">
                <a:solidFill>
                  <a:srgbClr val="11345A"/>
                </a:solidFill>
                <a:latin typeface="Times New Roman" pitchFamily="18" charset="0"/>
                <a:ea typeface="宋体" pitchFamily="2" charset="-122"/>
              </a:rPr>
              <a:t>(3)</a:t>
            </a:r>
            <a:r>
              <a:rPr lang="en-US" altLang="zh-CN" sz="2000" dirty="0" smtClean="0">
                <a:solidFill>
                  <a:srgbClr val="11345A"/>
                </a:solidFill>
                <a:ea typeface="宋体" pitchFamily="2" charset="-122"/>
              </a:rPr>
              <a:t> </a:t>
            </a:r>
            <a:r>
              <a:rPr lang="zh-CN" altLang="en-US" sz="2000" dirty="0" smtClean="0">
                <a:solidFill>
                  <a:srgbClr val="11345A"/>
                </a:solidFill>
                <a:ea typeface="宋体" pitchFamily="2" charset="-122"/>
              </a:rPr>
              <a:t>将种子列表的点依次执行操作</a:t>
            </a:r>
            <a:r>
              <a:rPr lang="en-US" altLang="zh-CN" sz="2000" dirty="0" smtClean="0">
                <a:solidFill>
                  <a:srgbClr val="11345A"/>
                </a:solidFill>
                <a:latin typeface="Times New Roman" pitchFamily="18" charset="0"/>
                <a:ea typeface="宋体" pitchFamily="2" charset="-122"/>
              </a:rPr>
              <a:t>(2)</a:t>
            </a:r>
            <a:r>
              <a:rPr lang="zh-CN" altLang="en-US" sz="2000" dirty="0" smtClean="0">
                <a:solidFill>
                  <a:srgbClr val="11345A"/>
                </a:solidFill>
                <a:ea typeface="宋体" pitchFamily="2" charset="-122"/>
              </a:rPr>
              <a:t>直到列表为空，一个簇形成；</a:t>
            </a:r>
            <a:endParaRPr lang="en-US" altLang="zh-CN" sz="2000" dirty="0" smtClean="0">
              <a:solidFill>
                <a:srgbClr val="11345A"/>
              </a:solidFill>
              <a:ea typeface="宋体" pitchFamily="2" charset="-122"/>
            </a:endParaRPr>
          </a:p>
          <a:p>
            <a:pPr lvl="1">
              <a:buFont typeface="Wingdings" pitchFamily="2" charset="2"/>
              <a:buNone/>
            </a:pPr>
            <a:r>
              <a:rPr lang="en-US" altLang="zh-CN" sz="2000" dirty="0" smtClean="0">
                <a:solidFill>
                  <a:srgbClr val="11345A"/>
                </a:solidFill>
                <a:ea typeface="宋体" pitchFamily="2" charset="-122"/>
              </a:rPr>
              <a:t>    </a:t>
            </a:r>
            <a:r>
              <a:rPr lang="en-US" altLang="zh-CN" sz="2000" dirty="0" smtClean="0">
                <a:solidFill>
                  <a:srgbClr val="11345A"/>
                </a:solidFill>
                <a:latin typeface="Times New Roman" pitchFamily="18" charset="0"/>
                <a:ea typeface="宋体" pitchFamily="2" charset="-122"/>
              </a:rPr>
              <a:t>(4)</a:t>
            </a:r>
            <a:r>
              <a:rPr lang="en-US" altLang="zh-CN" sz="2000" dirty="0" smtClean="0">
                <a:solidFill>
                  <a:srgbClr val="11345A"/>
                </a:solidFill>
                <a:ea typeface="宋体" pitchFamily="2" charset="-122"/>
              </a:rPr>
              <a:t> </a:t>
            </a:r>
            <a:r>
              <a:rPr lang="zh-CN" altLang="en-US" sz="2000" dirty="0" smtClean="0">
                <a:solidFill>
                  <a:srgbClr val="11345A"/>
                </a:solidFill>
                <a:ea typeface="宋体" pitchFamily="2" charset="-122"/>
              </a:rPr>
              <a:t>重复</a:t>
            </a:r>
            <a:r>
              <a:rPr lang="en-US" altLang="zh-CN" sz="2000" dirty="0" smtClean="0">
                <a:solidFill>
                  <a:srgbClr val="11345A"/>
                </a:solidFill>
                <a:latin typeface="Times New Roman" pitchFamily="18" charset="0"/>
                <a:ea typeface="宋体" pitchFamily="2" charset="-122"/>
              </a:rPr>
              <a:t>(1)-(3)</a:t>
            </a:r>
            <a:r>
              <a:rPr lang="zh-CN" altLang="en-US" sz="2000" dirty="0" smtClean="0">
                <a:solidFill>
                  <a:srgbClr val="11345A"/>
                </a:solidFill>
                <a:ea typeface="宋体" pitchFamily="2" charset="-122"/>
              </a:rPr>
              <a:t>，直到没有点可以加到任何一个簇中，聚类完成，</a:t>
            </a:r>
            <a:endParaRPr lang="en-US" altLang="zh-CN" sz="2000" dirty="0" smtClean="0">
              <a:solidFill>
                <a:srgbClr val="11345A"/>
              </a:solidFill>
              <a:ea typeface="宋体" pitchFamily="2" charset="-122"/>
            </a:endParaRPr>
          </a:p>
          <a:p>
            <a:pPr lvl="1">
              <a:buFont typeface="Wingdings" pitchFamily="2" charset="2"/>
              <a:buNone/>
            </a:pPr>
            <a:r>
              <a:rPr lang="en-US" altLang="zh-CN" sz="2000" dirty="0" smtClean="0">
                <a:solidFill>
                  <a:srgbClr val="11345A"/>
                </a:solidFill>
                <a:ea typeface="宋体" pitchFamily="2" charset="-122"/>
              </a:rPr>
              <a:t>         </a:t>
            </a:r>
            <a:r>
              <a:rPr lang="zh-CN" altLang="en-US" sz="2000" dirty="0" smtClean="0">
                <a:solidFill>
                  <a:srgbClr val="11345A"/>
                </a:solidFill>
                <a:ea typeface="宋体" pitchFamily="2" charset="-122"/>
              </a:rPr>
              <a:t>剩余的点为噪声点。</a:t>
            </a:r>
            <a:endParaRPr lang="en-US" altLang="zh-CN" sz="2000" dirty="0" smtClean="0">
              <a:solidFill>
                <a:srgbClr val="11345A"/>
              </a:solidFill>
              <a:ea typeface="宋体" pitchFamily="2" charset="-122"/>
            </a:endParaRPr>
          </a:p>
        </p:txBody>
      </p:sp>
    </p:spTree>
  </p:cSld>
  <p:clrMapOvr>
    <a:masterClrMapping/>
  </p:clrMapOvr>
  <p:transition spd="slow"/>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标题 1"/>
          <p:cNvSpPr>
            <a:spLocks noGrp="1"/>
          </p:cNvSpPr>
          <p:nvPr>
            <p:ph type="title"/>
          </p:nvPr>
        </p:nvSpPr>
        <p:spPr/>
        <p:txBody>
          <a:bodyPr/>
          <a:lstStyle/>
          <a:p>
            <a:pPr algn="ctr" eaLnBrk="1" hangingPunct="1"/>
            <a:r>
              <a:rPr lang="en-US" altLang="zh-CN" b="1" smtClean="0">
                <a:ea typeface="宋体" pitchFamily="2" charset="-122"/>
              </a:rPr>
              <a:t>DBSCAN</a:t>
            </a:r>
            <a:r>
              <a:rPr lang="zh-CN" altLang="zh-CN" b="1" smtClean="0">
                <a:ea typeface="宋体" pitchFamily="2" charset="-122"/>
              </a:rPr>
              <a:t>算法优缺点</a:t>
            </a:r>
            <a:endParaRPr lang="zh-CN" altLang="en-US" smtClean="0">
              <a:ea typeface="宋体" pitchFamily="2" charset="-122"/>
            </a:endParaRPr>
          </a:p>
        </p:txBody>
      </p:sp>
      <p:sp>
        <p:nvSpPr>
          <p:cNvPr id="5" name="页脚占位符 4"/>
          <p:cNvSpPr>
            <a:spLocks noGrp="1"/>
          </p:cNvSpPr>
          <p:nvPr>
            <p:ph type="ftr" sz="quarter" idx="11"/>
          </p:nvPr>
        </p:nvSpPr>
        <p:spPr/>
        <p:txBody>
          <a:bodyPr/>
          <a:lstStyle/>
          <a:p>
            <a:pPr>
              <a:defRPr/>
            </a:pPr>
            <a:r>
              <a:rPr lang="en-US" altLang="zh-CN" dirty="0" smtClean="0"/>
              <a:t>DBSCAN</a:t>
            </a:r>
            <a:r>
              <a:rPr lang="zh-CN" altLang="en-US" dirty="0" smtClean="0"/>
              <a:t>算法</a:t>
            </a:r>
            <a:endParaRPr lang="en-US" altLang="zh-CN" dirty="0"/>
          </a:p>
        </p:txBody>
      </p:sp>
      <p:pic>
        <p:nvPicPr>
          <p:cNvPr id="11268" name="Picture 2"/>
          <p:cNvPicPr>
            <a:picLocks noChangeAspect="1" noChangeArrowheads="1"/>
          </p:cNvPicPr>
          <p:nvPr/>
        </p:nvPicPr>
        <p:blipFill>
          <a:blip r:embed="rId2"/>
          <a:srcRect/>
          <a:stretch>
            <a:fillRect/>
          </a:stretch>
        </p:blipFill>
        <p:spPr bwMode="auto">
          <a:xfrm>
            <a:off x="8255000" y="44450"/>
            <a:ext cx="854075" cy="863600"/>
          </a:xfrm>
          <a:prstGeom prst="rect">
            <a:avLst/>
          </a:prstGeom>
          <a:noFill/>
          <a:ln w="9525">
            <a:noFill/>
            <a:miter lim="800000"/>
            <a:headEnd/>
            <a:tailEnd/>
          </a:ln>
        </p:spPr>
      </p:pic>
      <p:sp>
        <p:nvSpPr>
          <p:cNvPr id="11269" name="Rectangle 6"/>
          <p:cNvSpPr>
            <a:spLocks noChangeArrowheads="1"/>
          </p:cNvSpPr>
          <p:nvPr/>
        </p:nvSpPr>
        <p:spPr bwMode="auto">
          <a:xfrm>
            <a:off x="0" y="0"/>
            <a:ext cx="9144000" cy="457200"/>
          </a:xfrm>
          <a:prstGeom prst="rect">
            <a:avLst/>
          </a:prstGeom>
          <a:noFill/>
          <a:ln w="9525">
            <a:noFill/>
            <a:miter lim="800000"/>
            <a:headEnd/>
            <a:tailEnd/>
          </a:ln>
          <a:effectLst>
            <a:prstShdw prst="shdw12">
              <a:schemeClr val="bg2">
                <a:alpha val="50000"/>
              </a:schemeClr>
            </a:prstShdw>
          </a:effectLst>
        </p:spPr>
        <p:txBody>
          <a:bodyPr wrap="none" anchor="ctr">
            <a:spAutoFit/>
          </a:bodyPr>
          <a:lstStyle/>
          <a:p>
            <a:pPr eaLnBrk="0" hangingPunct="0"/>
            <a:r>
              <a:rPr lang="en-US" altLang="zh-CN" sz="1000">
                <a:solidFill>
                  <a:srgbClr val="333333"/>
                </a:solidFill>
                <a:latin typeface="Calibri" pitchFamily="34" charset="0"/>
                <a:cs typeface="Arial" pitchFamily="34" charset="0"/>
              </a:rPr>
              <a:t>     </a:t>
            </a:r>
            <a:endParaRPr lang="en-US" altLang="zh-CN">
              <a:cs typeface="Arial" pitchFamily="34" charset="0"/>
            </a:endParaRPr>
          </a:p>
        </p:txBody>
      </p:sp>
      <p:sp>
        <p:nvSpPr>
          <p:cNvPr id="11270" name="Rectangle 7"/>
          <p:cNvSpPr>
            <a:spLocks noChangeArrowheads="1"/>
          </p:cNvSpPr>
          <p:nvPr/>
        </p:nvSpPr>
        <p:spPr bwMode="auto">
          <a:xfrm>
            <a:off x="0" y="1609725"/>
            <a:ext cx="9144000" cy="0"/>
          </a:xfrm>
          <a:prstGeom prst="rect">
            <a:avLst/>
          </a:prstGeom>
          <a:solidFill>
            <a:srgbClr val="FFFFFF"/>
          </a:solidFill>
          <a:ln w="9525">
            <a:noFill/>
            <a:miter lim="800000"/>
            <a:headEnd/>
            <a:tailEnd/>
          </a:ln>
          <a:effectLst>
            <a:prstShdw prst="shdw12">
              <a:schemeClr val="bg2">
                <a:alpha val="50000"/>
              </a:schemeClr>
            </a:prstShdw>
          </a:effectLst>
        </p:spPr>
        <p:txBody>
          <a:bodyPr wrap="none" anchor="ctr">
            <a:spAutoFit/>
          </a:bodyPr>
          <a:lstStyle/>
          <a:p>
            <a:pPr eaLnBrk="0" hangingPunct="0"/>
            <a:r>
              <a:rPr lang="en-US" altLang="zh-CN" sz="1000">
                <a:solidFill>
                  <a:srgbClr val="333333"/>
                </a:solidFill>
                <a:latin typeface="Calibri" pitchFamily="34" charset="0"/>
                <a:cs typeface="Arial" pitchFamily="34" charset="0"/>
              </a:rPr>
              <a:t>      </a:t>
            </a:r>
            <a:endParaRPr lang="en-US" altLang="zh-CN">
              <a:cs typeface="Arial" pitchFamily="34" charset="0"/>
            </a:endParaRPr>
          </a:p>
        </p:txBody>
      </p:sp>
      <p:sp>
        <p:nvSpPr>
          <p:cNvPr id="11271" name="Rectangle 9"/>
          <p:cNvSpPr>
            <a:spLocks noChangeArrowheads="1"/>
          </p:cNvSpPr>
          <p:nvPr/>
        </p:nvSpPr>
        <p:spPr bwMode="auto">
          <a:xfrm>
            <a:off x="0" y="4143375"/>
            <a:ext cx="9144000" cy="0"/>
          </a:xfrm>
          <a:prstGeom prst="rect">
            <a:avLst/>
          </a:prstGeom>
          <a:solidFill>
            <a:srgbClr val="FFFFFF"/>
          </a:solidFill>
          <a:ln w="9525">
            <a:noFill/>
            <a:miter lim="800000"/>
            <a:headEnd/>
            <a:tailEnd/>
          </a:ln>
          <a:effectLst>
            <a:prstShdw prst="shdw12">
              <a:schemeClr val="bg2">
                <a:alpha val="50000"/>
              </a:schemeClr>
            </a:prstShdw>
          </a:effectLst>
        </p:spPr>
        <p:txBody>
          <a:bodyPr wrap="none" anchor="ctr">
            <a:spAutoFit/>
          </a:bodyPr>
          <a:lstStyle/>
          <a:p>
            <a:pPr eaLnBrk="0" hangingPunct="0"/>
            <a:r>
              <a:rPr lang="en-US" altLang="zh-CN" sz="1000">
                <a:solidFill>
                  <a:srgbClr val="333333"/>
                </a:solidFill>
                <a:latin typeface="Calibri" pitchFamily="34" charset="0"/>
                <a:cs typeface="Arial" pitchFamily="34" charset="0"/>
              </a:rPr>
              <a:t> </a:t>
            </a:r>
            <a:endParaRPr lang="en-US" altLang="zh-CN">
              <a:cs typeface="Arial" pitchFamily="34" charset="0"/>
            </a:endParaRPr>
          </a:p>
        </p:txBody>
      </p:sp>
      <p:sp>
        <p:nvSpPr>
          <p:cNvPr id="23560" name="矩形 3"/>
          <p:cNvSpPr>
            <a:spLocks noRot="1" noChangeAspect="1" noMove="1" noResize="1" noEditPoints="1" noAdjustHandles="1" noChangeArrowheads="1" noChangeShapeType="1" noTextEdit="1"/>
          </p:cNvSpPr>
          <p:nvPr/>
        </p:nvSpPr>
        <p:spPr bwMode="auto">
          <a:xfrm>
            <a:off x="179512" y="1286465"/>
            <a:ext cx="5832648" cy="4662815"/>
          </a:xfrm>
          <a:prstGeom prst="rect">
            <a:avLst/>
          </a:prstGeom>
          <a:blipFill rotWithShape="1">
            <a:blip r:embed="rId3"/>
            <a:stretch>
              <a:fillRect l="-836" r="-940"/>
            </a:stretch>
          </a:bli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pPr>
              <a:defRPr/>
            </a:pPr>
            <a:r>
              <a:rPr lang="zh-CN" altLang="en-US">
                <a:noFill/>
              </a:rPr>
              <a:t> </a:t>
            </a:r>
          </a:p>
        </p:txBody>
      </p:sp>
      <p:pic>
        <p:nvPicPr>
          <p:cNvPr id="11273" name="图片 1"/>
          <p:cNvPicPr>
            <a:picLocks noChangeAspect="1"/>
          </p:cNvPicPr>
          <p:nvPr/>
        </p:nvPicPr>
        <p:blipFill>
          <a:blip r:embed="rId4"/>
          <a:srcRect/>
          <a:stretch>
            <a:fillRect/>
          </a:stretch>
        </p:blipFill>
        <p:spPr bwMode="auto">
          <a:xfrm>
            <a:off x="5867400" y="2636838"/>
            <a:ext cx="3208338" cy="2401887"/>
          </a:xfrm>
          <a:prstGeom prst="rect">
            <a:avLst/>
          </a:prstGeom>
          <a:noFill/>
          <a:ln w="9525">
            <a:noFill/>
            <a:miter lim="800000"/>
            <a:headEnd/>
            <a:tailEnd/>
          </a:ln>
        </p:spPr>
      </p:pic>
    </p:spTree>
  </p:cSld>
  <p:clrMapOvr>
    <a:masterClrMapping/>
  </p:clrMapOvr>
  <p:transition spd="slow"/>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2" name="WordArt 4"/>
          <p:cNvSpPr>
            <a:spLocks noChangeArrowheads="1" noChangeShapeType="1" noTextEdit="1"/>
          </p:cNvSpPr>
          <p:nvPr/>
        </p:nvSpPr>
        <p:spPr bwMode="gray">
          <a:xfrm>
            <a:off x="1681163" y="2708275"/>
            <a:ext cx="5759450" cy="863600"/>
          </a:xfrm>
          <a:prstGeom prst="rect">
            <a:avLst/>
          </a:prstGeom>
        </p:spPr>
        <p:txBody>
          <a:bodyPr wrap="none" fromWordArt="1">
            <a:prstTxWarp prst="textDeflate">
              <a:avLst>
                <a:gd name="adj" fmla="val 0"/>
              </a:avLst>
            </a:prstTxWarp>
          </a:bodyPr>
          <a:lstStyle/>
          <a:p>
            <a:pPr algn="ctr"/>
            <a:r>
              <a:rPr lang="en-US" altLang="zh-CN" sz="3600" b="1" kern="10">
                <a:ln w="19050">
                  <a:solidFill>
                    <a:schemeClr val="bg1"/>
                  </a:solidFill>
                  <a:round/>
                  <a:headEnd/>
                  <a:tailEnd/>
                </a:ln>
                <a:gradFill rotWithShape="1">
                  <a:gsLst>
                    <a:gs pos="0">
                      <a:schemeClr val="tx1"/>
                    </a:gs>
                    <a:gs pos="100000">
                      <a:schemeClr val="hlink"/>
                    </a:gs>
                  </a:gsLst>
                  <a:lin ang="0" scaled="1"/>
                </a:gradFill>
                <a:effectLst>
                  <a:outerShdw dist="63500" dir="2212194" algn="ctr" rotWithShape="0">
                    <a:schemeClr val="tx2">
                      <a:alpha val="50000"/>
                    </a:schemeClr>
                  </a:outerShdw>
                </a:effectLst>
                <a:latin typeface="Arial"/>
                <a:cs typeface="Arial"/>
              </a:rPr>
              <a:t>Thank You !</a:t>
            </a:r>
            <a:endParaRPr lang="zh-CN" altLang="en-US" sz="3600" b="1" kern="10">
              <a:ln w="19050">
                <a:solidFill>
                  <a:schemeClr val="bg1"/>
                </a:solidFill>
                <a:round/>
                <a:headEnd/>
                <a:tailEnd/>
              </a:ln>
              <a:gradFill rotWithShape="1">
                <a:gsLst>
                  <a:gs pos="0">
                    <a:schemeClr val="tx1"/>
                  </a:gs>
                  <a:gs pos="100000">
                    <a:schemeClr val="hlink"/>
                  </a:gs>
                </a:gsLst>
                <a:lin ang="0" scaled="1"/>
              </a:gradFill>
              <a:effectLst>
                <a:outerShdw dist="63500" dir="2212194" algn="ctr" rotWithShape="0">
                  <a:schemeClr val="tx2">
                    <a:alpha val="50000"/>
                  </a:schemeClr>
                </a:outerShdw>
              </a:effectLst>
              <a:latin typeface="Arial"/>
              <a:cs typeface="Arial"/>
            </a:endParaRPr>
          </a:p>
        </p:txBody>
      </p:sp>
      <p:pic>
        <p:nvPicPr>
          <p:cNvPr id="12291" name="Picture 2"/>
          <p:cNvPicPr>
            <a:picLocks noChangeAspect="1" noChangeArrowheads="1"/>
          </p:cNvPicPr>
          <p:nvPr/>
        </p:nvPicPr>
        <p:blipFill>
          <a:blip r:embed="rId2"/>
          <a:srcRect/>
          <a:stretch>
            <a:fillRect/>
          </a:stretch>
        </p:blipFill>
        <p:spPr bwMode="auto">
          <a:xfrm>
            <a:off x="8255000" y="44450"/>
            <a:ext cx="854075" cy="863600"/>
          </a:xfrm>
          <a:prstGeom prst="rect">
            <a:avLst/>
          </a:prstGeom>
          <a:noFill/>
          <a:ln w="9525">
            <a:noFill/>
            <a:miter lim="800000"/>
            <a:headEnd/>
            <a:tailEnd/>
          </a:ln>
        </p:spPr>
      </p:pic>
      <p:pic>
        <p:nvPicPr>
          <p:cNvPr id="12292" name="Picture 4"/>
          <p:cNvPicPr>
            <a:picLocks noChangeAspect="1" noChangeArrowheads="1"/>
          </p:cNvPicPr>
          <p:nvPr/>
        </p:nvPicPr>
        <p:blipFill>
          <a:blip r:embed="rId3"/>
          <a:srcRect/>
          <a:stretch>
            <a:fillRect/>
          </a:stretch>
        </p:blipFill>
        <p:spPr bwMode="auto">
          <a:xfrm>
            <a:off x="1497013" y="6043613"/>
            <a:ext cx="1127125" cy="766762"/>
          </a:xfrm>
          <a:prstGeom prst="rect">
            <a:avLst/>
          </a:prstGeom>
          <a:noFill/>
          <a:ln w="9525">
            <a:noFill/>
            <a:miter lim="800000"/>
            <a:headEnd/>
            <a:tailEnd/>
          </a:ln>
        </p:spPr>
      </p:pic>
      <p:pic>
        <p:nvPicPr>
          <p:cNvPr id="12293" name="Picture 6"/>
          <p:cNvPicPr>
            <a:picLocks noChangeAspect="1" noChangeArrowheads="1"/>
          </p:cNvPicPr>
          <p:nvPr/>
        </p:nvPicPr>
        <p:blipFill>
          <a:blip r:embed="rId4"/>
          <a:srcRect/>
          <a:stretch>
            <a:fillRect/>
          </a:stretch>
        </p:blipFill>
        <p:spPr bwMode="auto">
          <a:xfrm>
            <a:off x="5214938" y="6040438"/>
            <a:ext cx="1085850" cy="773112"/>
          </a:xfrm>
          <a:prstGeom prst="rect">
            <a:avLst/>
          </a:prstGeom>
          <a:noFill/>
          <a:ln w="9525">
            <a:noFill/>
            <a:miter lim="800000"/>
            <a:headEnd/>
            <a:tailEnd/>
          </a:ln>
        </p:spPr>
      </p:pic>
      <p:pic>
        <p:nvPicPr>
          <p:cNvPr id="12294" name="Picture 7"/>
          <p:cNvPicPr>
            <a:picLocks noChangeAspect="1" noChangeArrowheads="1"/>
          </p:cNvPicPr>
          <p:nvPr/>
        </p:nvPicPr>
        <p:blipFill>
          <a:blip r:embed="rId5"/>
          <a:srcRect/>
          <a:stretch>
            <a:fillRect/>
          </a:stretch>
        </p:blipFill>
        <p:spPr bwMode="auto">
          <a:xfrm>
            <a:off x="6391275" y="6040438"/>
            <a:ext cx="1133475" cy="769937"/>
          </a:xfrm>
          <a:prstGeom prst="rect">
            <a:avLst/>
          </a:prstGeom>
          <a:noFill/>
          <a:ln w="9525">
            <a:noFill/>
            <a:miter lim="800000"/>
            <a:headEnd/>
            <a:tailEnd/>
          </a:ln>
        </p:spPr>
      </p:pic>
      <p:pic>
        <p:nvPicPr>
          <p:cNvPr id="12295" name="Picture 8"/>
          <p:cNvPicPr>
            <a:picLocks noChangeAspect="1" noChangeArrowheads="1"/>
          </p:cNvPicPr>
          <p:nvPr/>
        </p:nvPicPr>
        <p:blipFill>
          <a:blip r:embed="rId6"/>
          <a:srcRect/>
          <a:stretch>
            <a:fillRect/>
          </a:stretch>
        </p:blipFill>
        <p:spPr bwMode="auto">
          <a:xfrm>
            <a:off x="2741613" y="6043613"/>
            <a:ext cx="1152525" cy="769937"/>
          </a:xfrm>
          <a:prstGeom prst="rect">
            <a:avLst/>
          </a:prstGeom>
          <a:noFill/>
          <a:ln w="9525">
            <a:noFill/>
            <a:miter lim="800000"/>
            <a:headEnd/>
            <a:tailEnd/>
          </a:ln>
        </p:spPr>
      </p:pic>
      <p:pic>
        <p:nvPicPr>
          <p:cNvPr id="12296" name="Picture 9"/>
          <p:cNvPicPr>
            <a:picLocks noChangeAspect="1" noChangeArrowheads="1"/>
          </p:cNvPicPr>
          <p:nvPr/>
        </p:nvPicPr>
        <p:blipFill>
          <a:blip r:embed="rId7"/>
          <a:srcRect/>
          <a:stretch>
            <a:fillRect/>
          </a:stretch>
        </p:blipFill>
        <p:spPr bwMode="auto">
          <a:xfrm>
            <a:off x="3983038" y="6043613"/>
            <a:ext cx="1152525" cy="766762"/>
          </a:xfrm>
          <a:prstGeom prst="rect">
            <a:avLst/>
          </a:prstGeom>
          <a:noFill/>
          <a:ln w="9525">
            <a:noFill/>
            <a:miter lim="800000"/>
            <a:headEnd/>
            <a:tailEnd/>
          </a:ln>
        </p:spPr>
      </p:pic>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0" fill="hold" grpId="0" nodeType="afterEffect">
                                  <p:stCondLst>
                                    <p:cond delay="0"/>
                                  </p:stCondLst>
                                  <p:childTnLst>
                                    <p:set>
                                      <p:cBhvr>
                                        <p:cTn id="6" dur="1" fill="hold">
                                          <p:stCondLst>
                                            <p:cond delay="0"/>
                                          </p:stCondLst>
                                        </p:cTn>
                                        <p:tgtEl>
                                          <p:spTgt spid="89092"/>
                                        </p:tgtEl>
                                        <p:attrNameLst>
                                          <p:attrName>style.visibility</p:attrName>
                                        </p:attrNameLst>
                                      </p:cBhvr>
                                      <p:to>
                                        <p:strVal val="visible"/>
                                      </p:to>
                                    </p:set>
                                    <p:anim calcmode="lin" valueType="num">
                                      <p:cBhvr>
                                        <p:cTn id="7" dur="500" fill="hold"/>
                                        <p:tgtEl>
                                          <p:spTgt spid="89092"/>
                                        </p:tgtEl>
                                        <p:attrNameLst>
                                          <p:attrName>ppt_w</p:attrName>
                                        </p:attrNameLst>
                                      </p:cBhvr>
                                      <p:tavLst>
                                        <p:tav tm="0">
                                          <p:val>
                                            <p:fltVal val="0"/>
                                          </p:val>
                                        </p:tav>
                                        <p:tav tm="100000">
                                          <p:val>
                                            <p:strVal val="#ppt_w"/>
                                          </p:val>
                                        </p:tav>
                                      </p:tavLst>
                                    </p:anim>
                                    <p:anim calcmode="lin" valueType="num">
                                      <p:cBhvr>
                                        <p:cTn id="8" dur="500" fill="hold"/>
                                        <p:tgtEl>
                                          <p:spTgt spid="89092"/>
                                        </p:tgtEl>
                                        <p:attrNameLst>
                                          <p:attrName>ppt_h</p:attrName>
                                        </p:attrNameLst>
                                      </p:cBhvr>
                                      <p:tavLst>
                                        <p:tav tm="0">
                                          <p:val>
                                            <p:fltVal val="0"/>
                                          </p:val>
                                        </p:tav>
                                        <p:tav tm="100000">
                                          <p:val>
                                            <p:strVal val="#ppt_h"/>
                                          </p:val>
                                        </p:tav>
                                      </p:tavLst>
                                    </p:anim>
                                    <p:animEffect transition="in" filter="fade">
                                      <p:cBhvr>
                                        <p:cTn id="9" dur="500"/>
                                        <p:tgtEl>
                                          <p:spTgt spid="890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092" grpId="0" animBg="1"/>
    </p:bldLst>
  </p:timing>
</p:sld>
</file>

<file path=ppt/theme/theme1.xml><?xml version="1.0" encoding="utf-8"?>
<a:theme xmlns:a="http://schemas.openxmlformats.org/drawingml/2006/main" name="简洁大方的PPT模板">
  <a:themeElements>
    <a:clrScheme name="sample 2">
      <a:dk1>
        <a:srgbClr val="1D528D"/>
      </a:dk1>
      <a:lt1>
        <a:srgbClr val="FFFFFF"/>
      </a:lt1>
      <a:dk2>
        <a:srgbClr val="000000"/>
      </a:dk2>
      <a:lt2>
        <a:srgbClr val="C0C0C0"/>
      </a:lt2>
      <a:accent1>
        <a:srgbClr val="399D72"/>
      </a:accent1>
      <a:accent2>
        <a:srgbClr val="FF9900"/>
      </a:accent2>
      <a:accent3>
        <a:srgbClr val="FFFFFF"/>
      </a:accent3>
      <a:accent4>
        <a:srgbClr val="174578"/>
      </a:accent4>
      <a:accent5>
        <a:srgbClr val="AECCBC"/>
      </a:accent5>
      <a:accent6>
        <a:srgbClr val="E78A00"/>
      </a:accent6>
      <a:hlink>
        <a:srgbClr val="9999FF"/>
      </a:hlink>
      <a:folHlink>
        <a:srgbClr val="969696"/>
      </a:folHlink>
    </a:clrScheme>
    <a:fontScheme name="sampl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ample 1">
        <a:dk1>
          <a:srgbClr val="003366"/>
        </a:dk1>
        <a:lt1>
          <a:srgbClr val="FFFFFF"/>
        </a:lt1>
        <a:dk2>
          <a:srgbClr val="000000"/>
        </a:dk2>
        <a:lt2>
          <a:srgbClr val="C0C0C0"/>
        </a:lt2>
        <a:accent1>
          <a:srgbClr val="3556A7"/>
        </a:accent1>
        <a:accent2>
          <a:srgbClr val="C78DD7"/>
        </a:accent2>
        <a:accent3>
          <a:srgbClr val="FFFFFF"/>
        </a:accent3>
        <a:accent4>
          <a:srgbClr val="002A56"/>
        </a:accent4>
        <a:accent5>
          <a:srgbClr val="AEB4D0"/>
        </a:accent5>
        <a:accent6>
          <a:srgbClr val="B47FC3"/>
        </a:accent6>
        <a:hlink>
          <a:srgbClr val="3197BB"/>
        </a:hlink>
        <a:folHlink>
          <a:srgbClr val="878FA5"/>
        </a:folHlink>
      </a:clrScheme>
      <a:clrMap bg1="lt1" tx1="dk1" bg2="lt2" tx2="dk2" accent1="accent1" accent2="accent2" accent3="accent3" accent4="accent4" accent5="accent5" accent6="accent6" hlink="hlink" folHlink="folHlink"/>
    </a:extraClrScheme>
    <a:extraClrScheme>
      <a:clrScheme name="sample 2">
        <a:dk1>
          <a:srgbClr val="1D528D"/>
        </a:dk1>
        <a:lt1>
          <a:srgbClr val="FFFFFF"/>
        </a:lt1>
        <a:dk2>
          <a:srgbClr val="000000"/>
        </a:dk2>
        <a:lt2>
          <a:srgbClr val="C0C0C0"/>
        </a:lt2>
        <a:accent1>
          <a:srgbClr val="399D72"/>
        </a:accent1>
        <a:accent2>
          <a:srgbClr val="FF9900"/>
        </a:accent2>
        <a:accent3>
          <a:srgbClr val="FFFFFF"/>
        </a:accent3>
        <a:accent4>
          <a:srgbClr val="174578"/>
        </a:accent4>
        <a:accent5>
          <a:srgbClr val="AECCBC"/>
        </a:accent5>
        <a:accent6>
          <a:srgbClr val="E78A00"/>
        </a:accent6>
        <a:hlink>
          <a:srgbClr val="9999FF"/>
        </a:hlink>
        <a:folHlink>
          <a:srgbClr val="969696"/>
        </a:folHlink>
      </a:clrScheme>
      <a:clrMap bg1="lt1" tx1="dk1" bg2="lt2" tx2="dk2" accent1="accent1" accent2="accent2" accent3="accent3" accent4="accent4" accent5="accent5" accent6="accent6" hlink="hlink" folHlink="folHlink"/>
    </a:extraClrScheme>
    <a:extraClrScheme>
      <a:clrScheme name="sample 3">
        <a:dk1>
          <a:srgbClr val="1D528D"/>
        </a:dk1>
        <a:lt1>
          <a:srgbClr val="FFFFFF"/>
        </a:lt1>
        <a:dk2>
          <a:srgbClr val="000000"/>
        </a:dk2>
        <a:lt2>
          <a:srgbClr val="C0C0C0"/>
        </a:lt2>
        <a:accent1>
          <a:srgbClr val="1B9AD9"/>
        </a:accent1>
        <a:accent2>
          <a:srgbClr val="E4A04E"/>
        </a:accent2>
        <a:accent3>
          <a:srgbClr val="FFFFFF"/>
        </a:accent3>
        <a:accent4>
          <a:srgbClr val="174578"/>
        </a:accent4>
        <a:accent5>
          <a:srgbClr val="ABCAE9"/>
        </a:accent5>
        <a:accent6>
          <a:srgbClr val="CF9146"/>
        </a:accent6>
        <a:hlink>
          <a:srgbClr val="66CCFF"/>
        </a:hlink>
        <a:folHlink>
          <a:srgbClr val="96969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3444</TotalTime>
  <Words>342</Words>
  <Application>Microsoft Office PowerPoint</Application>
  <PresentationFormat>全屏显示(4:3)</PresentationFormat>
  <Paragraphs>51</Paragraphs>
  <Slides>10</Slides>
  <Notes>2</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1</vt:i4>
      </vt:variant>
      <vt:variant>
        <vt:lpstr>幻灯片标题</vt:lpstr>
      </vt:variant>
      <vt:variant>
        <vt:i4>10</vt:i4>
      </vt:variant>
    </vt:vector>
  </HeadingPairs>
  <TitlesOfParts>
    <vt:vector size="21" baseType="lpstr">
      <vt:lpstr>Arial</vt:lpstr>
      <vt:lpstr>宋体</vt:lpstr>
      <vt:lpstr>Verdana</vt:lpstr>
      <vt:lpstr>Wingdings</vt:lpstr>
      <vt:lpstr>Calibri</vt:lpstr>
      <vt:lpstr>黑体</vt:lpstr>
      <vt:lpstr>Vrinda</vt:lpstr>
      <vt:lpstr>楷体_GB2312</vt:lpstr>
      <vt:lpstr>Times New Roman</vt:lpstr>
      <vt:lpstr>简洁大方的PPT模板</vt:lpstr>
      <vt:lpstr>Image</vt:lpstr>
      <vt:lpstr>一种基于高密度连通区域 的聚类方法                      ——DBSCAN</vt:lpstr>
      <vt:lpstr>DBSCAN 算法</vt:lpstr>
      <vt:lpstr>DBSCAN算法概述</vt:lpstr>
      <vt:lpstr>DBSCAN算法概述</vt:lpstr>
      <vt:lpstr>DBSCAN算法涉及的基本定义</vt:lpstr>
      <vt:lpstr>DBSCAN算法涉及的基本定义</vt:lpstr>
      <vt:lpstr>DBSCAN算法涉及的基本定义</vt:lpstr>
      <vt:lpstr>DBSCAN算法原理</vt:lpstr>
      <vt:lpstr>DBSCAN算法优缺点</vt:lpstr>
      <vt:lpstr>幻灯片 10</vt:lpstr>
    </vt:vector>
  </TitlesOfParts>
  <Company>Sky123.Org</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基于MapReduce 的海量文本聚类研究</dc:title>
  <dc:creator>Administrator</dc:creator>
  <cp:lastModifiedBy>Windows 用户</cp:lastModifiedBy>
  <cp:revision>158</cp:revision>
  <dcterms:created xsi:type="dcterms:W3CDTF">2012-05-07T08:57:12Z</dcterms:created>
  <dcterms:modified xsi:type="dcterms:W3CDTF">2019-07-26T11:19:09Z</dcterms:modified>
</cp:coreProperties>
</file>