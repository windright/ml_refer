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18"/>
  </p:notesMasterIdLst>
  <p:handoutMasterIdLst>
    <p:handoutMasterId r:id="rId19"/>
  </p:handoutMasterIdLst>
  <p:sldIdLst>
    <p:sldId id="1375" r:id="rId2"/>
    <p:sldId id="1395" r:id="rId3"/>
    <p:sldId id="1420" r:id="rId4"/>
    <p:sldId id="1418" r:id="rId5"/>
    <p:sldId id="1399" r:id="rId6"/>
    <p:sldId id="1385" r:id="rId7"/>
    <p:sldId id="1413" r:id="rId8"/>
    <p:sldId id="1397" r:id="rId9"/>
    <p:sldId id="1410" r:id="rId10"/>
    <p:sldId id="1407" r:id="rId11"/>
    <p:sldId id="1415" r:id="rId12"/>
    <p:sldId id="1414" r:id="rId13"/>
    <p:sldId id="1419" r:id="rId14"/>
    <p:sldId id="1416" r:id="rId15"/>
    <p:sldId id="1417" r:id="rId16"/>
    <p:sldId id="1406" r:id="rId17"/>
  </p:sldIdLst>
  <p:sldSz cx="9144000" cy="6858000" type="screen4x3"/>
  <p:notesSz cx="7010400" cy="9296400"/>
  <p:defaultTextStyle>
    <a:defPPr>
      <a:defRPr lang="en-US"/>
    </a:defPPr>
    <a:lvl1pPr algn="l" rtl="0" fontAlgn="base">
      <a:spcBef>
        <a:spcPct val="0"/>
      </a:spcBef>
      <a:spcAft>
        <a:spcPct val="0"/>
      </a:spcAft>
      <a:buFont typeface="Arial" pitchFamily="34" charset="0"/>
      <a:defRPr sz="2400" kern="1200">
        <a:solidFill>
          <a:schemeClr val="tx1"/>
        </a:solidFill>
        <a:latin typeface="Tahoma" pitchFamily="34" charset="0"/>
        <a:ea typeface="+mn-ea"/>
        <a:cs typeface="+mn-cs"/>
      </a:defRPr>
    </a:lvl1pPr>
    <a:lvl2pPr marL="457200" algn="l" rtl="0" fontAlgn="base">
      <a:spcBef>
        <a:spcPct val="0"/>
      </a:spcBef>
      <a:spcAft>
        <a:spcPct val="0"/>
      </a:spcAft>
      <a:buFont typeface="Arial" pitchFamily="34" charset="0"/>
      <a:defRPr sz="2400" kern="1200">
        <a:solidFill>
          <a:schemeClr val="tx1"/>
        </a:solidFill>
        <a:latin typeface="Tahoma" pitchFamily="34" charset="0"/>
        <a:ea typeface="+mn-ea"/>
        <a:cs typeface="+mn-cs"/>
      </a:defRPr>
    </a:lvl2pPr>
    <a:lvl3pPr marL="914400" algn="l" rtl="0" fontAlgn="base">
      <a:spcBef>
        <a:spcPct val="0"/>
      </a:spcBef>
      <a:spcAft>
        <a:spcPct val="0"/>
      </a:spcAft>
      <a:buFont typeface="Arial" pitchFamily="34" charset="0"/>
      <a:defRPr sz="2400" kern="1200">
        <a:solidFill>
          <a:schemeClr val="tx1"/>
        </a:solidFill>
        <a:latin typeface="Tahoma" pitchFamily="34" charset="0"/>
        <a:ea typeface="+mn-ea"/>
        <a:cs typeface="+mn-cs"/>
      </a:defRPr>
    </a:lvl3pPr>
    <a:lvl4pPr marL="1371600" algn="l" rtl="0" fontAlgn="base">
      <a:spcBef>
        <a:spcPct val="0"/>
      </a:spcBef>
      <a:spcAft>
        <a:spcPct val="0"/>
      </a:spcAft>
      <a:buFont typeface="Arial" pitchFamily="34" charset="0"/>
      <a:defRPr sz="2400" kern="1200">
        <a:solidFill>
          <a:schemeClr val="tx1"/>
        </a:solidFill>
        <a:latin typeface="Tahoma" pitchFamily="34" charset="0"/>
        <a:ea typeface="+mn-ea"/>
        <a:cs typeface="+mn-cs"/>
      </a:defRPr>
    </a:lvl4pPr>
    <a:lvl5pPr marL="1828800" algn="l" rtl="0" fontAlgn="base">
      <a:spcBef>
        <a:spcPct val="0"/>
      </a:spcBef>
      <a:spcAft>
        <a:spcPct val="0"/>
      </a:spcAft>
      <a:buFont typeface="Arial" pitchFamily="34" charset="0"/>
      <a:defRPr sz="2400" kern="1200">
        <a:solidFill>
          <a:schemeClr val="tx1"/>
        </a:solidFill>
        <a:latin typeface="Tahoma" pitchFamily="34" charset="0"/>
        <a:ea typeface="+mn-ea"/>
        <a:cs typeface="+mn-cs"/>
      </a:defRPr>
    </a:lvl5pPr>
    <a:lvl6pPr marL="2286000" algn="l" defTabSz="914400" rtl="0" eaLnBrk="1" latinLnBrk="0" hangingPunct="1">
      <a:defRPr sz="2400" kern="1200">
        <a:solidFill>
          <a:schemeClr val="tx1"/>
        </a:solidFill>
        <a:latin typeface="Tahoma" pitchFamily="34" charset="0"/>
        <a:ea typeface="+mn-ea"/>
        <a:cs typeface="+mn-cs"/>
      </a:defRPr>
    </a:lvl6pPr>
    <a:lvl7pPr marL="2743200" algn="l" defTabSz="914400" rtl="0" eaLnBrk="1" latinLnBrk="0" hangingPunct="1">
      <a:defRPr sz="2400" kern="1200">
        <a:solidFill>
          <a:schemeClr val="tx1"/>
        </a:solidFill>
        <a:latin typeface="Tahoma" pitchFamily="34" charset="0"/>
        <a:ea typeface="+mn-ea"/>
        <a:cs typeface="+mn-cs"/>
      </a:defRPr>
    </a:lvl7pPr>
    <a:lvl8pPr marL="3200400" algn="l" defTabSz="914400" rtl="0" eaLnBrk="1" latinLnBrk="0" hangingPunct="1">
      <a:defRPr sz="2400" kern="1200">
        <a:solidFill>
          <a:schemeClr val="tx1"/>
        </a:solidFill>
        <a:latin typeface="Tahoma" pitchFamily="34" charset="0"/>
        <a:ea typeface="+mn-ea"/>
        <a:cs typeface="+mn-cs"/>
      </a:defRPr>
    </a:lvl8pPr>
    <a:lvl9pPr marL="3657600" algn="l" defTabSz="914400" rtl="0" eaLnBrk="1" latinLnBrk="0" hangingPunct="1">
      <a:defRPr sz="2400" kern="1200">
        <a:solidFill>
          <a:schemeClr val="tx1"/>
        </a:solidFill>
        <a:latin typeface="Tahoma" pitchFamily="34" charset="0"/>
        <a:ea typeface="+mn-ea"/>
        <a:cs typeface="+mn-cs"/>
      </a:defRPr>
    </a:lvl9pPr>
  </p:defaultTextStyle>
  <p:extLst>
    <p:ext uri="{EFAFB233-063F-42B5-8137-9DF3F51BA10A}">
      <p15:sldGuideLst xmlns:p15="http://schemas.microsoft.com/office/powerpoint/2012/main">
        <p15:guide id="1" orient="horz" pos="4320">
          <p15:clr>
            <a:srgbClr val="A4A3A4"/>
          </p15:clr>
        </p15:guide>
        <p15:guide id="2" pos="57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6E6EA"/>
    <a:srgbClr val="FAE2F6"/>
    <a:srgbClr val="170981"/>
    <a:srgbClr val="121328"/>
    <a:srgbClr val="D7FDF9"/>
    <a:srgbClr val="003366"/>
    <a:srgbClr val="006666"/>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78" autoAdjust="0"/>
    <p:restoredTop sz="83313" autoAdjust="0"/>
  </p:normalViewPr>
  <p:slideViewPr>
    <p:cSldViewPr snapToGrid="0">
      <p:cViewPr varScale="1">
        <p:scale>
          <a:sx n="70" d="100"/>
          <a:sy n="70" d="100"/>
        </p:scale>
        <p:origin x="1807" y="38"/>
      </p:cViewPr>
      <p:guideLst>
        <p:guide orient="horz" pos="4320"/>
        <p:guide pos="57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318" cy="7631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6.wmf"/><Relationship Id="rId7" Type="http://schemas.openxmlformats.org/officeDocument/2006/relationships/image" Target="../media/image10.wmf"/><Relationship Id="rId2" Type="http://schemas.openxmlformats.org/officeDocument/2006/relationships/image" Target="../media/image5.wmf"/><Relationship Id="rId1" Type="http://schemas.openxmlformats.org/officeDocument/2006/relationships/image" Target="../media/image4.emf"/><Relationship Id="rId6" Type="http://schemas.openxmlformats.org/officeDocument/2006/relationships/image" Target="../media/image9.wmf"/><Relationship Id="rId5" Type="http://schemas.openxmlformats.org/officeDocument/2006/relationships/image" Target="../media/image8.emf"/><Relationship Id="rId4"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emf"/><Relationship Id="rId1" Type="http://schemas.openxmlformats.org/officeDocument/2006/relationships/image" Target="../media/image14.e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image" Target="../media/image17.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23906" name="Rectangle 2"/>
          <p:cNvSpPr>
            <a:spLocks noGrp="1" noChangeArrowheads="1"/>
          </p:cNvSpPr>
          <p:nvPr>
            <p:ph type="hdr" sz="quarter"/>
          </p:nvPr>
        </p:nvSpPr>
        <p:spPr bwMode="auto">
          <a:xfrm>
            <a:off x="0" y="0"/>
            <a:ext cx="3038475" cy="465138"/>
          </a:xfrm>
          <a:prstGeom prst="rect">
            <a:avLst/>
          </a:prstGeom>
          <a:noFill/>
          <a:ln w="9525">
            <a:noFill/>
            <a:miter lim="800000"/>
          </a:ln>
          <a:effectLst/>
        </p:spPr>
        <p:txBody>
          <a:bodyPr vert="horz" wrap="square" lIns="92305" tIns="46153" rIns="92305" bIns="46153" numCol="1" anchor="t" anchorCtr="0" compatLnSpc="1"/>
          <a:lstStyle>
            <a:lvl1pPr defTabSz="922655">
              <a:defRPr sz="1200" noProof="1" dirty="0">
                <a:latin typeface="Times New Roman" pitchFamily="18" charset="0"/>
              </a:defRPr>
            </a:lvl1pPr>
          </a:lstStyle>
          <a:p>
            <a:endParaRPr/>
          </a:p>
        </p:txBody>
      </p:sp>
      <p:sp>
        <p:nvSpPr>
          <p:cNvPr id="123907" name="Rectangle 3"/>
          <p:cNvSpPr>
            <a:spLocks noGrp="1" noChangeArrowheads="1"/>
          </p:cNvSpPr>
          <p:nvPr>
            <p:ph type="dt" sz="quarter" idx="1"/>
          </p:nvPr>
        </p:nvSpPr>
        <p:spPr bwMode="auto">
          <a:xfrm>
            <a:off x="3971925" y="0"/>
            <a:ext cx="3038475" cy="465138"/>
          </a:xfrm>
          <a:prstGeom prst="rect">
            <a:avLst/>
          </a:prstGeom>
          <a:noFill/>
          <a:ln w="9525">
            <a:noFill/>
            <a:miter lim="800000"/>
          </a:ln>
          <a:effectLst/>
        </p:spPr>
        <p:txBody>
          <a:bodyPr vert="horz" wrap="square" lIns="92305" tIns="46153" rIns="92305" bIns="46153" numCol="1" anchor="t" anchorCtr="0" compatLnSpc="1"/>
          <a:lstStyle>
            <a:lvl1pPr algn="r" defTabSz="922655">
              <a:defRPr sz="1200" noProof="1" dirty="0">
                <a:latin typeface="Times New Roman" pitchFamily="18" charset="0"/>
              </a:defRPr>
            </a:lvl1pPr>
          </a:lstStyle>
          <a:p>
            <a:endParaRPr/>
          </a:p>
        </p:txBody>
      </p:sp>
      <p:sp>
        <p:nvSpPr>
          <p:cNvPr id="123908" name="Rectangle 4"/>
          <p:cNvSpPr>
            <a:spLocks noGrp="1" noChangeArrowheads="1"/>
          </p:cNvSpPr>
          <p:nvPr>
            <p:ph type="ftr" sz="quarter" idx="2"/>
          </p:nvPr>
        </p:nvSpPr>
        <p:spPr bwMode="auto">
          <a:xfrm>
            <a:off x="0" y="8831263"/>
            <a:ext cx="3038475" cy="465137"/>
          </a:xfrm>
          <a:prstGeom prst="rect">
            <a:avLst/>
          </a:prstGeom>
          <a:noFill/>
          <a:ln w="9525">
            <a:noFill/>
            <a:miter lim="800000"/>
          </a:ln>
          <a:effectLst/>
        </p:spPr>
        <p:txBody>
          <a:bodyPr vert="horz" wrap="square" lIns="92305" tIns="46153" rIns="92305" bIns="46153" numCol="1" anchor="b" anchorCtr="0" compatLnSpc="1"/>
          <a:lstStyle>
            <a:lvl1pPr defTabSz="922655">
              <a:defRPr sz="1200" noProof="1" dirty="0">
                <a:latin typeface="Times New Roman" pitchFamily="18" charset="0"/>
              </a:defRPr>
            </a:lvl1pPr>
          </a:lstStyle>
          <a:p>
            <a:endParaRPr/>
          </a:p>
        </p:txBody>
      </p:sp>
      <p:sp>
        <p:nvSpPr>
          <p:cNvPr id="123909" name="Rectangle 5"/>
          <p:cNvSpPr>
            <a:spLocks noGrp="1" noChangeArrowheads="1"/>
          </p:cNvSpPr>
          <p:nvPr>
            <p:ph type="sldNum" sz="quarter" idx="3"/>
          </p:nvPr>
        </p:nvSpPr>
        <p:spPr bwMode="auto">
          <a:xfrm>
            <a:off x="3971925" y="8831263"/>
            <a:ext cx="3038475" cy="465137"/>
          </a:xfrm>
          <a:prstGeom prst="rect">
            <a:avLst/>
          </a:prstGeom>
          <a:noFill/>
          <a:ln w="9525">
            <a:noFill/>
            <a:miter lim="800000"/>
          </a:ln>
          <a:effectLst/>
        </p:spPr>
        <p:txBody>
          <a:bodyPr vert="horz" wrap="square" lIns="92305" tIns="46153" rIns="92305" bIns="46153" numCol="1" anchor="b" anchorCtr="0" compatLnSpc="1">
            <a:prstTxWarp prst="textNoShape">
              <a:avLst/>
            </a:prstTxWarp>
          </a:bodyPr>
          <a:lstStyle>
            <a:lvl1pPr algn="r" defTabSz="922338">
              <a:defRPr sz="1200">
                <a:latin typeface="Times New Roman" pitchFamily="18" charset="0"/>
                <a:cs typeface="Arial" pitchFamily="34" charset="0"/>
              </a:defRPr>
            </a:lvl1pPr>
          </a:lstStyle>
          <a:p>
            <a:fld id="{210D91F1-893E-41F4-AADC-0FC7E373D08F}" type="slidenum">
              <a:rPr lang="en-US" altLang="en-US"/>
              <a:pPr/>
              <a:t>‹#›</a:t>
            </a:fld>
            <a:endParaRPr lang="en-US" altLang="en-US">
              <a:cs typeface="+mn-cs"/>
            </a:endParaRPr>
          </a:p>
        </p:txBody>
      </p:sp>
    </p:spTree>
    <p:extLst>
      <p:ext uri="{BB962C8B-B14F-4D97-AF65-F5344CB8AC3E}">
        <p14:creationId xmlns:p14="http://schemas.microsoft.com/office/powerpoint/2010/main" val="52132791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0" y="0"/>
            <a:ext cx="3038475" cy="465138"/>
          </a:xfrm>
          <a:prstGeom prst="rect">
            <a:avLst/>
          </a:prstGeom>
          <a:noFill/>
          <a:ln w="9525">
            <a:noFill/>
            <a:miter lim="800000"/>
          </a:ln>
          <a:effectLst/>
        </p:spPr>
        <p:txBody>
          <a:bodyPr vert="horz" wrap="square" lIns="92305" tIns="46153" rIns="92305" bIns="46153" numCol="1" anchor="t" anchorCtr="0" compatLnSpc="1"/>
          <a:lstStyle>
            <a:lvl1pPr defTabSz="922655">
              <a:defRPr sz="1200" noProof="1" dirty="0">
                <a:latin typeface="Times New Roman" pitchFamily="18" charset="0"/>
              </a:defRPr>
            </a:lvl1pPr>
          </a:lstStyle>
          <a:p>
            <a:endParaRPr/>
          </a:p>
        </p:txBody>
      </p:sp>
      <p:sp>
        <p:nvSpPr>
          <p:cNvPr id="13315" name="Rectangle 3"/>
          <p:cNvSpPr>
            <a:spLocks noGrp="1" noChangeArrowheads="1"/>
          </p:cNvSpPr>
          <p:nvPr>
            <p:ph type="dt" idx="1"/>
          </p:nvPr>
        </p:nvSpPr>
        <p:spPr bwMode="auto">
          <a:xfrm>
            <a:off x="3971925" y="0"/>
            <a:ext cx="3038475" cy="465138"/>
          </a:xfrm>
          <a:prstGeom prst="rect">
            <a:avLst/>
          </a:prstGeom>
          <a:noFill/>
          <a:ln w="9525">
            <a:noFill/>
            <a:miter lim="800000"/>
          </a:ln>
          <a:effectLst/>
        </p:spPr>
        <p:txBody>
          <a:bodyPr vert="horz" wrap="square" lIns="92305" tIns="46153" rIns="92305" bIns="46153" numCol="1" anchor="t" anchorCtr="0" compatLnSpc="1"/>
          <a:lstStyle>
            <a:lvl1pPr algn="r" defTabSz="922655">
              <a:defRPr sz="1200" noProof="1" dirty="0">
                <a:latin typeface="Times New Roman" pitchFamily="18" charset="0"/>
              </a:defRPr>
            </a:lvl1pPr>
          </a:lstStyle>
          <a:p>
            <a:endParaRPr/>
          </a:p>
        </p:txBody>
      </p:sp>
      <p:sp>
        <p:nvSpPr>
          <p:cNvPr id="16388" name="Rectangle 4"/>
          <p:cNvSpPr>
            <a:spLocks noGrp="1" noRot="1" noChangeAspect="1" noChangeArrowheads="1" noTextEdit="1"/>
          </p:cNvSpPr>
          <p:nvPr>
            <p:ph type="sldImg" idx="4294967295"/>
          </p:nvPr>
        </p:nvSpPr>
        <p:spPr bwMode="auto">
          <a:xfrm>
            <a:off x="1181100" y="696913"/>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7" name="Rectangle 5"/>
          <p:cNvSpPr>
            <a:spLocks noGrp="1" noChangeArrowheads="1"/>
          </p:cNvSpPr>
          <p:nvPr>
            <p:ph type="body" sz="quarter" idx="3"/>
          </p:nvPr>
        </p:nvSpPr>
        <p:spPr bwMode="auto">
          <a:xfrm>
            <a:off x="935038" y="4416425"/>
            <a:ext cx="5140325" cy="4183063"/>
          </a:xfrm>
          <a:prstGeom prst="rect">
            <a:avLst/>
          </a:prstGeom>
          <a:noFill/>
          <a:ln w="9525">
            <a:noFill/>
            <a:miter lim="800000"/>
          </a:ln>
          <a:effectLst/>
        </p:spPr>
        <p:txBody>
          <a:bodyPr vert="horz" wrap="square" lIns="92305" tIns="46153" rIns="92305" bIns="46153"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US" altLang="zh-CN"/>
          </a:p>
        </p:txBody>
      </p:sp>
      <p:sp>
        <p:nvSpPr>
          <p:cNvPr id="13318" name="Rectangle 6"/>
          <p:cNvSpPr>
            <a:spLocks noGrp="1" noChangeArrowheads="1"/>
          </p:cNvSpPr>
          <p:nvPr>
            <p:ph type="ftr" sz="quarter" idx="4"/>
          </p:nvPr>
        </p:nvSpPr>
        <p:spPr bwMode="auto">
          <a:xfrm>
            <a:off x="0" y="8831263"/>
            <a:ext cx="3038475" cy="465137"/>
          </a:xfrm>
          <a:prstGeom prst="rect">
            <a:avLst/>
          </a:prstGeom>
          <a:noFill/>
          <a:ln w="9525">
            <a:noFill/>
            <a:miter lim="800000"/>
          </a:ln>
          <a:effectLst/>
        </p:spPr>
        <p:txBody>
          <a:bodyPr vert="horz" wrap="square" lIns="92305" tIns="46153" rIns="92305" bIns="46153" numCol="1" anchor="b" anchorCtr="0" compatLnSpc="1"/>
          <a:lstStyle>
            <a:lvl1pPr defTabSz="922655">
              <a:defRPr sz="1200" noProof="1" dirty="0">
                <a:latin typeface="Times New Roman" pitchFamily="18" charset="0"/>
              </a:defRPr>
            </a:lvl1pPr>
          </a:lstStyle>
          <a:p>
            <a:endParaRPr/>
          </a:p>
        </p:txBody>
      </p:sp>
      <p:sp>
        <p:nvSpPr>
          <p:cNvPr id="13319" name="Rectangle 7"/>
          <p:cNvSpPr>
            <a:spLocks noGrp="1" noChangeArrowheads="1"/>
          </p:cNvSpPr>
          <p:nvPr>
            <p:ph type="sldNum" sz="quarter" idx="5"/>
          </p:nvPr>
        </p:nvSpPr>
        <p:spPr bwMode="auto">
          <a:xfrm>
            <a:off x="3971925" y="8831263"/>
            <a:ext cx="3038475" cy="465137"/>
          </a:xfrm>
          <a:prstGeom prst="rect">
            <a:avLst/>
          </a:prstGeom>
          <a:noFill/>
          <a:ln w="9525">
            <a:noFill/>
            <a:miter lim="800000"/>
          </a:ln>
          <a:effectLst/>
        </p:spPr>
        <p:txBody>
          <a:bodyPr vert="horz" wrap="square" lIns="92305" tIns="46153" rIns="92305" bIns="46153" numCol="1" anchor="b" anchorCtr="0" compatLnSpc="1">
            <a:prstTxWarp prst="textNoShape">
              <a:avLst/>
            </a:prstTxWarp>
          </a:bodyPr>
          <a:lstStyle>
            <a:lvl1pPr algn="r" defTabSz="922338">
              <a:defRPr sz="1200">
                <a:latin typeface="Times New Roman" pitchFamily="18" charset="0"/>
                <a:cs typeface="Arial" pitchFamily="34" charset="0"/>
              </a:defRPr>
            </a:lvl1pPr>
          </a:lstStyle>
          <a:p>
            <a:fld id="{13BEAF37-F06F-45FE-A616-A728B0D136FD}" type="slidenum">
              <a:rPr lang="en-US" altLang="en-US"/>
              <a:pPr/>
              <a:t>‹#›</a:t>
            </a:fld>
            <a:endParaRPr lang="en-US" altLang="en-US">
              <a:cs typeface="+mn-cs"/>
            </a:endParaRPr>
          </a:p>
        </p:txBody>
      </p:sp>
    </p:spTree>
    <p:extLst>
      <p:ext uri="{BB962C8B-B14F-4D97-AF65-F5344CB8AC3E}">
        <p14:creationId xmlns:p14="http://schemas.microsoft.com/office/powerpoint/2010/main" val="189660440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Arial" pitchFamily="34" charset="0"/>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Arial" pitchFamily="34" charset="0"/>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Arial" pitchFamily="34" charset="0"/>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Arial" pitchFamily="34" charset="0"/>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defRPr sz="2400">
                <a:solidFill>
                  <a:schemeClr val="tx1"/>
                </a:solidFill>
                <a:latin typeface="Tahoma" pitchFamily="34" charset="0"/>
              </a:defRPr>
            </a:lvl1pPr>
            <a:lvl2pPr defTabSz="922338">
              <a:defRPr sz="2400">
                <a:solidFill>
                  <a:schemeClr val="tx1"/>
                </a:solidFill>
                <a:latin typeface="Tahoma" pitchFamily="34" charset="0"/>
              </a:defRPr>
            </a:lvl2pPr>
            <a:lvl3pPr defTabSz="922338">
              <a:defRPr sz="2400">
                <a:solidFill>
                  <a:schemeClr val="tx1"/>
                </a:solidFill>
                <a:latin typeface="Tahoma" pitchFamily="34" charset="0"/>
              </a:defRPr>
            </a:lvl3pPr>
            <a:lvl4pPr defTabSz="922338">
              <a:defRPr sz="2400">
                <a:solidFill>
                  <a:schemeClr val="tx1"/>
                </a:solidFill>
                <a:latin typeface="Tahoma" pitchFamily="34" charset="0"/>
              </a:defRPr>
            </a:lvl4pPr>
            <a:lvl5pPr defTabSz="922338">
              <a:defRPr sz="2400">
                <a:solidFill>
                  <a:schemeClr val="tx1"/>
                </a:solidFill>
                <a:latin typeface="Tahoma" pitchFamily="34" charset="0"/>
              </a:defRPr>
            </a:lvl5pPr>
            <a:lvl6pPr defTabSz="922338" fontAlgn="base">
              <a:spcBef>
                <a:spcPct val="0"/>
              </a:spcBef>
              <a:spcAft>
                <a:spcPct val="0"/>
              </a:spcAft>
              <a:buFont typeface="Arial" pitchFamily="34" charset="0"/>
              <a:defRPr sz="2400">
                <a:solidFill>
                  <a:schemeClr val="tx1"/>
                </a:solidFill>
                <a:latin typeface="Tahoma" pitchFamily="34" charset="0"/>
              </a:defRPr>
            </a:lvl6pPr>
            <a:lvl7pPr defTabSz="922338" fontAlgn="base">
              <a:spcBef>
                <a:spcPct val="0"/>
              </a:spcBef>
              <a:spcAft>
                <a:spcPct val="0"/>
              </a:spcAft>
              <a:buFont typeface="Arial" pitchFamily="34" charset="0"/>
              <a:defRPr sz="2400">
                <a:solidFill>
                  <a:schemeClr val="tx1"/>
                </a:solidFill>
                <a:latin typeface="Tahoma" pitchFamily="34" charset="0"/>
              </a:defRPr>
            </a:lvl7pPr>
            <a:lvl8pPr defTabSz="922338" fontAlgn="base">
              <a:spcBef>
                <a:spcPct val="0"/>
              </a:spcBef>
              <a:spcAft>
                <a:spcPct val="0"/>
              </a:spcAft>
              <a:buFont typeface="Arial" pitchFamily="34" charset="0"/>
              <a:defRPr sz="2400">
                <a:solidFill>
                  <a:schemeClr val="tx1"/>
                </a:solidFill>
                <a:latin typeface="Tahoma" pitchFamily="34" charset="0"/>
              </a:defRPr>
            </a:lvl8pPr>
            <a:lvl9pPr defTabSz="922338" fontAlgn="base">
              <a:spcBef>
                <a:spcPct val="0"/>
              </a:spcBef>
              <a:spcAft>
                <a:spcPct val="0"/>
              </a:spcAft>
              <a:buFont typeface="Arial" pitchFamily="34" charset="0"/>
              <a:defRPr sz="2400">
                <a:solidFill>
                  <a:schemeClr val="tx1"/>
                </a:solidFill>
                <a:latin typeface="Tahoma" pitchFamily="34" charset="0"/>
              </a:defRPr>
            </a:lvl9pPr>
          </a:lstStyle>
          <a:p>
            <a:fld id="{2600DF22-3D07-4A40-9255-3EFD31959A6C}" type="slidenum">
              <a:rPr lang="en-US" altLang="en-US" sz="1200">
                <a:latin typeface="Times New Roman" pitchFamily="18" charset="0"/>
              </a:rPr>
              <a:pPr/>
              <a:t>1</a:t>
            </a:fld>
            <a:endParaRPr lang="en-US" altLang="en-US" sz="1200">
              <a:latin typeface="Times New Roman" pitchFamily="18" charset="0"/>
            </a:endParaRPr>
          </a:p>
        </p:txBody>
      </p:sp>
      <p:sp>
        <p:nvSpPr>
          <p:cNvPr id="18434" name="Rectangle 7"/>
          <p:cNvSpPr txBox="1">
            <a:spLocks noGrp="1" noChangeArrowheads="1"/>
          </p:cNvSpPr>
          <p:nvPr/>
        </p:nvSpPr>
        <p:spPr bwMode="auto">
          <a:xfrm>
            <a:off x="3971925" y="8831263"/>
            <a:ext cx="3038475"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a:defRPr sz="2400">
                <a:solidFill>
                  <a:schemeClr val="tx1"/>
                </a:solidFill>
                <a:latin typeface="Tahoma" pitchFamily="34" charset="0"/>
              </a:defRPr>
            </a:lvl1pPr>
            <a:lvl2pPr defTabSz="931863">
              <a:defRPr sz="2400">
                <a:solidFill>
                  <a:schemeClr val="tx1"/>
                </a:solidFill>
                <a:latin typeface="Tahoma" pitchFamily="34" charset="0"/>
              </a:defRPr>
            </a:lvl2pPr>
            <a:lvl3pPr defTabSz="931863">
              <a:defRPr sz="2400">
                <a:solidFill>
                  <a:schemeClr val="tx1"/>
                </a:solidFill>
                <a:latin typeface="Tahoma" pitchFamily="34" charset="0"/>
              </a:defRPr>
            </a:lvl3pPr>
            <a:lvl4pPr defTabSz="931863">
              <a:defRPr sz="2400">
                <a:solidFill>
                  <a:schemeClr val="tx1"/>
                </a:solidFill>
                <a:latin typeface="Tahoma" pitchFamily="34" charset="0"/>
              </a:defRPr>
            </a:lvl4pPr>
            <a:lvl5pPr defTabSz="931863">
              <a:defRPr sz="2400">
                <a:solidFill>
                  <a:schemeClr val="tx1"/>
                </a:solidFill>
                <a:latin typeface="Tahoma" pitchFamily="34" charset="0"/>
              </a:defRPr>
            </a:lvl5pPr>
            <a:lvl6pPr defTabSz="931863" fontAlgn="base">
              <a:spcBef>
                <a:spcPct val="0"/>
              </a:spcBef>
              <a:spcAft>
                <a:spcPct val="0"/>
              </a:spcAft>
              <a:buFont typeface="Arial" pitchFamily="34" charset="0"/>
              <a:defRPr sz="2400">
                <a:solidFill>
                  <a:schemeClr val="tx1"/>
                </a:solidFill>
                <a:latin typeface="Tahoma" pitchFamily="34" charset="0"/>
              </a:defRPr>
            </a:lvl6pPr>
            <a:lvl7pPr defTabSz="931863" fontAlgn="base">
              <a:spcBef>
                <a:spcPct val="0"/>
              </a:spcBef>
              <a:spcAft>
                <a:spcPct val="0"/>
              </a:spcAft>
              <a:buFont typeface="Arial" pitchFamily="34" charset="0"/>
              <a:defRPr sz="2400">
                <a:solidFill>
                  <a:schemeClr val="tx1"/>
                </a:solidFill>
                <a:latin typeface="Tahoma" pitchFamily="34" charset="0"/>
              </a:defRPr>
            </a:lvl7pPr>
            <a:lvl8pPr defTabSz="931863" fontAlgn="base">
              <a:spcBef>
                <a:spcPct val="0"/>
              </a:spcBef>
              <a:spcAft>
                <a:spcPct val="0"/>
              </a:spcAft>
              <a:buFont typeface="Arial" pitchFamily="34" charset="0"/>
              <a:defRPr sz="2400">
                <a:solidFill>
                  <a:schemeClr val="tx1"/>
                </a:solidFill>
                <a:latin typeface="Tahoma" pitchFamily="34" charset="0"/>
              </a:defRPr>
            </a:lvl8pPr>
            <a:lvl9pPr defTabSz="931863" fontAlgn="base">
              <a:spcBef>
                <a:spcPct val="0"/>
              </a:spcBef>
              <a:spcAft>
                <a:spcPct val="0"/>
              </a:spcAft>
              <a:buFont typeface="Arial" pitchFamily="34" charset="0"/>
              <a:defRPr sz="2400">
                <a:solidFill>
                  <a:schemeClr val="tx1"/>
                </a:solidFill>
                <a:latin typeface="Tahoma" pitchFamily="34" charset="0"/>
              </a:defRPr>
            </a:lvl9pPr>
          </a:lstStyle>
          <a:p>
            <a:pPr algn="r"/>
            <a:fld id="{B153DDD1-F95B-4747-BACD-27BA3FAEFF93}" type="slidenum">
              <a:rPr lang="zh-CN" altLang="en-US" sz="1200">
                <a:latin typeface="Times New Roman" pitchFamily="18" charset="0"/>
              </a:rPr>
              <a:pPr algn="r"/>
              <a:t>1</a:t>
            </a:fld>
            <a:endParaRPr lang="en-US" altLang="zh-CN" sz="1200">
              <a:latin typeface="Times New Roman" pitchFamily="18" charset="0"/>
            </a:endParaRPr>
          </a:p>
        </p:txBody>
      </p:sp>
      <p:sp>
        <p:nvSpPr>
          <p:cNvPr id="18435" name="Rectangle 2"/>
          <p:cNvSpPr>
            <a:spLocks noGrp="1" noRot="1" noChangeAspect="1" noChangeArrowheads="1" noTextEdit="1"/>
          </p:cNvSpPr>
          <p:nvPr>
            <p:ph type="sldImg" idx="4294967295"/>
          </p:nvPr>
        </p:nvSpPr>
        <p:spPr>
          <a:ln/>
        </p:spPr>
      </p:sp>
      <p:sp>
        <p:nvSpPr>
          <p:cNvPr id="18436" name="Rectangle 3"/>
          <p:cNvSpPr>
            <a:spLocks noGrp="1" noChangeArrowheads="1"/>
          </p:cNvSpPr>
          <p:nvPr>
            <p:ph type="body" idx="4294967295"/>
          </p:nvPr>
        </p:nvSpPr>
        <p:spPr>
          <a:ln/>
          <a:extLs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lstStyle/>
          <a:p>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训练数据</a:t>
            </a:r>
            <a:r>
              <a:rPr lang="en-US" altLang="zh-CN" dirty="0"/>
              <a:t>-</a:t>
            </a:r>
            <a:r>
              <a:rPr lang="zh-CN" altLang="en-US" dirty="0"/>
              <a:t>模型</a:t>
            </a:r>
            <a:r>
              <a:rPr lang="en-US" altLang="zh-CN" dirty="0"/>
              <a:t>-</a:t>
            </a:r>
            <a:r>
              <a:rPr lang="zh-CN" altLang="en-US" dirty="0"/>
              <a:t>分类</a:t>
            </a:r>
          </a:p>
        </p:txBody>
      </p:sp>
      <p:sp>
        <p:nvSpPr>
          <p:cNvPr id="4" name="灯片编号占位符 3"/>
          <p:cNvSpPr>
            <a:spLocks noGrp="1"/>
          </p:cNvSpPr>
          <p:nvPr>
            <p:ph type="sldNum" sz="quarter" idx="10"/>
          </p:nvPr>
        </p:nvSpPr>
        <p:spPr/>
        <p:txBody>
          <a:bodyPr/>
          <a:lstStyle/>
          <a:p>
            <a:fld id="{13BEAF37-F06F-45FE-A616-A728B0D136FD}" type="slidenum">
              <a:rPr lang="en-US" altLang="en-US" smtClean="0"/>
              <a:pPr/>
              <a:t>2</a:t>
            </a:fld>
            <a:endParaRPr lang="en-US" altLang="en-US">
              <a:cs typeface="+mn-cs"/>
            </a:endParaRPr>
          </a:p>
        </p:txBody>
      </p:sp>
    </p:spTree>
    <p:extLst>
      <p:ext uri="{BB962C8B-B14F-4D97-AF65-F5344CB8AC3E}">
        <p14:creationId xmlns:p14="http://schemas.microsoft.com/office/powerpoint/2010/main" val="25086186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C4.5</a:t>
            </a:r>
            <a:r>
              <a:rPr lang="zh-CN" altLang="en-US" dirty="0"/>
              <a:t>算法是用于生成决策树的一种经典算法，是</a:t>
            </a:r>
            <a:r>
              <a:rPr lang="en-US" altLang="zh-CN" dirty="0"/>
              <a:t>ID3</a:t>
            </a:r>
            <a:r>
              <a:rPr lang="zh-CN" altLang="en-US" dirty="0"/>
              <a:t>算法的一种延伸和优化。</a:t>
            </a:r>
            <a:r>
              <a:rPr lang="en-US" altLang="zh-CN" dirty="0"/>
              <a:t>C4.5</a:t>
            </a:r>
            <a:r>
              <a:rPr lang="zh-CN" altLang="en-US" dirty="0"/>
              <a:t>算法对</a:t>
            </a:r>
            <a:r>
              <a:rPr lang="en-US" altLang="zh-CN" dirty="0"/>
              <a:t>ID3</a:t>
            </a:r>
            <a:r>
              <a:rPr lang="zh-CN" altLang="en-US" dirty="0"/>
              <a:t>算法主要做了一下几点改进： </a:t>
            </a:r>
          </a:p>
          <a:p>
            <a:r>
              <a:rPr lang="zh-CN" altLang="en-US" dirty="0"/>
              <a:t>  （</a:t>
            </a:r>
            <a:r>
              <a:rPr lang="en-US" altLang="zh-CN" dirty="0"/>
              <a:t>1</a:t>
            </a:r>
            <a:r>
              <a:rPr lang="zh-CN" altLang="en-US" dirty="0"/>
              <a:t>）通过信息增益率选择分裂属性，克服了</a:t>
            </a:r>
            <a:r>
              <a:rPr lang="en-US" altLang="zh-CN" dirty="0"/>
              <a:t>ID3</a:t>
            </a:r>
            <a:r>
              <a:rPr lang="zh-CN" altLang="en-US" dirty="0"/>
              <a:t>算法中通过信息增益倾向于选择拥有多个属性值的属性作为分裂属性的不足； </a:t>
            </a:r>
          </a:p>
          <a:p>
            <a:r>
              <a:rPr lang="zh-CN" altLang="en-US" dirty="0"/>
              <a:t>  （</a:t>
            </a:r>
            <a:r>
              <a:rPr lang="en-US" altLang="zh-CN" dirty="0"/>
              <a:t>2</a:t>
            </a:r>
            <a:r>
              <a:rPr lang="zh-CN" altLang="en-US" dirty="0"/>
              <a:t>）能够处理离散型和连续型的属性类型，即将连续型的属性进行离散化处理； </a:t>
            </a:r>
          </a:p>
          <a:p>
            <a:r>
              <a:rPr lang="zh-CN" altLang="en-US" dirty="0"/>
              <a:t>  （</a:t>
            </a:r>
            <a:r>
              <a:rPr lang="en-US" altLang="zh-CN" dirty="0"/>
              <a:t>3</a:t>
            </a:r>
            <a:r>
              <a:rPr lang="zh-CN" altLang="en-US" dirty="0"/>
              <a:t>）构造决策树之后进行剪枝操作； </a:t>
            </a:r>
          </a:p>
          <a:p>
            <a:r>
              <a:rPr lang="zh-CN" altLang="en-US" dirty="0"/>
              <a:t>  （</a:t>
            </a:r>
            <a:r>
              <a:rPr lang="en-US" altLang="zh-CN" dirty="0"/>
              <a:t>4</a:t>
            </a:r>
            <a:r>
              <a:rPr lang="zh-CN" altLang="en-US" dirty="0"/>
              <a:t>）能够处理具有缺失属性值的训练数据。</a:t>
            </a:r>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13BEAF37-F06F-45FE-A616-A728B0D136FD}" type="slidenum">
              <a:rPr lang="en-US" altLang="en-US" smtClean="0"/>
              <a:pPr/>
              <a:t>3</a:t>
            </a:fld>
            <a:endParaRPr lang="en-US" altLang="en-US">
              <a:cs typeface="+mn-cs"/>
            </a:endParaRPr>
          </a:p>
        </p:txBody>
      </p:sp>
    </p:spTree>
    <p:extLst>
      <p:ext uri="{BB962C8B-B14F-4D97-AF65-F5344CB8AC3E}">
        <p14:creationId xmlns:p14="http://schemas.microsoft.com/office/powerpoint/2010/main" val="35322500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itchFamily="34" charset="0"/>
              </a:defRPr>
            </a:lvl1pPr>
            <a:lvl2pPr defTabSz="931863">
              <a:defRPr>
                <a:solidFill>
                  <a:schemeClr val="tx1"/>
                </a:solidFill>
                <a:latin typeface="Tahoma" pitchFamily="34" charset="0"/>
              </a:defRPr>
            </a:lvl2pPr>
            <a:lvl3pPr defTabSz="931863">
              <a:defRPr>
                <a:solidFill>
                  <a:schemeClr val="tx1"/>
                </a:solidFill>
                <a:latin typeface="Tahoma" pitchFamily="34" charset="0"/>
              </a:defRPr>
            </a:lvl3pPr>
            <a:lvl4pPr defTabSz="931863">
              <a:defRPr>
                <a:solidFill>
                  <a:schemeClr val="tx1"/>
                </a:solidFill>
                <a:latin typeface="Tahoma" pitchFamily="34" charset="0"/>
              </a:defRPr>
            </a:lvl4pPr>
            <a:lvl5pPr defTabSz="931863">
              <a:defRPr>
                <a:solidFill>
                  <a:schemeClr val="tx1"/>
                </a:solidFill>
                <a:latin typeface="Tahoma" pitchFamily="34" charset="0"/>
              </a:defRPr>
            </a:lvl5pPr>
            <a:lvl6pPr defTabSz="931863" fontAlgn="base">
              <a:spcBef>
                <a:spcPct val="0"/>
              </a:spcBef>
              <a:spcAft>
                <a:spcPct val="0"/>
              </a:spcAft>
              <a:buFont typeface="Arial" pitchFamily="34" charset="0"/>
              <a:defRPr>
                <a:solidFill>
                  <a:schemeClr val="tx1"/>
                </a:solidFill>
                <a:latin typeface="Tahoma" pitchFamily="34" charset="0"/>
              </a:defRPr>
            </a:lvl6pPr>
            <a:lvl7pPr defTabSz="931863" fontAlgn="base">
              <a:spcBef>
                <a:spcPct val="0"/>
              </a:spcBef>
              <a:spcAft>
                <a:spcPct val="0"/>
              </a:spcAft>
              <a:buFont typeface="Arial" pitchFamily="34" charset="0"/>
              <a:defRPr>
                <a:solidFill>
                  <a:schemeClr val="tx1"/>
                </a:solidFill>
                <a:latin typeface="Tahoma" pitchFamily="34" charset="0"/>
              </a:defRPr>
            </a:lvl7pPr>
            <a:lvl8pPr defTabSz="931863" fontAlgn="base">
              <a:spcBef>
                <a:spcPct val="0"/>
              </a:spcBef>
              <a:spcAft>
                <a:spcPct val="0"/>
              </a:spcAft>
              <a:buFont typeface="Arial" pitchFamily="34" charset="0"/>
              <a:defRPr>
                <a:solidFill>
                  <a:schemeClr val="tx1"/>
                </a:solidFill>
                <a:latin typeface="Tahoma" pitchFamily="34" charset="0"/>
              </a:defRPr>
            </a:lvl8pPr>
            <a:lvl9pPr defTabSz="931863" fontAlgn="base">
              <a:spcBef>
                <a:spcPct val="0"/>
              </a:spcBef>
              <a:spcAft>
                <a:spcPct val="0"/>
              </a:spcAft>
              <a:buFont typeface="Arial" pitchFamily="34" charset="0"/>
              <a:defRPr>
                <a:solidFill>
                  <a:schemeClr val="tx1"/>
                </a:solidFill>
                <a:latin typeface="Tahoma" pitchFamily="34" charset="0"/>
              </a:defRPr>
            </a:lvl9pPr>
          </a:lstStyle>
          <a:p>
            <a:fld id="{69FCC36D-31F5-44CB-A76C-3BB71E408538}" type="slidenum">
              <a:rPr lang="en-US" altLang="en-US">
                <a:latin typeface="Times New Roman" pitchFamily="18" charset="0"/>
              </a:rPr>
              <a:pPr/>
              <a:t>4</a:t>
            </a:fld>
            <a:endParaRPr lang="en-US" altLang="en-US">
              <a:latin typeface="Times New Roman" pitchFamily="18" charset="0"/>
            </a:endParaRPr>
          </a:p>
        </p:txBody>
      </p:sp>
      <p:sp>
        <p:nvSpPr>
          <p:cNvPr id="59394" name="Rectangle 2"/>
          <p:cNvSpPr>
            <a:spLocks noGrp="1" noRot="1" noChangeAspect="1" noChangeArrowheads="1" noTextEdit="1"/>
          </p:cNvSpPr>
          <p:nvPr>
            <p:ph type="sldImg" idx="4294967295"/>
          </p:nvPr>
        </p:nvSpPr>
        <p:spPr>
          <a:ln/>
        </p:spPr>
      </p:sp>
      <p:sp>
        <p:nvSpPr>
          <p:cNvPr id="59395" name="Rectangle 3"/>
          <p:cNvSpPr>
            <a:spLocks noGrp="1" noChangeArrowheads="1"/>
          </p:cNvSpPr>
          <p:nvPr>
            <p:ph type="body" idx="4294967295"/>
          </p:nvPr>
        </p:nvSpPr>
        <p:spPr>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C4.5</a:t>
            </a:r>
            <a:r>
              <a:rPr lang="zh-CN" altLang="en-US" dirty="0"/>
              <a:t>算法是用于生成决策树的一种经典算法，是</a:t>
            </a:r>
            <a:r>
              <a:rPr lang="en-US" altLang="zh-CN" dirty="0"/>
              <a:t>ID3</a:t>
            </a:r>
            <a:r>
              <a:rPr lang="zh-CN" altLang="en-US" dirty="0"/>
              <a:t>算法的一种延伸和优化。</a:t>
            </a:r>
            <a:r>
              <a:rPr lang="en-US" altLang="zh-CN" dirty="0"/>
              <a:t>C4.5</a:t>
            </a:r>
            <a:r>
              <a:rPr lang="zh-CN" altLang="en-US" dirty="0"/>
              <a:t>算法对</a:t>
            </a:r>
            <a:r>
              <a:rPr lang="en-US" altLang="zh-CN" dirty="0"/>
              <a:t>ID3</a:t>
            </a:r>
            <a:r>
              <a:rPr lang="zh-CN" altLang="en-US" dirty="0"/>
              <a:t>算法主要做了一下几点改进： </a:t>
            </a:r>
          </a:p>
          <a:p>
            <a:r>
              <a:rPr lang="zh-CN" altLang="en-US" dirty="0"/>
              <a:t>  （</a:t>
            </a:r>
            <a:r>
              <a:rPr lang="en-US" altLang="zh-CN" dirty="0"/>
              <a:t>1</a:t>
            </a:r>
            <a:r>
              <a:rPr lang="zh-CN" altLang="en-US" dirty="0"/>
              <a:t>）通过信息增益率选择分裂属性，克服了</a:t>
            </a:r>
            <a:r>
              <a:rPr lang="en-US" altLang="zh-CN" dirty="0"/>
              <a:t>ID3</a:t>
            </a:r>
            <a:r>
              <a:rPr lang="zh-CN" altLang="en-US" dirty="0"/>
              <a:t>算法中通过信息增益倾向于选择拥有多个属性值的属性作为分裂属性的不足； </a:t>
            </a:r>
          </a:p>
          <a:p>
            <a:r>
              <a:rPr lang="zh-CN" altLang="en-US" dirty="0"/>
              <a:t>  （</a:t>
            </a:r>
            <a:r>
              <a:rPr lang="en-US" altLang="zh-CN" dirty="0"/>
              <a:t>2</a:t>
            </a:r>
            <a:r>
              <a:rPr lang="zh-CN" altLang="en-US" dirty="0"/>
              <a:t>）能够处理离散型和连续型的属性类型，即将连续型的属性进行离散化处理； </a:t>
            </a:r>
          </a:p>
          <a:p>
            <a:r>
              <a:rPr lang="zh-CN" altLang="en-US" dirty="0"/>
              <a:t>  （</a:t>
            </a:r>
            <a:r>
              <a:rPr lang="en-US" altLang="zh-CN" dirty="0"/>
              <a:t>3</a:t>
            </a:r>
            <a:r>
              <a:rPr lang="zh-CN" altLang="en-US" dirty="0"/>
              <a:t>）构造决策树之后进行剪枝操作； </a:t>
            </a:r>
          </a:p>
          <a:p>
            <a:r>
              <a:rPr lang="zh-CN" altLang="en-US" dirty="0"/>
              <a:t>  （</a:t>
            </a:r>
            <a:r>
              <a:rPr lang="en-US" altLang="zh-CN" dirty="0"/>
              <a:t>4</a:t>
            </a:r>
            <a:r>
              <a:rPr lang="zh-CN" altLang="en-US" dirty="0"/>
              <a:t>）能够处理具有缺失属性值的训练数据。</a:t>
            </a:r>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13BEAF37-F06F-45FE-A616-A728B0D136FD}" type="slidenum">
              <a:rPr lang="en-US" altLang="en-US" smtClean="0"/>
              <a:pPr/>
              <a:t>5</a:t>
            </a:fld>
            <a:endParaRPr lang="en-US" altLang="en-US">
              <a:cs typeface="+mn-cs"/>
            </a:endParaRPr>
          </a:p>
        </p:txBody>
      </p:sp>
    </p:spTree>
    <p:extLst>
      <p:ext uri="{BB962C8B-B14F-4D97-AF65-F5344CB8AC3E}">
        <p14:creationId xmlns:p14="http://schemas.microsoft.com/office/powerpoint/2010/main" val="3232752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itchFamily="34" charset="0"/>
              </a:defRPr>
            </a:lvl1pPr>
            <a:lvl2pPr defTabSz="931863">
              <a:defRPr>
                <a:solidFill>
                  <a:schemeClr val="tx1"/>
                </a:solidFill>
                <a:latin typeface="Tahoma" pitchFamily="34" charset="0"/>
              </a:defRPr>
            </a:lvl2pPr>
            <a:lvl3pPr defTabSz="931863">
              <a:defRPr>
                <a:solidFill>
                  <a:schemeClr val="tx1"/>
                </a:solidFill>
                <a:latin typeface="Tahoma" pitchFamily="34" charset="0"/>
              </a:defRPr>
            </a:lvl3pPr>
            <a:lvl4pPr defTabSz="931863">
              <a:defRPr>
                <a:solidFill>
                  <a:schemeClr val="tx1"/>
                </a:solidFill>
                <a:latin typeface="Tahoma" pitchFamily="34" charset="0"/>
              </a:defRPr>
            </a:lvl4pPr>
            <a:lvl5pPr defTabSz="931863">
              <a:defRPr>
                <a:solidFill>
                  <a:schemeClr val="tx1"/>
                </a:solidFill>
                <a:latin typeface="Tahoma" pitchFamily="34" charset="0"/>
              </a:defRPr>
            </a:lvl5pPr>
            <a:lvl6pPr defTabSz="931863" fontAlgn="base">
              <a:spcBef>
                <a:spcPct val="0"/>
              </a:spcBef>
              <a:spcAft>
                <a:spcPct val="0"/>
              </a:spcAft>
              <a:buFont typeface="Arial" pitchFamily="34" charset="0"/>
              <a:defRPr>
                <a:solidFill>
                  <a:schemeClr val="tx1"/>
                </a:solidFill>
                <a:latin typeface="Tahoma" pitchFamily="34" charset="0"/>
              </a:defRPr>
            </a:lvl6pPr>
            <a:lvl7pPr defTabSz="931863" fontAlgn="base">
              <a:spcBef>
                <a:spcPct val="0"/>
              </a:spcBef>
              <a:spcAft>
                <a:spcPct val="0"/>
              </a:spcAft>
              <a:buFont typeface="Arial" pitchFamily="34" charset="0"/>
              <a:defRPr>
                <a:solidFill>
                  <a:schemeClr val="tx1"/>
                </a:solidFill>
                <a:latin typeface="Tahoma" pitchFamily="34" charset="0"/>
              </a:defRPr>
            </a:lvl7pPr>
            <a:lvl8pPr defTabSz="931863" fontAlgn="base">
              <a:spcBef>
                <a:spcPct val="0"/>
              </a:spcBef>
              <a:spcAft>
                <a:spcPct val="0"/>
              </a:spcAft>
              <a:buFont typeface="Arial" pitchFamily="34" charset="0"/>
              <a:defRPr>
                <a:solidFill>
                  <a:schemeClr val="tx1"/>
                </a:solidFill>
                <a:latin typeface="Tahoma" pitchFamily="34" charset="0"/>
              </a:defRPr>
            </a:lvl8pPr>
            <a:lvl9pPr defTabSz="931863" fontAlgn="base">
              <a:spcBef>
                <a:spcPct val="0"/>
              </a:spcBef>
              <a:spcAft>
                <a:spcPct val="0"/>
              </a:spcAft>
              <a:buFont typeface="Arial" pitchFamily="34" charset="0"/>
              <a:defRPr>
                <a:solidFill>
                  <a:schemeClr val="tx1"/>
                </a:solidFill>
                <a:latin typeface="Tahoma" pitchFamily="34" charset="0"/>
              </a:defRPr>
            </a:lvl9pPr>
          </a:lstStyle>
          <a:p>
            <a:fld id="{831745AE-8F14-4A24-B1BE-75D089A69F1C}" type="slidenum">
              <a:rPr lang="en-US" altLang="en-US">
                <a:latin typeface="Times New Roman" pitchFamily="18" charset="0"/>
              </a:rPr>
              <a:pPr/>
              <a:t>7</a:t>
            </a:fld>
            <a:endParaRPr lang="en-US" altLang="en-US">
              <a:latin typeface="Times New Roman" pitchFamily="18" charset="0"/>
            </a:endParaRPr>
          </a:p>
        </p:txBody>
      </p:sp>
      <p:sp>
        <p:nvSpPr>
          <p:cNvPr id="63490" name="Rectangle 2"/>
          <p:cNvSpPr>
            <a:spLocks noGrp="1" noRot="1" noChangeAspect="1" noChangeArrowheads="1" noTextEdit="1"/>
          </p:cNvSpPr>
          <p:nvPr>
            <p:ph type="sldImg" idx="4294967295"/>
          </p:nvPr>
        </p:nvSpPr>
        <p:spPr>
          <a:ln/>
        </p:spPr>
      </p:sp>
      <p:sp>
        <p:nvSpPr>
          <p:cNvPr id="63491" name="Rectangle 3"/>
          <p:cNvSpPr>
            <a:spLocks noGrp="1" noChangeArrowheads="1"/>
          </p:cNvSpPr>
          <p:nvPr>
            <p:ph type="body" idx="4294967295"/>
          </p:nvPr>
        </p:nvSpPr>
        <p:spPr>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书本</a:t>
            </a:r>
            <a:r>
              <a:rPr lang="en-US" altLang="zh-CN" dirty="0"/>
              <a:t>P194</a:t>
            </a:r>
            <a:r>
              <a:rPr lang="zh-CN" altLang="en-US" dirty="0"/>
              <a:t>图</a:t>
            </a:r>
          </a:p>
        </p:txBody>
      </p:sp>
      <p:sp>
        <p:nvSpPr>
          <p:cNvPr id="4" name="灯片编号占位符 3"/>
          <p:cNvSpPr>
            <a:spLocks noGrp="1"/>
          </p:cNvSpPr>
          <p:nvPr>
            <p:ph type="sldNum" sz="quarter" idx="10"/>
          </p:nvPr>
        </p:nvSpPr>
        <p:spPr/>
        <p:txBody>
          <a:bodyPr/>
          <a:lstStyle/>
          <a:p>
            <a:fld id="{13BEAF37-F06F-45FE-A616-A728B0D136FD}" type="slidenum">
              <a:rPr lang="en-US" altLang="en-US" smtClean="0"/>
              <a:pPr/>
              <a:t>8</a:t>
            </a:fld>
            <a:endParaRPr lang="en-US" altLang="en-US">
              <a:cs typeface="+mn-cs"/>
            </a:endParaRPr>
          </a:p>
        </p:txBody>
      </p:sp>
    </p:spTree>
    <p:extLst>
      <p:ext uri="{BB962C8B-B14F-4D97-AF65-F5344CB8AC3E}">
        <p14:creationId xmlns:p14="http://schemas.microsoft.com/office/powerpoint/2010/main" val="12310225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在分类树下面有两个关键的思想。第一个是关于递归地划分自变量空间的想法；第二个想法是用验证数据进行剪枝。</a:t>
            </a:r>
          </a:p>
          <a:p>
            <a:r>
              <a:rPr lang="en-US" altLang="zh-CN" sz="1200" b="0" i="0" kern="1200" dirty="0">
                <a:solidFill>
                  <a:schemeClr val="tx1"/>
                </a:solidFill>
                <a:effectLst/>
                <a:latin typeface="Times New Roman" pitchFamily="18" charset="0"/>
                <a:ea typeface="+mn-ea"/>
                <a:cs typeface="Arial" pitchFamily="34" charset="0"/>
              </a:rPr>
              <a:t>CART</a:t>
            </a:r>
            <a:r>
              <a:rPr lang="zh-CN" altLang="en-US" sz="1200" b="0" i="0" kern="1200" dirty="0">
                <a:solidFill>
                  <a:schemeClr val="tx1"/>
                </a:solidFill>
                <a:effectLst/>
                <a:latin typeface="Times New Roman" pitchFamily="18" charset="0"/>
                <a:ea typeface="+mn-ea"/>
                <a:cs typeface="Arial" pitchFamily="34" charset="0"/>
              </a:rPr>
              <a:t>是一棵二叉树。</a:t>
            </a:r>
            <a:endParaRPr lang="en-US" altLang="zh-CN" sz="1200" b="0" i="0" kern="1200" dirty="0">
              <a:solidFill>
                <a:schemeClr val="tx1"/>
              </a:solidFill>
              <a:effectLst/>
              <a:latin typeface="Times New Roman" pitchFamily="18" charset="0"/>
              <a:ea typeface="+mn-ea"/>
              <a:cs typeface="Arial" pitchFamily="34" charset="0"/>
            </a:endParaRPr>
          </a:p>
          <a:p>
            <a:r>
              <a:rPr lang="en-US" altLang="zh-CN" dirty="0"/>
              <a:t>CART</a:t>
            </a:r>
            <a:r>
              <a:rPr lang="zh-CN" altLang="en-US" dirty="0"/>
              <a:t>算法由以下两步组成</a:t>
            </a:r>
          </a:p>
          <a:p>
            <a:r>
              <a:rPr lang="zh-CN" altLang="en-US" dirty="0"/>
              <a:t>（</a:t>
            </a:r>
            <a:r>
              <a:rPr lang="en-US" altLang="zh-CN" dirty="0"/>
              <a:t>1</a:t>
            </a:r>
            <a:r>
              <a:rPr lang="zh-CN" altLang="en-US" dirty="0"/>
              <a:t>）决策树生成：基于训练数据集生成决策树，生成的决策树要尽量大；</a:t>
            </a:r>
          </a:p>
          <a:p>
            <a:r>
              <a:rPr lang="zh-CN" altLang="en-US" dirty="0"/>
              <a:t>（</a:t>
            </a:r>
            <a:r>
              <a:rPr lang="en-US" altLang="zh-CN" dirty="0"/>
              <a:t>2</a:t>
            </a:r>
            <a:r>
              <a:rPr lang="zh-CN" altLang="en-US" dirty="0"/>
              <a:t>）决策树剪枝：用验证数据集对己生成的树进行剪枝并选择最优子树，这时用损失函数最小作为剪枝的标准。</a:t>
            </a:r>
          </a:p>
          <a:p>
            <a:endParaRPr lang="zh-CN" altLang="en-US" dirty="0"/>
          </a:p>
        </p:txBody>
      </p:sp>
      <p:sp>
        <p:nvSpPr>
          <p:cNvPr id="4" name="灯片编号占位符 3"/>
          <p:cNvSpPr>
            <a:spLocks noGrp="1"/>
          </p:cNvSpPr>
          <p:nvPr>
            <p:ph type="sldNum" sz="quarter" idx="10"/>
          </p:nvPr>
        </p:nvSpPr>
        <p:spPr/>
        <p:txBody>
          <a:bodyPr/>
          <a:lstStyle/>
          <a:p>
            <a:fld id="{13BEAF37-F06F-45FE-A616-A728B0D136FD}" type="slidenum">
              <a:rPr lang="en-US" altLang="en-US" smtClean="0"/>
              <a:pPr/>
              <a:t>9</a:t>
            </a:fld>
            <a:endParaRPr lang="en-US" altLang="en-US">
              <a:cs typeface="+mn-cs"/>
            </a:endParaRPr>
          </a:p>
        </p:txBody>
      </p:sp>
    </p:spTree>
    <p:extLst>
      <p:ext uri="{BB962C8B-B14F-4D97-AF65-F5344CB8AC3E}">
        <p14:creationId xmlns:p14="http://schemas.microsoft.com/office/powerpoint/2010/main" val="26473386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C4.5 </a:t>
            </a:r>
            <a:r>
              <a:rPr lang="zh-CN" altLang="en-US" dirty="0"/>
              <a:t>算法有如下优点：产生的分类规则易于理解，准确率较高。</a:t>
            </a:r>
            <a:endParaRPr lang="en-US" altLang="zh-CN" dirty="0"/>
          </a:p>
          <a:p>
            <a:r>
              <a:rPr lang="zh-CN" altLang="en-US" dirty="0"/>
              <a:t>其缺点是：在构造树的过程中，需要对数据集进行多次的顺序扫描和排序，因而导致算法的低效。</a:t>
            </a:r>
          </a:p>
          <a:p>
            <a:endParaRPr lang="zh-CN" altLang="en-US" dirty="0"/>
          </a:p>
        </p:txBody>
      </p:sp>
      <p:sp>
        <p:nvSpPr>
          <p:cNvPr id="4" name="灯片编号占位符 3"/>
          <p:cNvSpPr>
            <a:spLocks noGrp="1"/>
          </p:cNvSpPr>
          <p:nvPr>
            <p:ph type="sldNum" sz="quarter" idx="10"/>
          </p:nvPr>
        </p:nvSpPr>
        <p:spPr/>
        <p:txBody>
          <a:bodyPr/>
          <a:lstStyle/>
          <a:p>
            <a:fld id="{13BEAF37-F06F-45FE-A616-A728B0D136FD}" type="slidenum">
              <a:rPr lang="en-US" altLang="en-US" smtClean="0"/>
              <a:pPr/>
              <a:t>10</a:t>
            </a:fld>
            <a:endParaRPr lang="en-US" altLang="en-US">
              <a:cs typeface="+mn-cs"/>
            </a:endParaRPr>
          </a:p>
        </p:txBody>
      </p:sp>
    </p:spTree>
    <p:extLst>
      <p:ext uri="{BB962C8B-B14F-4D97-AF65-F5344CB8AC3E}">
        <p14:creationId xmlns:p14="http://schemas.microsoft.com/office/powerpoint/2010/main" val="28549106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itchFamily="34" charset="0"/>
              </a:defRPr>
            </a:lvl1pPr>
            <a:lvl2pPr defTabSz="931863">
              <a:defRPr>
                <a:solidFill>
                  <a:schemeClr val="tx1"/>
                </a:solidFill>
                <a:latin typeface="Tahoma" pitchFamily="34" charset="0"/>
              </a:defRPr>
            </a:lvl2pPr>
            <a:lvl3pPr defTabSz="931863">
              <a:defRPr>
                <a:solidFill>
                  <a:schemeClr val="tx1"/>
                </a:solidFill>
                <a:latin typeface="Tahoma" pitchFamily="34" charset="0"/>
              </a:defRPr>
            </a:lvl3pPr>
            <a:lvl4pPr defTabSz="931863">
              <a:defRPr>
                <a:solidFill>
                  <a:schemeClr val="tx1"/>
                </a:solidFill>
                <a:latin typeface="Tahoma" pitchFamily="34" charset="0"/>
              </a:defRPr>
            </a:lvl4pPr>
            <a:lvl5pPr defTabSz="931863">
              <a:defRPr>
                <a:solidFill>
                  <a:schemeClr val="tx1"/>
                </a:solidFill>
                <a:latin typeface="Tahoma" pitchFamily="34" charset="0"/>
              </a:defRPr>
            </a:lvl5pPr>
            <a:lvl6pPr defTabSz="931863" fontAlgn="base">
              <a:spcBef>
                <a:spcPct val="0"/>
              </a:spcBef>
              <a:spcAft>
                <a:spcPct val="0"/>
              </a:spcAft>
              <a:buFont typeface="Arial" pitchFamily="34" charset="0"/>
              <a:defRPr>
                <a:solidFill>
                  <a:schemeClr val="tx1"/>
                </a:solidFill>
                <a:latin typeface="Tahoma" pitchFamily="34" charset="0"/>
              </a:defRPr>
            </a:lvl6pPr>
            <a:lvl7pPr defTabSz="931863" fontAlgn="base">
              <a:spcBef>
                <a:spcPct val="0"/>
              </a:spcBef>
              <a:spcAft>
                <a:spcPct val="0"/>
              </a:spcAft>
              <a:buFont typeface="Arial" pitchFamily="34" charset="0"/>
              <a:defRPr>
                <a:solidFill>
                  <a:schemeClr val="tx1"/>
                </a:solidFill>
                <a:latin typeface="Tahoma" pitchFamily="34" charset="0"/>
              </a:defRPr>
            </a:lvl7pPr>
            <a:lvl8pPr defTabSz="931863" fontAlgn="base">
              <a:spcBef>
                <a:spcPct val="0"/>
              </a:spcBef>
              <a:spcAft>
                <a:spcPct val="0"/>
              </a:spcAft>
              <a:buFont typeface="Arial" pitchFamily="34" charset="0"/>
              <a:defRPr>
                <a:solidFill>
                  <a:schemeClr val="tx1"/>
                </a:solidFill>
                <a:latin typeface="Tahoma" pitchFamily="34" charset="0"/>
              </a:defRPr>
            </a:lvl8pPr>
            <a:lvl9pPr defTabSz="931863" fontAlgn="base">
              <a:spcBef>
                <a:spcPct val="0"/>
              </a:spcBef>
              <a:spcAft>
                <a:spcPct val="0"/>
              </a:spcAft>
              <a:buFont typeface="Arial" pitchFamily="34" charset="0"/>
              <a:defRPr>
                <a:solidFill>
                  <a:schemeClr val="tx1"/>
                </a:solidFill>
                <a:latin typeface="Tahoma" pitchFamily="34" charset="0"/>
              </a:defRPr>
            </a:lvl9pPr>
          </a:lstStyle>
          <a:p>
            <a:fld id="{40717756-D518-4415-9D4E-A8F33257F64B}" type="slidenum">
              <a:rPr lang="en-US" altLang="en-US">
                <a:latin typeface="Times New Roman" pitchFamily="18" charset="0"/>
              </a:rPr>
              <a:pPr/>
              <a:t>11</a:t>
            </a:fld>
            <a:endParaRPr lang="en-US" altLang="en-US">
              <a:latin typeface="Times New Roman" pitchFamily="18" charset="0"/>
            </a:endParaRPr>
          </a:p>
        </p:txBody>
      </p:sp>
      <p:sp>
        <p:nvSpPr>
          <p:cNvPr id="67586" name="Rectangle 2"/>
          <p:cNvSpPr>
            <a:spLocks noGrp="1" noRot="1" noChangeAspect="1" noChangeArrowheads="1" noTextEdit="1"/>
          </p:cNvSpPr>
          <p:nvPr>
            <p:ph type="sldImg" idx="4294967295"/>
          </p:nvPr>
        </p:nvSpPr>
        <p:spPr>
          <a:ln/>
        </p:spPr>
      </p:sp>
      <p:sp>
        <p:nvSpPr>
          <p:cNvPr id="67587" name="Rectangle 3"/>
          <p:cNvSpPr>
            <a:spLocks noGrp="1" noChangeArrowheads="1"/>
          </p:cNvSpPr>
          <p:nvPr>
            <p:ph type="body" idx="4294967295"/>
          </p:nvPr>
        </p:nvSpPr>
        <p:spPr>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itchFamily="34" charset="0"/>
              </a:defRPr>
            </a:lvl1pPr>
            <a:lvl2pPr defTabSz="931863">
              <a:defRPr>
                <a:solidFill>
                  <a:schemeClr val="tx1"/>
                </a:solidFill>
                <a:latin typeface="Tahoma" pitchFamily="34" charset="0"/>
              </a:defRPr>
            </a:lvl2pPr>
            <a:lvl3pPr defTabSz="931863">
              <a:defRPr>
                <a:solidFill>
                  <a:schemeClr val="tx1"/>
                </a:solidFill>
                <a:latin typeface="Tahoma" pitchFamily="34" charset="0"/>
              </a:defRPr>
            </a:lvl3pPr>
            <a:lvl4pPr defTabSz="931863">
              <a:defRPr>
                <a:solidFill>
                  <a:schemeClr val="tx1"/>
                </a:solidFill>
                <a:latin typeface="Tahoma" pitchFamily="34" charset="0"/>
              </a:defRPr>
            </a:lvl4pPr>
            <a:lvl5pPr defTabSz="931863">
              <a:defRPr>
                <a:solidFill>
                  <a:schemeClr val="tx1"/>
                </a:solidFill>
                <a:latin typeface="Tahoma" pitchFamily="34" charset="0"/>
              </a:defRPr>
            </a:lvl5pPr>
            <a:lvl6pPr defTabSz="931863" fontAlgn="base">
              <a:spcBef>
                <a:spcPct val="0"/>
              </a:spcBef>
              <a:spcAft>
                <a:spcPct val="0"/>
              </a:spcAft>
              <a:buFont typeface="Arial" pitchFamily="34" charset="0"/>
              <a:defRPr>
                <a:solidFill>
                  <a:schemeClr val="tx1"/>
                </a:solidFill>
                <a:latin typeface="Tahoma" pitchFamily="34" charset="0"/>
              </a:defRPr>
            </a:lvl6pPr>
            <a:lvl7pPr defTabSz="931863" fontAlgn="base">
              <a:spcBef>
                <a:spcPct val="0"/>
              </a:spcBef>
              <a:spcAft>
                <a:spcPct val="0"/>
              </a:spcAft>
              <a:buFont typeface="Arial" pitchFamily="34" charset="0"/>
              <a:defRPr>
                <a:solidFill>
                  <a:schemeClr val="tx1"/>
                </a:solidFill>
                <a:latin typeface="Tahoma" pitchFamily="34" charset="0"/>
              </a:defRPr>
            </a:lvl7pPr>
            <a:lvl8pPr defTabSz="931863" fontAlgn="base">
              <a:spcBef>
                <a:spcPct val="0"/>
              </a:spcBef>
              <a:spcAft>
                <a:spcPct val="0"/>
              </a:spcAft>
              <a:buFont typeface="Arial" pitchFamily="34" charset="0"/>
              <a:defRPr>
                <a:solidFill>
                  <a:schemeClr val="tx1"/>
                </a:solidFill>
                <a:latin typeface="Tahoma" pitchFamily="34" charset="0"/>
              </a:defRPr>
            </a:lvl8pPr>
            <a:lvl9pPr defTabSz="931863" fontAlgn="base">
              <a:spcBef>
                <a:spcPct val="0"/>
              </a:spcBef>
              <a:spcAft>
                <a:spcPct val="0"/>
              </a:spcAft>
              <a:buFont typeface="Arial" pitchFamily="34" charset="0"/>
              <a:defRPr>
                <a:solidFill>
                  <a:schemeClr val="tx1"/>
                </a:solidFill>
                <a:latin typeface="Tahoma" pitchFamily="34" charset="0"/>
              </a:defRPr>
            </a:lvl9pPr>
          </a:lstStyle>
          <a:p>
            <a:fld id="{AC416922-BADD-4589-9E80-E96C3264190E}" type="slidenum">
              <a:rPr lang="en-US" altLang="en-US">
                <a:latin typeface="Times New Roman" pitchFamily="18" charset="0"/>
              </a:rPr>
              <a:pPr/>
              <a:t>12</a:t>
            </a:fld>
            <a:endParaRPr lang="en-US" altLang="en-US">
              <a:latin typeface="Times New Roman" pitchFamily="18" charset="0"/>
            </a:endParaRPr>
          </a:p>
        </p:txBody>
      </p:sp>
      <p:sp>
        <p:nvSpPr>
          <p:cNvPr id="65538" name="Rectangle 2"/>
          <p:cNvSpPr>
            <a:spLocks noGrp="1" noRot="1" noChangeAspect="1" noChangeArrowheads="1" noTextEdit="1"/>
          </p:cNvSpPr>
          <p:nvPr>
            <p:ph type="sldImg" idx="4294967295"/>
          </p:nvPr>
        </p:nvSpPr>
        <p:spPr>
          <a:ln/>
        </p:spPr>
      </p:sp>
      <p:sp>
        <p:nvSpPr>
          <p:cNvPr id="65539" name="Rectangle 3"/>
          <p:cNvSpPr>
            <a:spLocks noGrp="1" noChangeArrowheads="1"/>
          </p:cNvSpPr>
          <p:nvPr>
            <p:ph type="body" idx="4294967295"/>
          </p:nvPr>
        </p:nvSpPr>
        <p:spPr>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itchFamily="34" charset="0"/>
              </a:defRPr>
            </a:lvl1pPr>
            <a:lvl2pPr defTabSz="931863">
              <a:defRPr>
                <a:solidFill>
                  <a:schemeClr val="tx1"/>
                </a:solidFill>
                <a:latin typeface="Tahoma" pitchFamily="34" charset="0"/>
              </a:defRPr>
            </a:lvl2pPr>
            <a:lvl3pPr defTabSz="931863">
              <a:defRPr>
                <a:solidFill>
                  <a:schemeClr val="tx1"/>
                </a:solidFill>
                <a:latin typeface="Tahoma" pitchFamily="34" charset="0"/>
              </a:defRPr>
            </a:lvl3pPr>
            <a:lvl4pPr defTabSz="931863">
              <a:defRPr>
                <a:solidFill>
                  <a:schemeClr val="tx1"/>
                </a:solidFill>
                <a:latin typeface="Tahoma" pitchFamily="34" charset="0"/>
              </a:defRPr>
            </a:lvl4pPr>
            <a:lvl5pPr defTabSz="931863">
              <a:defRPr>
                <a:solidFill>
                  <a:schemeClr val="tx1"/>
                </a:solidFill>
                <a:latin typeface="Tahoma" pitchFamily="34" charset="0"/>
              </a:defRPr>
            </a:lvl5pPr>
            <a:lvl6pPr defTabSz="931863" fontAlgn="base">
              <a:spcBef>
                <a:spcPct val="0"/>
              </a:spcBef>
              <a:spcAft>
                <a:spcPct val="0"/>
              </a:spcAft>
              <a:buFont typeface="Arial" pitchFamily="34" charset="0"/>
              <a:defRPr>
                <a:solidFill>
                  <a:schemeClr val="tx1"/>
                </a:solidFill>
                <a:latin typeface="Tahoma" pitchFamily="34" charset="0"/>
              </a:defRPr>
            </a:lvl6pPr>
            <a:lvl7pPr defTabSz="931863" fontAlgn="base">
              <a:spcBef>
                <a:spcPct val="0"/>
              </a:spcBef>
              <a:spcAft>
                <a:spcPct val="0"/>
              </a:spcAft>
              <a:buFont typeface="Arial" pitchFamily="34" charset="0"/>
              <a:defRPr>
                <a:solidFill>
                  <a:schemeClr val="tx1"/>
                </a:solidFill>
                <a:latin typeface="Tahoma" pitchFamily="34" charset="0"/>
              </a:defRPr>
            </a:lvl7pPr>
            <a:lvl8pPr defTabSz="931863" fontAlgn="base">
              <a:spcBef>
                <a:spcPct val="0"/>
              </a:spcBef>
              <a:spcAft>
                <a:spcPct val="0"/>
              </a:spcAft>
              <a:buFont typeface="Arial" pitchFamily="34" charset="0"/>
              <a:defRPr>
                <a:solidFill>
                  <a:schemeClr val="tx1"/>
                </a:solidFill>
                <a:latin typeface="Tahoma" pitchFamily="34" charset="0"/>
              </a:defRPr>
            </a:lvl8pPr>
            <a:lvl9pPr defTabSz="931863" fontAlgn="base">
              <a:spcBef>
                <a:spcPct val="0"/>
              </a:spcBef>
              <a:spcAft>
                <a:spcPct val="0"/>
              </a:spcAft>
              <a:buFont typeface="Arial" pitchFamily="34" charset="0"/>
              <a:defRPr>
                <a:solidFill>
                  <a:schemeClr val="tx1"/>
                </a:solidFill>
                <a:latin typeface="Tahoma" pitchFamily="34" charset="0"/>
              </a:defRPr>
            </a:lvl9pPr>
          </a:lstStyle>
          <a:p>
            <a:fld id="{18AB7BE2-DB3D-413A-9C8A-4E99559DF86B}" type="slidenum">
              <a:rPr lang="en-US" altLang="en-US">
                <a:latin typeface="Times New Roman" pitchFamily="18" charset="0"/>
              </a:rPr>
              <a:pPr/>
              <a:t>14</a:t>
            </a:fld>
            <a:endParaRPr lang="en-US" altLang="en-US">
              <a:latin typeface="Times New Roman" pitchFamily="18" charset="0"/>
            </a:endParaRPr>
          </a:p>
        </p:txBody>
      </p:sp>
      <p:sp>
        <p:nvSpPr>
          <p:cNvPr id="69634" name="Rectangle 2"/>
          <p:cNvSpPr>
            <a:spLocks noGrp="1" noRot="1" noChangeAspect="1" noChangeArrowheads="1" noTextEdit="1"/>
          </p:cNvSpPr>
          <p:nvPr>
            <p:ph type="sldImg" idx="4294967295"/>
          </p:nvPr>
        </p:nvSpPr>
        <p:spPr>
          <a:ln/>
        </p:spPr>
      </p:sp>
      <p:sp>
        <p:nvSpPr>
          <p:cNvPr id="69635" name="Rectangle 3"/>
          <p:cNvSpPr>
            <a:spLocks noGrp="1" noChangeArrowheads="1"/>
          </p:cNvSpPr>
          <p:nvPr>
            <p:ph type="body" idx="4294967295"/>
          </p:nvPr>
        </p:nvSpPr>
        <p:spPr>
          <a:ln/>
          <a:extLs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Low medium    high</a:t>
            </a:r>
          </a:p>
          <a:p>
            <a:pPr marL="228600" indent="-228600">
              <a:buAutoNum type="arabicPlain" startAt="7"/>
            </a:pPr>
            <a:r>
              <a:rPr lang="en-US" altLang="zh-CN" dirty="0"/>
              <a:t>            2</a:t>
            </a:r>
          </a:p>
          <a:p>
            <a:pPr marL="0" indent="0">
              <a:buNone/>
            </a:pPr>
            <a:r>
              <a:rPr lang="en-US" altLang="zh-CN" dirty="0"/>
              <a:t>3</a:t>
            </a:r>
            <a:r>
              <a:rPr lang="zh-CN" altLang="en-US" baseline="0" dirty="0"/>
              <a:t>              </a:t>
            </a:r>
            <a:r>
              <a:rPr lang="en-US" altLang="zh-CN" baseline="0" dirty="0"/>
              <a:t>2</a:t>
            </a:r>
            <a:endParaRPr lang="en-US" alt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Tahoma" pitchFamily="34" charset="0"/>
              </a:defRPr>
            </a:lvl1pPr>
            <a:lvl2pPr defTabSz="931863">
              <a:defRPr>
                <a:solidFill>
                  <a:schemeClr val="tx1"/>
                </a:solidFill>
                <a:latin typeface="Tahoma" pitchFamily="34" charset="0"/>
              </a:defRPr>
            </a:lvl2pPr>
            <a:lvl3pPr defTabSz="931863">
              <a:defRPr>
                <a:solidFill>
                  <a:schemeClr val="tx1"/>
                </a:solidFill>
                <a:latin typeface="Tahoma" pitchFamily="34" charset="0"/>
              </a:defRPr>
            </a:lvl3pPr>
            <a:lvl4pPr defTabSz="931863">
              <a:defRPr>
                <a:solidFill>
                  <a:schemeClr val="tx1"/>
                </a:solidFill>
                <a:latin typeface="Tahoma" pitchFamily="34" charset="0"/>
              </a:defRPr>
            </a:lvl4pPr>
            <a:lvl5pPr defTabSz="931863">
              <a:defRPr>
                <a:solidFill>
                  <a:schemeClr val="tx1"/>
                </a:solidFill>
                <a:latin typeface="Tahoma" pitchFamily="34" charset="0"/>
              </a:defRPr>
            </a:lvl5pPr>
            <a:lvl6pPr defTabSz="931863" fontAlgn="base">
              <a:spcBef>
                <a:spcPct val="0"/>
              </a:spcBef>
              <a:spcAft>
                <a:spcPct val="0"/>
              </a:spcAft>
              <a:buFont typeface="Arial" pitchFamily="34" charset="0"/>
              <a:defRPr>
                <a:solidFill>
                  <a:schemeClr val="tx1"/>
                </a:solidFill>
                <a:latin typeface="Tahoma" pitchFamily="34" charset="0"/>
              </a:defRPr>
            </a:lvl6pPr>
            <a:lvl7pPr defTabSz="931863" fontAlgn="base">
              <a:spcBef>
                <a:spcPct val="0"/>
              </a:spcBef>
              <a:spcAft>
                <a:spcPct val="0"/>
              </a:spcAft>
              <a:buFont typeface="Arial" pitchFamily="34" charset="0"/>
              <a:defRPr>
                <a:solidFill>
                  <a:schemeClr val="tx1"/>
                </a:solidFill>
                <a:latin typeface="Tahoma" pitchFamily="34" charset="0"/>
              </a:defRPr>
            </a:lvl7pPr>
            <a:lvl8pPr defTabSz="931863" fontAlgn="base">
              <a:spcBef>
                <a:spcPct val="0"/>
              </a:spcBef>
              <a:spcAft>
                <a:spcPct val="0"/>
              </a:spcAft>
              <a:buFont typeface="Arial" pitchFamily="34" charset="0"/>
              <a:defRPr>
                <a:solidFill>
                  <a:schemeClr val="tx1"/>
                </a:solidFill>
                <a:latin typeface="Tahoma" pitchFamily="34" charset="0"/>
              </a:defRPr>
            </a:lvl8pPr>
            <a:lvl9pPr defTabSz="931863" fontAlgn="base">
              <a:spcBef>
                <a:spcPct val="0"/>
              </a:spcBef>
              <a:spcAft>
                <a:spcPct val="0"/>
              </a:spcAft>
              <a:buFont typeface="Arial" pitchFamily="34" charset="0"/>
              <a:defRPr>
                <a:solidFill>
                  <a:schemeClr val="tx1"/>
                </a:solidFill>
                <a:latin typeface="Tahoma" pitchFamily="34" charset="0"/>
              </a:defRPr>
            </a:lvl9pPr>
          </a:lstStyle>
          <a:p>
            <a:fld id="{5DF55469-5D43-4025-B4A3-3DCDAD87FA91}" type="slidenum">
              <a:rPr lang="en-US" altLang="en-US">
                <a:latin typeface="Times New Roman" pitchFamily="18" charset="0"/>
              </a:rPr>
              <a:pPr/>
              <a:t>15</a:t>
            </a:fld>
            <a:endParaRPr lang="en-US" altLang="en-US">
              <a:latin typeface="Times New Roman" pitchFamily="18" charset="0"/>
            </a:endParaRPr>
          </a:p>
        </p:txBody>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dirty="0"/>
              <a:t>C4.5 </a:t>
            </a:r>
            <a:r>
              <a:rPr lang="zh-CN" altLang="en-US" dirty="0"/>
              <a:t>算法有如下优点：产生的分类规则易于理解，准确率较高。其缺点是：在构造树的过程中，需要对数据集进行多次的顺序扫描和排序，因而导致算法的低效。此外， </a:t>
            </a:r>
            <a:r>
              <a:rPr lang="en-US" altLang="zh-CN" dirty="0"/>
              <a:t>C4.5 </a:t>
            </a:r>
            <a:r>
              <a:rPr lang="zh-CN" altLang="en-US" dirty="0"/>
              <a:t>只适合于能够驻留于内存的数据集，当训练集大得无法在内存容纳时程序无法运行。 </a:t>
            </a:r>
            <a:endParaRPr lang="en-US" altLang="zh-CN" dirty="0"/>
          </a:p>
          <a:p>
            <a:pPr latinLnBrk="1"/>
            <a:r>
              <a:rPr lang="en-US" altLang="zh-CN" dirty="0"/>
              <a:t>C4.5</a:t>
            </a:r>
            <a:r>
              <a:rPr lang="zh-CN" altLang="en-US" dirty="0"/>
              <a:t>和</a:t>
            </a:r>
            <a:r>
              <a:rPr lang="en-US" altLang="zh-CN" dirty="0"/>
              <a:t>CART</a:t>
            </a:r>
            <a:r>
              <a:rPr lang="zh-CN" altLang="en-US" dirty="0"/>
              <a:t>区别</a:t>
            </a:r>
            <a:endParaRPr lang="en-US" altLang="zh-CN" dirty="0"/>
          </a:p>
          <a:p>
            <a:pPr marL="342900" indent="-342900" latinLnBrk="1">
              <a:buFont typeface="Wingdings" panose="05000000000000000000" pitchFamily="2" charset="2"/>
              <a:buChar char="l"/>
            </a:pPr>
            <a:r>
              <a:rPr lang="en-US" altLang="zh-CN" dirty="0"/>
              <a:t>C4.5</a:t>
            </a:r>
            <a:r>
              <a:rPr lang="zh-CN" altLang="en-US" dirty="0"/>
              <a:t>采用信息增益率来作为分支特征的选择标准，而</a:t>
            </a:r>
            <a:r>
              <a:rPr lang="en-US" altLang="zh-CN" dirty="0"/>
              <a:t>CART</a:t>
            </a:r>
            <a:r>
              <a:rPr lang="zh-CN" altLang="en-US" dirty="0"/>
              <a:t>则采用</a:t>
            </a:r>
            <a:r>
              <a:rPr lang="en-US" altLang="zh-CN" dirty="0"/>
              <a:t>Gini</a:t>
            </a:r>
            <a:r>
              <a:rPr lang="zh-CN" altLang="en-US" dirty="0"/>
              <a:t>系数；</a:t>
            </a:r>
          </a:p>
          <a:p>
            <a:pPr marL="342900" indent="-342900" latinLnBrk="1">
              <a:buFont typeface="Wingdings" panose="05000000000000000000" pitchFamily="2" charset="2"/>
              <a:buChar char="l"/>
            </a:pPr>
            <a:r>
              <a:rPr lang="en-US" altLang="zh-CN" dirty="0"/>
              <a:t>C4.5</a:t>
            </a:r>
            <a:r>
              <a:rPr lang="zh-CN" altLang="en-US" dirty="0"/>
              <a:t>不一定是二叉树，但</a:t>
            </a:r>
            <a:r>
              <a:rPr lang="en-US" altLang="zh-CN" dirty="0"/>
              <a:t>CART</a:t>
            </a:r>
            <a:r>
              <a:rPr lang="zh-CN" altLang="en-US" dirty="0"/>
              <a:t>一定是二叉树。</a:t>
            </a:r>
          </a:p>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grpSp>
        <p:nvGrpSpPr>
          <p:cNvPr id="4" name="Group 2"/>
          <p:cNvGrpSpPr>
            <a:grpSpLocks/>
          </p:cNvGrpSpPr>
          <p:nvPr/>
        </p:nvGrpSpPr>
        <p:grpSpPr bwMode="auto">
          <a:xfrm>
            <a:off x="0" y="2438400"/>
            <a:ext cx="9009063" cy="1052513"/>
            <a:chOff x="0" y="1536"/>
            <a:chExt cx="5675" cy="663"/>
          </a:xfrm>
        </p:grpSpPr>
        <p:grpSp>
          <p:nvGrpSpPr>
            <p:cNvPr id="5" name="Group 3"/>
            <p:cNvGrpSpPr>
              <a:grpSpLocks/>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grpSp>
        <p:grpSp>
          <p:nvGrpSpPr>
            <p:cNvPr id="6" name="Group 6"/>
            <p:cNvGrpSpPr>
              <a:grpSpLocks/>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sp>
          <p:nvSpPr>
            <p:cNvPr id="8" name="Rectangle 10"/>
            <p:cNvSpPr>
              <a:spLocks noChangeArrowheads="1"/>
            </p:cNvSpPr>
            <p:nvPr/>
          </p:nvSpPr>
          <p:spPr bwMode="auto">
            <a:xfrm>
              <a:off x="400" y="1536"/>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zh-CN"/>
            </a:p>
          </p:txBody>
        </p:sp>
      </p:grpSp>
      <p:sp>
        <p:nvSpPr>
          <p:cNvPr id="929804" name="Rectangle 12"/>
          <p:cNvSpPr>
            <a:spLocks noGrp="1" noChangeArrowheads="1"/>
          </p:cNvSpPr>
          <p:nvPr>
            <p:ph type="ctrTitle" hasCustomPrompt="1"/>
          </p:nvPr>
        </p:nvSpPr>
        <p:spPr>
          <a:xfrm>
            <a:off x="990600" y="1828800"/>
            <a:ext cx="7772400" cy="1143000"/>
          </a:xfrm>
        </p:spPr>
        <p:txBody>
          <a:bodyPr/>
          <a:lstStyle>
            <a:lvl1pPr>
              <a:defRPr sz="4000"/>
            </a:lvl1pPr>
          </a:lstStyle>
          <a:p>
            <a:r>
              <a:rPr lang="en-US" noProof="1"/>
              <a:t>Click to edit Master title style</a:t>
            </a:r>
          </a:p>
        </p:txBody>
      </p:sp>
      <p:sp>
        <p:nvSpPr>
          <p:cNvPr id="929805" name="Rectangle 13"/>
          <p:cNvSpPr>
            <a:spLocks noGrp="1" noChangeArrowheads="1"/>
          </p:cNvSpPr>
          <p:nvPr>
            <p:ph type="subTitle" idx="1" hasCustomPrompt="1"/>
          </p:nvPr>
        </p:nvSpPr>
        <p:spPr>
          <a:xfrm>
            <a:off x="1371600" y="3886200"/>
            <a:ext cx="6400800" cy="1752600"/>
          </a:xfrm>
        </p:spPr>
        <p:txBody>
          <a:bodyPr/>
          <a:lstStyle>
            <a:lvl1pPr marL="0" indent="0" algn="ctr">
              <a:buFont typeface="Wingdings" charset="2"/>
              <a:buNone/>
              <a:defRPr/>
            </a:lvl1pPr>
          </a:lstStyle>
          <a:p>
            <a:r>
              <a:rPr lang="en-US" noProof="1"/>
              <a:t>Click to edit Master subtitle style</a:t>
            </a:r>
          </a:p>
        </p:txBody>
      </p:sp>
      <p:sp>
        <p:nvSpPr>
          <p:cNvPr id="14" name="Rectangle 14"/>
          <p:cNvSpPr>
            <a:spLocks noGrp="1" noChangeArrowheads="1"/>
          </p:cNvSpPr>
          <p:nvPr>
            <p:ph type="dt" sz="half" idx="10"/>
          </p:nvPr>
        </p:nvSpPr>
        <p:spPr>
          <a:xfrm>
            <a:off x="9906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sz="1400">
                <a:solidFill>
                  <a:schemeClr val="bg2"/>
                </a:solidFill>
                <a:cs typeface="Arial" pitchFamily="34" charset="0"/>
              </a:defRPr>
            </a:lvl1pPr>
          </a:lstStyle>
          <a:p>
            <a:endParaRPr lang="en-US" altLang="en-US"/>
          </a:p>
        </p:txBody>
      </p:sp>
      <p:sp>
        <p:nvSpPr>
          <p:cNvPr id="15" name="Rectangle 15"/>
          <p:cNvSpPr>
            <a:spLocks noGrp="1" noChangeArrowheads="1"/>
          </p:cNvSpPr>
          <p:nvPr>
            <p:ph type="ftr" sz="quarter" idx="11"/>
          </p:nvPr>
        </p:nvSpPr>
        <p:spPr>
          <a:xfrm>
            <a:off x="3429000" y="6248400"/>
            <a:ext cx="2895600" cy="457200"/>
          </a:xfrm>
          <a:prstGeom prst="rect">
            <a:avLst/>
          </a:prstGeom>
        </p:spPr>
        <p:txBody>
          <a:bodyPr vert="horz" wrap="square" lIns="91440" tIns="45720" rIns="91440" bIns="45720" numCol="1" anchor="t" anchorCtr="0" compatLnSpc="1">
            <a:prstTxWarp prst="textNoShape">
              <a:avLst/>
            </a:prstTxWarp>
          </a:bodyPr>
          <a:lstStyle>
            <a:lvl1pPr>
              <a:defRPr sz="1400">
                <a:solidFill>
                  <a:schemeClr val="bg2"/>
                </a:solidFill>
                <a:cs typeface="Arial" pitchFamily="34" charset="0"/>
              </a:defRPr>
            </a:lvl1pPr>
          </a:lstStyle>
          <a:p>
            <a:r>
              <a:rPr lang="en-US" altLang="en-US"/>
              <a:t>Data Mining: Concepts and Techniques</a:t>
            </a:r>
            <a:endParaRPr lang="en-US" altLang="zh-CN">
              <a:ea typeface="宋体" pitchFamily="2" charset="-122"/>
              <a:cs typeface="+mn-cs"/>
            </a:endParaRPr>
          </a:p>
        </p:txBody>
      </p:sp>
      <p:sp>
        <p:nvSpPr>
          <p:cNvPr id="16" name="Rectangle 16"/>
          <p:cNvSpPr>
            <a:spLocks noGrp="1" noChangeArrowheads="1"/>
          </p:cNvSpPr>
          <p:nvPr>
            <p:ph type="sldNum" sz="quarter" idx="12"/>
          </p:nvPr>
        </p:nvSpPr>
        <p:spPr>
          <a:xfrm>
            <a:off x="6858000" y="6248400"/>
            <a:ext cx="1905000" cy="457200"/>
          </a:xfrm>
        </p:spPr>
        <p:txBody>
          <a:bodyPr/>
          <a:lstStyle>
            <a:lvl1pPr>
              <a:defRPr sz="1400">
                <a:solidFill>
                  <a:schemeClr val="bg2"/>
                </a:solidFill>
              </a:defRPr>
            </a:lvl1pPr>
          </a:lstStyle>
          <a:p>
            <a:fld id="{F0F570F9-257E-4197-8B4F-BB9FA2A7A9FE}" type="slidenum">
              <a:rPr lang="en-US" altLang="en-US"/>
              <a:pPr/>
              <a:t>‹#›</a:t>
            </a:fld>
            <a:endParaRPr lang="en-US" altLang="en-US"/>
          </a:p>
        </p:txBody>
      </p:sp>
    </p:spTree>
    <p:extLst>
      <p:ext uri="{BB962C8B-B14F-4D97-AF65-F5344CB8AC3E}">
        <p14:creationId xmlns:p14="http://schemas.microsoft.com/office/powerpoint/2010/main" val="1229186041"/>
      </p:ext>
    </p:extLst>
  </p:cSld>
  <p:clrMapOvr>
    <a:masterClrMapping/>
  </p:clrMapOvr>
  <p:transition spd="med">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atin typeface="Tahoma" pitchFamily="34" charset="0"/>
              </a:defRPr>
            </a:lvl1pPr>
          </a:lstStyle>
          <a:p>
            <a:r>
              <a:rPr lang="en-US" noProof="1"/>
              <a:t>Click to edit Master title style</a:t>
            </a:r>
          </a:p>
        </p:txBody>
      </p:sp>
      <p:sp>
        <p:nvSpPr>
          <p:cNvPr id="3" name="Content Placeholder 2"/>
          <p:cNvSpPr>
            <a:spLocks noGrp="1"/>
          </p:cNvSpPr>
          <p:nvPr>
            <p:ph idx="1" hasCustomPrompt="1"/>
          </p:nvPr>
        </p:nvSpPr>
        <p:spPr/>
        <p:txBody>
          <a:body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4" name="Rectangle 2061"/>
          <p:cNvSpPr>
            <a:spLocks noGrp="1" noChangeArrowheads="1"/>
          </p:cNvSpPr>
          <p:nvPr>
            <p:ph type="sldNum" sz="quarter" idx="10"/>
          </p:nvPr>
        </p:nvSpPr>
        <p:spPr>
          <a:ln/>
        </p:spPr>
        <p:txBody>
          <a:bodyPr/>
          <a:lstStyle>
            <a:lvl1pPr>
              <a:defRPr/>
            </a:lvl1pPr>
          </a:lstStyle>
          <a:p>
            <a:fld id="{8FE81D3A-7469-411D-9A4F-DD4B59AFB3AF}" type="slidenum">
              <a:rPr lang="en-US" altLang="en-US"/>
              <a:pPr/>
              <a:t>‹#›</a:t>
            </a:fld>
            <a:endParaRPr lang="en-US" altLang="en-US"/>
          </a:p>
        </p:txBody>
      </p:sp>
    </p:spTree>
    <p:extLst>
      <p:ext uri="{BB962C8B-B14F-4D97-AF65-F5344CB8AC3E}">
        <p14:creationId xmlns:p14="http://schemas.microsoft.com/office/powerpoint/2010/main" val="3765582783"/>
      </p:ext>
    </p:extLst>
  </p:cSld>
  <p:clrMapOvr>
    <a:masterClrMapping/>
  </p:clrMapOvr>
  <p:transition spd="med">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2313" y="4406900"/>
            <a:ext cx="7772400" cy="1362075"/>
          </a:xfrm>
        </p:spPr>
        <p:txBody>
          <a:bodyPr anchor="t"/>
          <a:lstStyle>
            <a:lvl1pPr algn="l">
              <a:defRPr sz="4000" b="1" cap="all"/>
            </a:lvl1pPr>
          </a:lstStyle>
          <a:p>
            <a:r>
              <a:rPr lang="en-US" noProof="1"/>
              <a:t>Click to edit Master title style</a:t>
            </a:r>
          </a:p>
        </p:txBody>
      </p:sp>
      <p:sp>
        <p:nvSpPr>
          <p:cNvPr id="3" name="Text Placeholder 2"/>
          <p:cNvSpPr>
            <a:spLocks noGrp="1"/>
          </p:cNvSpPr>
          <p:nvPr>
            <p:ph type="body" idx="1" hasCustomPrompt="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noProof="1"/>
              <a:t>Click to edit Master text styles</a:t>
            </a:r>
          </a:p>
        </p:txBody>
      </p:sp>
      <p:sp>
        <p:nvSpPr>
          <p:cNvPr id="4" name="Rectangle 2059"/>
          <p:cNvSpPr>
            <a:spLocks noGrp="1" noChangeArrowheads="1"/>
          </p:cNvSpPr>
          <p:nvPr>
            <p:ph type="dt" sz="half" idx="10"/>
          </p:nvPr>
        </p:nvSpPr>
        <p:spPr>
          <a:xfrm>
            <a:off x="304800" y="6477000"/>
            <a:ext cx="1905000" cy="381000"/>
          </a:xfrm>
          <a:prstGeom prst="rect">
            <a:avLst/>
          </a:prstGeom>
        </p:spPr>
        <p:txBody>
          <a:bodyPr vert="horz" wrap="square" lIns="91440" tIns="45720" rIns="91440" bIns="45720" numCol="1" anchor="t" anchorCtr="0" compatLnSpc="1">
            <a:prstTxWarp prst="textNoShape">
              <a:avLst/>
            </a:prstTxWarp>
          </a:bodyPr>
          <a:lstStyle>
            <a:lvl1pPr>
              <a:defRPr>
                <a:cs typeface="Arial" pitchFamily="34" charset="0"/>
              </a:defRPr>
            </a:lvl1pPr>
          </a:lstStyle>
          <a:p>
            <a:endParaRPr lang="en-US" altLang="en-US"/>
          </a:p>
        </p:txBody>
      </p:sp>
      <p:sp>
        <p:nvSpPr>
          <p:cNvPr id="5" name="Rectangle 2060"/>
          <p:cNvSpPr>
            <a:spLocks noGrp="1" noChangeArrowheads="1"/>
          </p:cNvSpPr>
          <p:nvPr>
            <p:ph type="ftr" sz="quarter" idx="11"/>
          </p:nvPr>
        </p:nvSpPr>
        <p:spPr>
          <a:xfrm>
            <a:off x="3352800" y="6477000"/>
            <a:ext cx="2895600" cy="381000"/>
          </a:xfrm>
          <a:prstGeom prst="rect">
            <a:avLst/>
          </a:prstGeom>
        </p:spPr>
        <p:txBody>
          <a:bodyPr vert="horz" wrap="square" lIns="91440" tIns="45720" rIns="91440" bIns="45720" numCol="1" anchor="t" anchorCtr="0" compatLnSpc="1">
            <a:prstTxWarp prst="textNoShape">
              <a:avLst/>
            </a:prstTxWarp>
          </a:bodyPr>
          <a:lstStyle>
            <a:lvl1pPr>
              <a:defRPr>
                <a:cs typeface="Arial" pitchFamily="34" charset="0"/>
              </a:defRPr>
            </a:lvl1pPr>
          </a:lstStyle>
          <a:p>
            <a:r>
              <a:rPr lang="en-US" altLang="en-US"/>
              <a:t>Data Mining: Concepts and Techniques</a:t>
            </a:r>
            <a:endParaRPr lang="en-US" altLang="zh-CN">
              <a:ea typeface="宋体" pitchFamily="2" charset="-122"/>
            </a:endParaRPr>
          </a:p>
        </p:txBody>
      </p:sp>
      <p:sp>
        <p:nvSpPr>
          <p:cNvPr id="6" name="Rectangle 2061"/>
          <p:cNvSpPr>
            <a:spLocks noGrp="1" noChangeArrowheads="1"/>
          </p:cNvSpPr>
          <p:nvPr>
            <p:ph type="sldNum" sz="quarter" idx="12"/>
          </p:nvPr>
        </p:nvSpPr>
        <p:spPr/>
        <p:txBody>
          <a:bodyPr/>
          <a:lstStyle>
            <a:lvl1pPr>
              <a:defRPr/>
            </a:lvl1pPr>
          </a:lstStyle>
          <a:p>
            <a:fld id="{CD5868CC-CE34-47CD-908A-D521479D9D60}" type="slidenum">
              <a:rPr lang="en-US" altLang="en-US"/>
              <a:pPr/>
              <a:t>‹#›</a:t>
            </a:fld>
            <a:endParaRPr lang="en-US" altLang="en-US"/>
          </a:p>
        </p:txBody>
      </p:sp>
    </p:spTree>
    <p:extLst>
      <p:ext uri="{BB962C8B-B14F-4D97-AF65-F5344CB8AC3E}">
        <p14:creationId xmlns:p14="http://schemas.microsoft.com/office/powerpoint/2010/main" val="4014686337"/>
      </p:ext>
    </p:extLst>
  </p:cSld>
  <p:clrMapOvr>
    <a:masterClrMapping/>
  </p:clrMapOvr>
  <p:transition spd="med">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noProof="1"/>
              <a:t>Click to edit Master title style</a:t>
            </a:r>
          </a:p>
        </p:txBody>
      </p:sp>
      <p:sp>
        <p:nvSpPr>
          <p:cNvPr id="3" name="Content Placeholder 2"/>
          <p:cNvSpPr>
            <a:spLocks noGrp="1"/>
          </p:cNvSpPr>
          <p:nvPr>
            <p:ph sz="half" idx="1" hasCustomPrompt="1"/>
          </p:nvPr>
        </p:nvSpPr>
        <p:spPr>
          <a:xfrm>
            <a:off x="381000" y="1371600"/>
            <a:ext cx="41148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4" name="Content Placeholder 3"/>
          <p:cNvSpPr>
            <a:spLocks noGrp="1"/>
          </p:cNvSpPr>
          <p:nvPr>
            <p:ph sz="half" idx="2" hasCustomPrompt="1"/>
          </p:nvPr>
        </p:nvSpPr>
        <p:spPr>
          <a:xfrm>
            <a:off x="4648200" y="1371600"/>
            <a:ext cx="41148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5" name="Rectangle 2059"/>
          <p:cNvSpPr>
            <a:spLocks noGrp="1" noChangeArrowheads="1"/>
          </p:cNvSpPr>
          <p:nvPr>
            <p:ph type="dt" sz="half" idx="10"/>
          </p:nvPr>
        </p:nvSpPr>
        <p:spPr>
          <a:xfrm>
            <a:off x="304800" y="6477000"/>
            <a:ext cx="1905000" cy="381000"/>
          </a:xfrm>
          <a:prstGeom prst="rect">
            <a:avLst/>
          </a:prstGeom>
        </p:spPr>
        <p:txBody>
          <a:bodyPr vert="horz" wrap="square" lIns="91440" tIns="45720" rIns="91440" bIns="45720" numCol="1" anchor="t" anchorCtr="0" compatLnSpc="1">
            <a:prstTxWarp prst="textNoShape">
              <a:avLst/>
            </a:prstTxWarp>
          </a:bodyPr>
          <a:lstStyle>
            <a:lvl1pPr>
              <a:defRPr>
                <a:cs typeface="Arial" pitchFamily="34" charset="0"/>
              </a:defRPr>
            </a:lvl1pPr>
          </a:lstStyle>
          <a:p>
            <a:endParaRPr lang="en-US" altLang="en-US"/>
          </a:p>
        </p:txBody>
      </p:sp>
      <p:sp>
        <p:nvSpPr>
          <p:cNvPr id="6" name="Rectangle 2060"/>
          <p:cNvSpPr>
            <a:spLocks noGrp="1" noChangeArrowheads="1"/>
          </p:cNvSpPr>
          <p:nvPr>
            <p:ph type="ftr" sz="quarter" idx="11"/>
          </p:nvPr>
        </p:nvSpPr>
        <p:spPr>
          <a:xfrm>
            <a:off x="3352800" y="6477000"/>
            <a:ext cx="2895600" cy="381000"/>
          </a:xfrm>
          <a:prstGeom prst="rect">
            <a:avLst/>
          </a:prstGeom>
        </p:spPr>
        <p:txBody>
          <a:bodyPr vert="horz" wrap="square" lIns="91440" tIns="45720" rIns="91440" bIns="45720" numCol="1" anchor="t" anchorCtr="0" compatLnSpc="1">
            <a:prstTxWarp prst="textNoShape">
              <a:avLst/>
            </a:prstTxWarp>
          </a:bodyPr>
          <a:lstStyle>
            <a:lvl1pPr>
              <a:defRPr>
                <a:cs typeface="Arial" pitchFamily="34" charset="0"/>
              </a:defRPr>
            </a:lvl1pPr>
          </a:lstStyle>
          <a:p>
            <a:r>
              <a:rPr lang="en-US" altLang="en-US"/>
              <a:t>Data Mining: Concepts and Techniques</a:t>
            </a:r>
            <a:endParaRPr lang="en-US" altLang="zh-CN">
              <a:ea typeface="宋体" pitchFamily="2" charset="-122"/>
            </a:endParaRPr>
          </a:p>
        </p:txBody>
      </p:sp>
      <p:sp>
        <p:nvSpPr>
          <p:cNvPr id="7" name="Rectangle 2061"/>
          <p:cNvSpPr>
            <a:spLocks noGrp="1" noChangeArrowheads="1"/>
          </p:cNvSpPr>
          <p:nvPr>
            <p:ph type="sldNum" sz="quarter" idx="12"/>
          </p:nvPr>
        </p:nvSpPr>
        <p:spPr/>
        <p:txBody>
          <a:bodyPr/>
          <a:lstStyle>
            <a:lvl1pPr>
              <a:defRPr/>
            </a:lvl1pPr>
          </a:lstStyle>
          <a:p>
            <a:fld id="{863D2C7A-71F7-437F-B4AA-DE30D38C0E68}" type="slidenum">
              <a:rPr lang="en-US" altLang="en-US"/>
              <a:pPr/>
              <a:t>‹#›</a:t>
            </a:fld>
            <a:endParaRPr lang="en-US" altLang="en-US"/>
          </a:p>
        </p:txBody>
      </p:sp>
    </p:spTree>
    <p:extLst>
      <p:ext uri="{BB962C8B-B14F-4D97-AF65-F5344CB8AC3E}">
        <p14:creationId xmlns:p14="http://schemas.microsoft.com/office/powerpoint/2010/main" val="4166763295"/>
      </p:ext>
    </p:extLst>
  </p:cSld>
  <p:clrMapOvr>
    <a:masterClrMapping/>
  </p:clrMapOvr>
  <p:transition spd="med">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274638"/>
            <a:ext cx="8229600" cy="1143000"/>
          </a:xfrm>
        </p:spPr>
        <p:txBody>
          <a:bodyPr/>
          <a:lstStyle>
            <a:lvl1pPr>
              <a:defRPr/>
            </a:lvl1pPr>
          </a:lstStyle>
          <a:p>
            <a:r>
              <a:rPr lang="en-US" noProof="1"/>
              <a:t>Click to edit Master title style</a:t>
            </a:r>
          </a:p>
        </p:txBody>
      </p:sp>
      <p:sp>
        <p:nvSpPr>
          <p:cNvPr id="3" name="Text Placeholder 2"/>
          <p:cNvSpPr>
            <a:spLocks noGrp="1"/>
          </p:cNvSpPr>
          <p:nvPr>
            <p:ph type="body" idx="1" hasCustomPrompt="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1"/>
              <a:t>Click to edit Master text styles</a:t>
            </a:r>
          </a:p>
        </p:txBody>
      </p:sp>
      <p:sp>
        <p:nvSpPr>
          <p:cNvPr id="4" name="Content Placeholder 3"/>
          <p:cNvSpPr>
            <a:spLocks noGrp="1"/>
          </p:cNvSpPr>
          <p:nvPr>
            <p:ph sz="half" idx="2" hasCustomPrompt="1"/>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5" name="Text Placeholder 4"/>
          <p:cNvSpPr>
            <a:spLocks noGrp="1"/>
          </p:cNvSpPr>
          <p:nvPr>
            <p:ph type="body" sz="quarter" idx="3" hasCustomPrompt="1"/>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1"/>
              <a:t>Click to edit Master text styles</a:t>
            </a:r>
          </a:p>
        </p:txBody>
      </p:sp>
      <p:sp>
        <p:nvSpPr>
          <p:cNvPr id="6" name="Content Placeholder 5"/>
          <p:cNvSpPr>
            <a:spLocks noGrp="1"/>
          </p:cNvSpPr>
          <p:nvPr>
            <p:ph sz="quarter" idx="4" hasCustomPrompt="1"/>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7" name="Rectangle 2059"/>
          <p:cNvSpPr>
            <a:spLocks noGrp="1" noChangeArrowheads="1"/>
          </p:cNvSpPr>
          <p:nvPr>
            <p:ph type="dt" sz="half" idx="10"/>
          </p:nvPr>
        </p:nvSpPr>
        <p:spPr>
          <a:xfrm>
            <a:off x="304800" y="6477000"/>
            <a:ext cx="1905000" cy="381000"/>
          </a:xfrm>
          <a:prstGeom prst="rect">
            <a:avLst/>
          </a:prstGeom>
        </p:spPr>
        <p:txBody>
          <a:bodyPr vert="horz" wrap="square" lIns="91440" tIns="45720" rIns="91440" bIns="45720" numCol="1" anchor="t" anchorCtr="0" compatLnSpc="1">
            <a:prstTxWarp prst="textNoShape">
              <a:avLst/>
            </a:prstTxWarp>
          </a:bodyPr>
          <a:lstStyle>
            <a:lvl1pPr>
              <a:defRPr>
                <a:cs typeface="Arial" pitchFamily="34" charset="0"/>
              </a:defRPr>
            </a:lvl1pPr>
          </a:lstStyle>
          <a:p>
            <a:endParaRPr lang="en-US" altLang="en-US"/>
          </a:p>
        </p:txBody>
      </p:sp>
      <p:sp>
        <p:nvSpPr>
          <p:cNvPr id="8" name="Rectangle 2060"/>
          <p:cNvSpPr>
            <a:spLocks noGrp="1" noChangeArrowheads="1"/>
          </p:cNvSpPr>
          <p:nvPr>
            <p:ph type="ftr" sz="quarter" idx="11"/>
          </p:nvPr>
        </p:nvSpPr>
        <p:spPr>
          <a:xfrm>
            <a:off x="3352800" y="6477000"/>
            <a:ext cx="2895600" cy="381000"/>
          </a:xfrm>
          <a:prstGeom prst="rect">
            <a:avLst/>
          </a:prstGeom>
        </p:spPr>
        <p:txBody>
          <a:bodyPr vert="horz" wrap="square" lIns="91440" tIns="45720" rIns="91440" bIns="45720" numCol="1" anchor="t" anchorCtr="0" compatLnSpc="1">
            <a:prstTxWarp prst="textNoShape">
              <a:avLst/>
            </a:prstTxWarp>
          </a:bodyPr>
          <a:lstStyle>
            <a:lvl1pPr>
              <a:defRPr>
                <a:cs typeface="Arial" pitchFamily="34" charset="0"/>
              </a:defRPr>
            </a:lvl1pPr>
          </a:lstStyle>
          <a:p>
            <a:r>
              <a:rPr lang="en-US" altLang="en-US"/>
              <a:t>Data Mining: Concepts and Techniques</a:t>
            </a:r>
            <a:endParaRPr lang="en-US" altLang="zh-CN">
              <a:ea typeface="宋体" pitchFamily="2" charset="-122"/>
            </a:endParaRPr>
          </a:p>
        </p:txBody>
      </p:sp>
      <p:sp>
        <p:nvSpPr>
          <p:cNvPr id="9" name="Rectangle 2061"/>
          <p:cNvSpPr>
            <a:spLocks noGrp="1" noChangeArrowheads="1"/>
          </p:cNvSpPr>
          <p:nvPr>
            <p:ph type="sldNum" sz="quarter" idx="12"/>
          </p:nvPr>
        </p:nvSpPr>
        <p:spPr/>
        <p:txBody>
          <a:bodyPr/>
          <a:lstStyle>
            <a:lvl1pPr>
              <a:defRPr/>
            </a:lvl1pPr>
          </a:lstStyle>
          <a:p>
            <a:fld id="{93D0336D-9EDE-4364-AEF5-A228E7534416}" type="slidenum">
              <a:rPr lang="en-US" altLang="en-US"/>
              <a:pPr/>
              <a:t>‹#›</a:t>
            </a:fld>
            <a:endParaRPr lang="en-US" altLang="en-US"/>
          </a:p>
        </p:txBody>
      </p:sp>
    </p:spTree>
    <p:extLst>
      <p:ext uri="{BB962C8B-B14F-4D97-AF65-F5344CB8AC3E}">
        <p14:creationId xmlns:p14="http://schemas.microsoft.com/office/powerpoint/2010/main" val="936554960"/>
      </p:ext>
    </p:extLst>
  </p:cSld>
  <p:clrMapOvr>
    <a:masterClrMapping/>
  </p:clrMapOvr>
  <p:transition spd="med">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noProof="1"/>
              <a:t>Click to edit Master title style</a:t>
            </a:r>
          </a:p>
        </p:txBody>
      </p:sp>
      <p:sp>
        <p:nvSpPr>
          <p:cNvPr id="3" name="Rectangle 2059"/>
          <p:cNvSpPr>
            <a:spLocks noGrp="1" noChangeArrowheads="1"/>
          </p:cNvSpPr>
          <p:nvPr>
            <p:ph type="dt" sz="half" idx="10"/>
          </p:nvPr>
        </p:nvSpPr>
        <p:spPr>
          <a:xfrm>
            <a:off x="304800" y="6477000"/>
            <a:ext cx="1905000" cy="381000"/>
          </a:xfrm>
          <a:prstGeom prst="rect">
            <a:avLst/>
          </a:prstGeom>
        </p:spPr>
        <p:txBody>
          <a:bodyPr vert="horz" wrap="square" lIns="91440" tIns="45720" rIns="91440" bIns="45720" numCol="1" anchor="t" anchorCtr="0" compatLnSpc="1">
            <a:prstTxWarp prst="textNoShape">
              <a:avLst/>
            </a:prstTxWarp>
          </a:bodyPr>
          <a:lstStyle>
            <a:lvl1pPr>
              <a:defRPr>
                <a:cs typeface="Arial" pitchFamily="34" charset="0"/>
              </a:defRPr>
            </a:lvl1pPr>
          </a:lstStyle>
          <a:p>
            <a:endParaRPr lang="en-US" altLang="en-US"/>
          </a:p>
        </p:txBody>
      </p:sp>
      <p:sp>
        <p:nvSpPr>
          <p:cNvPr id="4" name="Rectangle 2060"/>
          <p:cNvSpPr>
            <a:spLocks noGrp="1" noChangeArrowheads="1"/>
          </p:cNvSpPr>
          <p:nvPr>
            <p:ph type="ftr" sz="quarter" idx="11"/>
          </p:nvPr>
        </p:nvSpPr>
        <p:spPr>
          <a:xfrm>
            <a:off x="3352800" y="6477000"/>
            <a:ext cx="2895600" cy="381000"/>
          </a:xfrm>
          <a:prstGeom prst="rect">
            <a:avLst/>
          </a:prstGeom>
        </p:spPr>
        <p:txBody>
          <a:bodyPr vert="horz" wrap="square" lIns="91440" tIns="45720" rIns="91440" bIns="45720" numCol="1" anchor="t" anchorCtr="0" compatLnSpc="1">
            <a:prstTxWarp prst="textNoShape">
              <a:avLst/>
            </a:prstTxWarp>
          </a:bodyPr>
          <a:lstStyle>
            <a:lvl1pPr>
              <a:defRPr>
                <a:cs typeface="Arial" pitchFamily="34" charset="0"/>
              </a:defRPr>
            </a:lvl1pPr>
          </a:lstStyle>
          <a:p>
            <a:r>
              <a:rPr lang="en-US" altLang="en-US"/>
              <a:t>Data Mining: Concepts and Techniques</a:t>
            </a:r>
            <a:endParaRPr lang="en-US" altLang="zh-CN">
              <a:ea typeface="宋体" pitchFamily="2" charset="-122"/>
            </a:endParaRPr>
          </a:p>
        </p:txBody>
      </p:sp>
      <p:sp>
        <p:nvSpPr>
          <p:cNvPr id="5" name="Rectangle 2061"/>
          <p:cNvSpPr>
            <a:spLocks noGrp="1" noChangeArrowheads="1"/>
          </p:cNvSpPr>
          <p:nvPr>
            <p:ph type="sldNum" sz="quarter" idx="12"/>
          </p:nvPr>
        </p:nvSpPr>
        <p:spPr/>
        <p:txBody>
          <a:bodyPr/>
          <a:lstStyle>
            <a:lvl1pPr>
              <a:defRPr/>
            </a:lvl1pPr>
          </a:lstStyle>
          <a:p>
            <a:fld id="{208FF6F8-EFCB-4F95-82C5-2032510F826B}" type="slidenum">
              <a:rPr lang="en-US" altLang="en-US"/>
              <a:pPr/>
              <a:t>‹#›</a:t>
            </a:fld>
            <a:endParaRPr lang="en-US" altLang="en-US"/>
          </a:p>
        </p:txBody>
      </p:sp>
    </p:spTree>
    <p:extLst>
      <p:ext uri="{BB962C8B-B14F-4D97-AF65-F5344CB8AC3E}">
        <p14:creationId xmlns:p14="http://schemas.microsoft.com/office/powerpoint/2010/main" val="2689135056"/>
      </p:ext>
    </p:extLst>
  </p:cSld>
  <p:clrMapOvr>
    <a:masterClrMapping/>
  </p:clrMapOvr>
  <p:transition spd="med">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1"/>
        </a:solidFill>
        <a:effectLst/>
      </p:bgPr>
    </p:bg>
    <p:spTree>
      <p:nvGrpSpPr>
        <p:cNvPr id="1" name=""/>
        <p:cNvGrpSpPr/>
        <p:nvPr/>
      </p:nvGrpSpPr>
      <p:grpSpPr>
        <a:xfrm>
          <a:off x="0" y="0"/>
          <a:ext cx="0" cy="0"/>
          <a:chOff x="0" y="0"/>
          <a:chExt cx="0" cy="0"/>
        </a:xfrm>
      </p:grpSpPr>
      <p:sp>
        <p:nvSpPr>
          <p:cNvPr id="2" name="Rectangle 2059"/>
          <p:cNvSpPr>
            <a:spLocks noGrp="1" noChangeArrowheads="1"/>
          </p:cNvSpPr>
          <p:nvPr>
            <p:ph type="dt" sz="half" idx="10"/>
          </p:nvPr>
        </p:nvSpPr>
        <p:spPr>
          <a:xfrm>
            <a:off x="304800" y="6477000"/>
            <a:ext cx="1905000" cy="381000"/>
          </a:xfrm>
          <a:prstGeom prst="rect">
            <a:avLst/>
          </a:prstGeom>
        </p:spPr>
        <p:txBody>
          <a:bodyPr vert="horz" wrap="square" lIns="91440" tIns="45720" rIns="91440" bIns="45720" numCol="1" anchor="t" anchorCtr="0" compatLnSpc="1">
            <a:prstTxWarp prst="textNoShape">
              <a:avLst/>
            </a:prstTxWarp>
          </a:bodyPr>
          <a:lstStyle>
            <a:lvl1pPr>
              <a:defRPr>
                <a:cs typeface="Arial" pitchFamily="34" charset="0"/>
              </a:defRPr>
            </a:lvl1pPr>
          </a:lstStyle>
          <a:p>
            <a:endParaRPr lang="en-US" altLang="en-US"/>
          </a:p>
        </p:txBody>
      </p:sp>
      <p:sp>
        <p:nvSpPr>
          <p:cNvPr id="3" name="Rectangle 2060"/>
          <p:cNvSpPr>
            <a:spLocks noGrp="1" noChangeArrowheads="1"/>
          </p:cNvSpPr>
          <p:nvPr>
            <p:ph type="ftr" sz="quarter" idx="11"/>
          </p:nvPr>
        </p:nvSpPr>
        <p:spPr>
          <a:xfrm>
            <a:off x="3352800" y="6477000"/>
            <a:ext cx="2895600" cy="381000"/>
          </a:xfrm>
          <a:prstGeom prst="rect">
            <a:avLst/>
          </a:prstGeom>
        </p:spPr>
        <p:txBody>
          <a:bodyPr vert="horz" wrap="square" lIns="91440" tIns="45720" rIns="91440" bIns="45720" numCol="1" anchor="t" anchorCtr="0" compatLnSpc="1">
            <a:prstTxWarp prst="textNoShape">
              <a:avLst/>
            </a:prstTxWarp>
          </a:bodyPr>
          <a:lstStyle>
            <a:lvl1pPr>
              <a:defRPr>
                <a:cs typeface="Arial" pitchFamily="34" charset="0"/>
              </a:defRPr>
            </a:lvl1pPr>
          </a:lstStyle>
          <a:p>
            <a:r>
              <a:rPr lang="en-US" altLang="en-US"/>
              <a:t>Data Mining: Concepts and Techniques</a:t>
            </a:r>
            <a:endParaRPr lang="en-US" altLang="zh-CN">
              <a:ea typeface="宋体" pitchFamily="2" charset="-122"/>
            </a:endParaRPr>
          </a:p>
        </p:txBody>
      </p:sp>
      <p:sp>
        <p:nvSpPr>
          <p:cNvPr id="4" name="Rectangle 2061"/>
          <p:cNvSpPr>
            <a:spLocks noGrp="1" noChangeArrowheads="1"/>
          </p:cNvSpPr>
          <p:nvPr>
            <p:ph type="sldNum" sz="quarter" idx="12"/>
          </p:nvPr>
        </p:nvSpPr>
        <p:spPr/>
        <p:txBody>
          <a:bodyPr/>
          <a:lstStyle>
            <a:lvl1pPr>
              <a:defRPr/>
            </a:lvl1pPr>
          </a:lstStyle>
          <a:p>
            <a:fld id="{44128C5F-1150-447C-A60A-F66044BB94F2}" type="slidenum">
              <a:rPr lang="en-US" altLang="en-US"/>
              <a:pPr/>
              <a:t>‹#›</a:t>
            </a:fld>
            <a:endParaRPr lang="en-US" altLang="en-US"/>
          </a:p>
        </p:txBody>
      </p:sp>
    </p:spTree>
    <p:extLst>
      <p:ext uri="{BB962C8B-B14F-4D97-AF65-F5344CB8AC3E}">
        <p14:creationId xmlns:p14="http://schemas.microsoft.com/office/powerpoint/2010/main" val="2342080220"/>
      </p:ext>
    </p:extLst>
  </p:cSld>
  <p:clrMapOvr>
    <a:masterClrMapping/>
  </p:clrMapOvr>
  <p:transition spd="med">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273050"/>
            <a:ext cx="3008313" cy="1162050"/>
          </a:xfrm>
        </p:spPr>
        <p:txBody>
          <a:bodyPr/>
          <a:lstStyle>
            <a:lvl1pPr algn="l">
              <a:defRPr sz="2000" b="1"/>
            </a:lvl1pPr>
          </a:lstStyle>
          <a:p>
            <a:r>
              <a:rPr lang="en-US" noProof="1"/>
              <a:t>Click to edit Master title style</a:t>
            </a:r>
          </a:p>
        </p:txBody>
      </p:sp>
      <p:sp>
        <p:nvSpPr>
          <p:cNvPr id="3" name="Content Placeholder 2"/>
          <p:cNvSpPr>
            <a:spLocks noGrp="1"/>
          </p:cNvSpPr>
          <p:nvPr>
            <p:ph idx="1" hasCustomPrompt="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4" name="Text Placeholder 3"/>
          <p:cNvSpPr>
            <a:spLocks noGrp="1"/>
          </p:cNvSpPr>
          <p:nvPr>
            <p:ph type="body" sz="half" idx="2" hasCustomPrompt="1"/>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1"/>
              <a:t>Click to edit Master text styles</a:t>
            </a:r>
          </a:p>
        </p:txBody>
      </p:sp>
      <p:sp>
        <p:nvSpPr>
          <p:cNvPr id="5" name="Rectangle 2059"/>
          <p:cNvSpPr>
            <a:spLocks noGrp="1" noChangeArrowheads="1"/>
          </p:cNvSpPr>
          <p:nvPr>
            <p:ph type="dt" sz="half" idx="10"/>
          </p:nvPr>
        </p:nvSpPr>
        <p:spPr>
          <a:xfrm>
            <a:off x="304800" y="6477000"/>
            <a:ext cx="1905000" cy="381000"/>
          </a:xfrm>
          <a:prstGeom prst="rect">
            <a:avLst/>
          </a:prstGeom>
        </p:spPr>
        <p:txBody>
          <a:bodyPr vert="horz" wrap="square" lIns="91440" tIns="45720" rIns="91440" bIns="45720" numCol="1" anchor="t" anchorCtr="0" compatLnSpc="1">
            <a:prstTxWarp prst="textNoShape">
              <a:avLst/>
            </a:prstTxWarp>
          </a:bodyPr>
          <a:lstStyle>
            <a:lvl1pPr>
              <a:defRPr>
                <a:cs typeface="Arial" pitchFamily="34" charset="0"/>
              </a:defRPr>
            </a:lvl1pPr>
          </a:lstStyle>
          <a:p>
            <a:endParaRPr lang="en-US" altLang="en-US"/>
          </a:p>
        </p:txBody>
      </p:sp>
      <p:sp>
        <p:nvSpPr>
          <p:cNvPr id="6" name="Rectangle 2060"/>
          <p:cNvSpPr>
            <a:spLocks noGrp="1" noChangeArrowheads="1"/>
          </p:cNvSpPr>
          <p:nvPr>
            <p:ph type="ftr" sz="quarter" idx="11"/>
          </p:nvPr>
        </p:nvSpPr>
        <p:spPr>
          <a:xfrm>
            <a:off x="3352800" y="6477000"/>
            <a:ext cx="2895600" cy="381000"/>
          </a:xfrm>
          <a:prstGeom prst="rect">
            <a:avLst/>
          </a:prstGeom>
        </p:spPr>
        <p:txBody>
          <a:bodyPr vert="horz" wrap="square" lIns="91440" tIns="45720" rIns="91440" bIns="45720" numCol="1" anchor="t" anchorCtr="0" compatLnSpc="1">
            <a:prstTxWarp prst="textNoShape">
              <a:avLst/>
            </a:prstTxWarp>
          </a:bodyPr>
          <a:lstStyle>
            <a:lvl1pPr>
              <a:defRPr>
                <a:cs typeface="Arial" pitchFamily="34" charset="0"/>
              </a:defRPr>
            </a:lvl1pPr>
          </a:lstStyle>
          <a:p>
            <a:r>
              <a:rPr lang="en-US" altLang="en-US"/>
              <a:t>Data Mining: Concepts and Techniques</a:t>
            </a:r>
            <a:endParaRPr lang="en-US" altLang="zh-CN">
              <a:ea typeface="宋体" pitchFamily="2" charset="-122"/>
            </a:endParaRPr>
          </a:p>
        </p:txBody>
      </p:sp>
      <p:sp>
        <p:nvSpPr>
          <p:cNvPr id="7" name="Rectangle 2061"/>
          <p:cNvSpPr>
            <a:spLocks noGrp="1" noChangeArrowheads="1"/>
          </p:cNvSpPr>
          <p:nvPr>
            <p:ph type="sldNum" sz="quarter" idx="12"/>
          </p:nvPr>
        </p:nvSpPr>
        <p:spPr/>
        <p:txBody>
          <a:bodyPr/>
          <a:lstStyle>
            <a:lvl1pPr>
              <a:defRPr/>
            </a:lvl1pPr>
          </a:lstStyle>
          <a:p>
            <a:fld id="{276EA647-1463-4840-AC44-97DD39D38081}" type="slidenum">
              <a:rPr lang="en-US" altLang="en-US"/>
              <a:pPr/>
              <a:t>‹#›</a:t>
            </a:fld>
            <a:endParaRPr lang="en-US" altLang="en-US"/>
          </a:p>
        </p:txBody>
      </p:sp>
    </p:spTree>
    <p:extLst>
      <p:ext uri="{BB962C8B-B14F-4D97-AF65-F5344CB8AC3E}">
        <p14:creationId xmlns:p14="http://schemas.microsoft.com/office/powerpoint/2010/main" val="2688231188"/>
      </p:ext>
    </p:extLst>
  </p:cSld>
  <p:clrMapOvr>
    <a:masterClrMapping/>
  </p:clrMapOvr>
  <p:transition spd="med">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792288" y="4800600"/>
            <a:ext cx="5486400" cy="566738"/>
          </a:xfrm>
        </p:spPr>
        <p:txBody>
          <a:bodyPr/>
          <a:lstStyle>
            <a:lvl1pPr algn="l">
              <a:defRPr sz="2000" b="1"/>
            </a:lvl1pPr>
          </a:lstStyle>
          <a:p>
            <a:r>
              <a:rPr lang="en-US" noProof="1"/>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hasCustomPrompt="1"/>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1"/>
              <a:t>Click to edit Master text styles</a:t>
            </a:r>
          </a:p>
        </p:txBody>
      </p:sp>
      <p:sp>
        <p:nvSpPr>
          <p:cNvPr id="5" name="Rectangle 2059"/>
          <p:cNvSpPr>
            <a:spLocks noGrp="1" noChangeArrowheads="1"/>
          </p:cNvSpPr>
          <p:nvPr>
            <p:ph type="dt" sz="half" idx="10"/>
          </p:nvPr>
        </p:nvSpPr>
        <p:spPr>
          <a:xfrm>
            <a:off x="304800" y="6477000"/>
            <a:ext cx="1905000" cy="381000"/>
          </a:xfrm>
          <a:prstGeom prst="rect">
            <a:avLst/>
          </a:prstGeom>
        </p:spPr>
        <p:txBody>
          <a:bodyPr vert="horz" wrap="square" lIns="91440" tIns="45720" rIns="91440" bIns="45720" numCol="1" anchor="t" anchorCtr="0" compatLnSpc="1">
            <a:prstTxWarp prst="textNoShape">
              <a:avLst/>
            </a:prstTxWarp>
          </a:bodyPr>
          <a:lstStyle>
            <a:lvl1pPr>
              <a:defRPr>
                <a:cs typeface="Arial" pitchFamily="34" charset="0"/>
              </a:defRPr>
            </a:lvl1pPr>
          </a:lstStyle>
          <a:p>
            <a:endParaRPr lang="en-US" altLang="en-US"/>
          </a:p>
        </p:txBody>
      </p:sp>
      <p:sp>
        <p:nvSpPr>
          <p:cNvPr id="6" name="Rectangle 2060"/>
          <p:cNvSpPr>
            <a:spLocks noGrp="1" noChangeArrowheads="1"/>
          </p:cNvSpPr>
          <p:nvPr>
            <p:ph type="ftr" sz="quarter" idx="11"/>
          </p:nvPr>
        </p:nvSpPr>
        <p:spPr>
          <a:xfrm>
            <a:off x="3352800" y="6477000"/>
            <a:ext cx="2895600" cy="381000"/>
          </a:xfrm>
          <a:prstGeom prst="rect">
            <a:avLst/>
          </a:prstGeom>
        </p:spPr>
        <p:txBody>
          <a:bodyPr vert="horz" wrap="square" lIns="91440" tIns="45720" rIns="91440" bIns="45720" numCol="1" anchor="t" anchorCtr="0" compatLnSpc="1">
            <a:prstTxWarp prst="textNoShape">
              <a:avLst/>
            </a:prstTxWarp>
          </a:bodyPr>
          <a:lstStyle>
            <a:lvl1pPr>
              <a:defRPr>
                <a:cs typeface="Arial" pitchFamily="34" charset="0"/>
              </a:defRPr>
            </a:lvl1pPr>
          </a:lstStyle>
          <a:p>
            <a:r>
              <a:rPr lang="en-US" altLang="en-US"/>
              <a:t>Data Mining: Concepts and Techniques</a:t>
            </a:r>
            <a:endParaRPr lang="en-US" altLang="zh-CN">
              <a:ea typeface="宋体" pitchFamily="2" charset="-122"/>
            </a:endParaRPr>
          </a:p>
        </p:txBody>
      </p:sp>
      <p:sp>
        <p:nvSpPr>
          <p:cNvPr id="7" name="Rectangle 2061"/>
          <p:cNvSpPr>
            <a:spLocks noGrp="1" noChangeArrowheads="1"/>
          </p:cNvSpPr>
          <p:nvPr>
            <p:ph type="sldNum" sz="quarter" idx="12"/>
          </p:nvPr>
        </p:nvSpPr>
        <p:spPr/>
        <p:txBody>
          <a:bodyPr/>
          <a:lstStyle>
            <a:lvl1pPr>
              <a:defRPr/>
            </a:lvl1pPr>
          </a:lstStyle>
          <a:p>
            <a:fld id="{FB39A27F-217C-4F10-BC95-91236E36B117}" type="slidenum">
              <a:rPr lang="en-US" altLang="en-US"/>
              <a:pPr/>
              <a:t>‹#›</a:t>
            </a:fld>
            <a:endParaRPr lang="en-US" altLang="en-US"/>
          </a:p>
        </p:txBody>
      </p:sp>
    </p:spTree>
    <p:extLst>
      <p:ext uri="{BB962C8B-B14F-4D97-AF65-F5344CB8AC3E}">
        <p14:creationId xmlns:p14="http://schemas.microsoft.com/office/powerpoint/2010/main" val="3874638384"/>
      </p:ext>
    </p:extLst>
  </p:cSld>
  <p:clrMapOvr>
    <a:masterClrMapping/>
  </p:clrMapOvr>
  <p:transition spd="med">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noProof="1"/>
              <a:t>Click to edit Master title style</a:t>
            </a:r>
          </a:p>
        </p:txBody>
      </p:sp>
      <p:sp>
        <p:nvSpPr>
          <p:cNvPr id="3" name="Vertical Text Placeholder 2"/>
          <p:cNvSpPr>
            <a:spLocks noGrp="1"/>
          </p:cNvSpPr>
          <p:nvPr>
            <p:ph type="body" orient="vert" idx="1" hasCustomPrompt="1"/>
          </p:nvPr>
        </p:nvSpPr>
        <p:spPr/>
        <p:txBody>
          <a:bodyPr vert="eaVert"/>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4" name="Rectangle 2059"/>
          <p:cNvSpPr>
            <a:spLocks noGrp="1" noChangeArrowheads="1"/>
          </p:cNvSpPr>
          <p:nvPr>
            <p:ph type="dt" sz="half" idx="10"/>
          </p:nvPr>
        </p:nvSpPr>
        <p:spPr>
          <a:xfrm>
            <a:off x="304800" y="6477000"/>
            <a:ext cx="1905000" cy="381000"/>
          </a:xfrm>
          <a:prstGeom prst="rect">
            <a:avLst/>
          </a:prstGeom>
        </p:spPr>
        <p:txBody>
          <a:bodyPr vert="horz" wrap="square" lIns="91440" tIns="45720" rIns="91440" bIns="45720" numCol="1" anchor="t" anchorCtr="0" compatLnSpc="1">
            <a:prstTxWarp prst="textNoShape">
              <a:avLst/>
            </a:prstTxWarp>
          </a:bodyPr>
          <a:lstStyle>
            <a:lvl1pPr>
              <a:defRPr>
                <a:cs typeface="Arial" pitchFamily="34" charset="0"/>
              </a:defRPr>
            </a:lvl1pPr>
          </a:lstStyle>
          <a:p>
            <a:endParaRPr lang="en-US" altLang="en-US"/>
          </a:p>
        </p:txBody>
      </p:sp>
      <p:sp>
        <p:nvSpPr>
          <p:cNvPr id="5" name="Rectangle 2060"/>
          <p:cNvSpPr>
            <a:spLocks noGrp="1" noChangeArrowheads="1"/>
          </p:cNvSpPr>
          <p:nvPr>
            <p:ph type="ftr" sz="quarter" idx="11"/>
          </p:nvPr>
        </p:nvSpPr>
        <p:spPr>
          <a:xfrm>
            <a:off x="3352800" y="6477000"/>
            <a:ext cx="2895600" cy="381000"/>
          </a:xfrm>
          <a:prstGeom prst="rect">
            <a:avLst/>
          </a:prstGeom>
        </p:spPr>
        <p:txBody>
          <a:bodyPr vert="horz" wrap="square" lIns="91440" tIns="45720" rIns="91440" bIns="45720" numCol="1" anchor="t" anchorCtr="0" compatLnSpc="1">
            <a:prstTxWarp prst="textNoShape">
              <a:avLst/>
            </a:prstTxWarp>
          </a:bodyPr>
          <a:lstStyle>
            <a:lvl1pPr>
              <a:defRPr>
                <a:cs typeface="Arial" pitchFamily="34" charset="0"/>
              </a:defRPr>
            </a:lvl1pPr>
          </a:lstStyle>
          <a:p>
            <a:r>
              <a:rPr lang="en-US" altLang="en-US"/>
              <a:t>Data Mining: Concepts and Techniques</a:t>
            </a:r>
            <a:endParaRPr lang="en-US" altLang="zh-CN">
              <a:ea typeface="宋体" pitchFamily="2" charset="-122"/>
            </a:endParaRPr>
          </a:p>
        </p:txBody>
      </p:sp>
      <p:sp>
        <p:nvSpPr>
          <p:cNvPr id="6" name="Rectangle 2061"/>
          <p:cNvSpPr>
            <a:spLocks noGrp="1" noChangeArrowheads="1"/>
          </p:cNvSpPr>
          <p:nvPr>
            <p:ph type="sldNum" sz="quarter" idx="12"/>
          </p:nvPr>
        </p:nvSpPr>
        <p:spPr/>
        <p:txBody>
          <a:bodyPr/>
          <a:lstStyle>
            <a:lvl1pPr>
              <a:defRPr/>
            </a:lvl1pPr>
          </a:lstStyle>
          <a:p>
            <a:fld id="{4DEDFC1E-158E-4E1C-950A-EEA07576F210}" type="slidenum">
              <a:rPr lang="en-US" altLang="en-US"/>
              <a:pPr/>
              <a:t>‹#›</a:t>
            </a:fld>
            <a:endParaRPr lang="en-US" altLang="en-US"/>
          </a:p>
        </p:txBody>
      </p:sp>
    </p:spTree>
    <p:extLst>
      <p:ext uri="{BB962C8B-B14F-4D97-AF65-F5344CB8AC3E}">
        <p14:creationId xmlns:p14="http://schemas.microsoft.com/office/powerpoint/2010/main" val="3320104164"/>
      </p:ext>
    </p:extLst>
  </p:cSld>
  <p:clrMapOvr>
    <a:masterClrMapping/>
  </p:clrMapOvr>
  <p:transition spd="med">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chemeClr val="bg1"/>
        </a:solidFill>
        <a:effectLst/>
      </p:bgPr>
    </p:bg>
    <p:spTree>
      <p:nvGrpSpPr>
        <p:cNvPr id="1" name=""/>
        <p:cNvGrpSpPr/>
        <p:nvPr/>
      </p:nvGrpSpPr>
      <p:grpSpPr>
        <a:xfrm>
          <a:off x="0" y="0"/>
          <a:ext cx="0" cy="0"/>
          <a:chOff x="0" y="0"/>
          <a:chExt cx="0" cy="0"/>
        </a:xfrm>
      </p:grpSpPr>
      <p:sp>
        <p:nvSpPr>
          <p:cNvPr id="2" name="Vertical Title 1"/>
          <p:cNvSpPr>
            <a:spLocks noGrp="1"/>
          </p:cNvSpPr>
          <p:nvPr>
            <p:ph type="title" orient="vert" hasCustomPrompt="1"/>
          </p:nvPr>
        </p:nvSpPr>
        <p:spPr>
          <a:xfrm>
            <a:off x="6667500" y="381000"/>
            <a:ext cx="2095500" cy="6096000"/>
          </a:xfrm>
        </p:spPr>
        <p:txBody>
          <a:bodyPr vert="eaVert"/>
          <a:lstStyle/>
          <a:p>
            <a:r>
              <a:rPr lang="en-US" noProof="1"/>
              <a:t>Click to edit Master title style</a:t>
            </a:r>
          </a:p>
        </p:txBody>
      </p:sp>
      <p:sp>
        <p:nvSpPr>
          <p:cNvPr id="3" name="Vertical Text Placeholder 2"/>
          <p:cNvSpPr>
            <a:spLocks noGrp="1"/>
          </p:cNvSpPr>
          <p:nvPr>
            <p:ph type="body" orient="vert" idx="1" hasCustomPrompt="1"/>
          </p:nvPr>
        </p:nvSpPr>
        <p:spPr>
          <a:xfrm>
            <a:off x="381000" y="381000"/>
            <a:ext cx="6134100" cy="6096000"/>
          </a:xfrm>
        </p:spPr>
        <p:txBody>
          <a:bodyPr vert="eaVert"/>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4" name="Rectangle 2059"/>
          <p:cNvSpPr>
            <a:spLocks noGrp="1" noChangeArrowheads="1"/>
          </p:cNvSpPr>
          <p:nvPr>
            <p:ph type="dt" sz="half" idx="10"/>
          </p:nvPr>
        </p:nvSpPr>
        <p:spPr>
          <a:xfrm>
            <a:off x="304800" y="6477000"/>
            <a:ext cx="1905000" cy="381000"/>
          </a:xfrm>
          <a:prstGeom prst="rect">
            <a:avLst/>
          </a:prstGeom>
        </p:spPr>
        <p:txBody>
          <a:bodyPr vert="horz" wrap="square" lIns="91440" tIns="45720" rIns="91440" bIns="45720" numCol="1" anchor="t" anchorCtr="0" compatLnSpc="1">
            <a:prstTxWarp prst="textNoShape">
              <a:avLst/>
            </a:prstTxWarp>
          </a:bodyPr>
          <a:lstStyle>
            <a:lvl1pPr>
              <a:defRPr>
                <a:cs typeface="Arial" pitchFamily="34" charset="0"/>
              </a:defRPr>
            </a:lvl1pPr>
          </a:lstStyle>
          <a:p>
            <a:endParaRPr lang="en-US" altLang="en-US"/>
          </a:p>
        </p:txBody>
      </p:sp>
      <p:sp>
        <p:nvSpPr>
          <p:cNvPr id="5" name="Rectangle 2060"/>
          <p:cNvSpPr>
            <a:spLocks noGrp="1" noChangeArrowheads="1"/>
          </p:cNvSpPr>
          <p:nvPr>
            <p:ph type="ftr" sz="quarter" idx="11"/>
          </p:nvPr>
        </p:nvSpPr>
        <p:spPr>
          <a:xfrm>
            <a:off x="3352800" y="6477000"/>
            <a:ext cx="2895600" cy="381000"/>
          </a:xfrm>
          <a:prstGeom prst="rect">
            <a:avLst/>
          </a:prstGeom>
        </p:spPr>
        <p:txBody>
          <a:bodyPr vert="horz" wrap="square" lIns="91440" tIns="45720" rIns="91440" bIns="45720" numCol="1" anchor="t" anchorCtr="0" compatLnSpc="1">
            <a:prstTxWarp prst="textNoShape">
              <a:avLst/>
            </a:prstTxWarp>
          </a:bodyPr>
          <a:lstStyle>
            <a:lvl1pPr>
              <a:defRPr>
                <a:cs typeface="Arial" pitchFamily="34" charset="0"/>
              </a:defRPr>
            </a:lvl1pPr>
          </a:lstStyle>
          <a:p>
            <a:r>
              <a:rPr lang="en-US" altLang="en-US"/>
              <a:t>Data Mining: Concepts and Techniques</a:t>
            </a:r>
            <a:endParaRPr lang="en-US" altLang="zh-CN">
              <a:ea typeface="宋体" pitchFamily="2" charset="-122"/>
            </a:endParaRPr>
          </a:p>
        </p:txBody>
      </p:sp>
      <p:sp>
        <p:nvSpPr>
          <p:cNvPr id="6" name="Rectangle 2061"/>
          <p:cNvSpPr>
            <a:spLocks noGrp="1" noChangeArrowheads="1"/>
          </p:cNvSpPr>
          <p:nvPr>
            <p:ph type="sldNum" sz="quarter" idx="12"/>
          </p:nvPr>
        </p:nvSpPr>
        <p:spPr/>
        <p:txBody>
          <a:bodyPr/>
          <a:lstStyle>
            <a:lvl1pPr>
              <a:defRPr/>
            </a:lvl1pPr>
          </a:lstStyle>
          <a:p>
            <a:fld id="{06EF8D9A-7271-416A-AAD6-D330AD5FF671}" type="slidenum">
              <a:rPr lang="en-US" altLang="en-US"/>
              <a:pPr/>
              <a:t>‹#›</a:t>
            </a:fld>
            <a:endParaRPr lang="en-US" altLang="en-US"/>
          </a:p>
        </p:txBody>
      </p:sp>
    </p:spTree>
    <p:extLst>
      <p:ext uri="{BB962C8B-B14F-4D97-AF65-F5344CB8AC3E}">
        <p14:creationId xmlns:p14="http://schemas.microsoft.com/office/powerpoint/2010/main" val="4034402130"/>
      </p:ext>
    </p:extLst>
  </p:cSld>
  <p:clrMapOvr>
    <a:masterClrMapping/>
  </p:clrMapOvr>
  <p:transition spd="med">
    <p:zo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81000" y="381000"/>
            <a:ext cx="8305800" cy="609600"/>
          </a:xfrm>
        </p:spPr>
        <p:txBody>
          <a:bodyPr/>
          <a:lstStyle>
            <a:lvl1pPr>
              <a:defRPr>
                <a:latin typeface="Tahoma" pitchFamily="34" charset="0"/>
              </a:defRPr>
            </a:lvl1pPr>
          </a:lstStyle>
          <a:p>
            <a:r>
              <a:rPr lang="en-US" noProof="1"/>
              <a:t>Click to edit Master title style</a:t>
            </a:r>
          </a:p>
        </p:txBody>
      </p:sp>
      <p:sp>
        <p:nvSpPr>
          <p:cNvPr id="3" name="Text Placeholder 2"/>
          <p:cNvSpPr>
            <a:spLocks noGrp="1"/>
          </p:cNvSpPr>
          <p:nvPr>
            <p:ph type="body" sz="half" idx="1" hasCustomPrompt="1"/>
          </p:nvPr>
        </p:nvSpPr>
        <p:spPr>
          <a:xfrm>
            <a:off x="381000" y="1371600"/>
            <a:ext cx="4114800" cy="5105400"/>
          </a:xfrm>
        </p:spPr>
        <p:txBody>
          <a:body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4" name="Content Placeholder 3"/>
          <p:cNvSpPr>
            <a:spLocks noGrp="1"/>
          </p:cNvSpPr>
          <p:nvPr>
            <p:ph sz="half" idx="2" hasCustomPrompt="1"/>
          </p:nvPr>
        </p:nvSpPr>
        <p:spPr>
          <a:xfrm>
            <a:off x="4648200" y="1371600"/>
            <a:ext cx="4114800" cy="5105400"/>
          </a:xfrm>
        </p:spPr>
        <p:txBody>
          <a:body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5" name="Rectangle 2059"/>
          <p:cNvSpPr>
            <a:spLocks noGrp="1" noChangeArrowheads="1"/>
          </p:cNvSpPr>
          <p:nvPr>
            <p:ph type="dt" sz="half" idx="10"/>
          </p:nvPr>
        </p:nvSpPr>
        <p:spPr>
          <a:xfrm>
            <a:off x="304800" y="6477000"/>
            <a:ext cx="1905000" cy="381000"/>
          </a:xfrm>
          <a:prstGeom prst="rect">
            <a:avLst/>
          </a:prstGeom>
        </p:spPr>
        <p:txBody>
          <a:bodyPr vert="horz" wrap="square" lIns="91440" tIns="45720" rIns="91440" bIns="45720" numCol="1" anchor="t" anchorCtr="0" compatLnSpc="1">
            <a:prstTxWarp prst="textNoShape">
              <a:avLst/>
            </a:prstTxWarp>
          </a:bodyPr>
          <a:lstStyle>
            <a:lvl1pPr>
              <a:defRPr>
                <a:cs typeface="Arial" pitchFamily="34" charset="0"/>
              </a:defRPr>
            </a:lvl1pPr>
          </a:lstStyle>
          <a:p>
            <a:endParaRPr lang="en-US" altLang="en-US"/>
          </a:p>
        </p:txBody>
      </p:sp>
      <p:sp>
        <p:nvSpPr>
          <p:cNvPr id="6" name="Rectangle 2060"/>
          <p:cNvSpPr>
            <a:spLocks noGrp="1" noChangeArrowheads="1"/>
          </p:cNvSpPr>
          <p:nvPr>
            <p:ph type="ftr" sz="quarter" idx="11"/>
          </p:nvPr>
        </p:nvSpPr>
        <p:spPr>
          <a:xfrm>
            <a:off x="3352800" y="6477000"/>
            <a:ext cx="2895600" cy="381000"/>
          </a:xfrm>
          <a:prstGeom prst="rect">
            <a:avLst/>
          </a:prstGeom>
        </p:spPr>
        <p:txBody>
          <a:bodyPr vert="horz" wrap="square" lIns="91440" tIns="45720" rIns="91440" bIns="45720" numCol="1" anchor="t" anchorCtr="0" compatLnSpc="1">
            <a:prstTxWarp prst="textNoShape">
              <a:avLst/>
            </a:prstTxWarp>
          </a:bodyPr>
          <a:lstStyle>
            <a:lvl1pPr>
              <a:defRPr>
                <a:cs typeface="Arial" pitchFamily="34" charset="0"/>
              </a:defRPr>
            </a:lvl1pPr>
          </a:lstStyle>
          <a:p>
            <a:r>
              <a:rPr lang="en-US" altLang="en-US"/>
              <a:t>Data Mining: Concepts and Techniques</a:t>
            </a:r>
            <a:endParaRPr lang="en-US" altLang="zh-CN">
              <a:ea typeface="宋体" pitchFamily="2" charset="-122"/>
            </a:endParaRPr>
          </a:p>
        </p:txBody>
      </p:sp>
      <p:sp>
        <p:nvSpPr>
          <p:cNvPr id="7" name="Rectangle 2061"/>
          <p:cNvSpPr>
            <a:spLocks noGrp="1" noChangeArrowheads="1"/>
          </p:cNvSpPr>
          <p:nvPr>
            <p:ph type="sldNum" sz="quarter" idx="12"/>
          </p:nvPr>
        </p:nvSpPr>
        <p:spPr/>
        <p:txBody>
          <a:bodyPr/>
          <a:lstStyle>
            <a:lvl1pPr>
              <a:defRPr/>
            </a:lvl1pPr>
          </a:lstStyle>
          <a:p>
            <a:fld id="{697AB5AB-0D5B-4341-AF94-83E1EB84EE79}" type="slidenum">
              <a:rPr lang="en-US" altLang="en-US"/>
              <a:pPr/>
              <a:t>‹#›</a:t>
            </a:fld>
            <a:endParaRPr lang="en-US" altLang="en-US"/>
          </a:p>
        </p:txBody>
      </p:sp>
    </p:spTree>
    <p:extLst>
      <p:ext uri="{BB962C8B-B14F-4D97-AF65-F5344CB8AC3E}">
        <p14:creationId xmlns:p14="http://schemas.microsoft.com/office/powerpoint/2010/main" val="3863996260"/>
      </p:ext>
    </p:extLst>
  </p:cSld>
  <p:clrMapOvr>
    <a:masterClrMapping/>
  </p:clrMapOvr>
  <p:transition spd="med">
    <p:zo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Title, Text, and 2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81000" y="381000"/>
            <a:ext cx="8305800" cy="609600"/>
          </a:xfrm>
        </p:spPr>
        <p:txBody>
          <a:bodyPr/>
          <a:lstStyle>
            <a:lvl1pPr>
              <a:defRPr>
                <a:latin typeface="Tahoma" pitchFamily="34" charset="0"/>
              </a:defRPr>
            </a:lvl1pPr>
          </a:lstStyle>
          <a:p>
            <a:r>
              <a:rPr lang="en-US" noProof="1"/>
              <a:t>Click to edit Master title style</a:t>
            </a:r>
          </a:p>
        </p:txBody>
      </p:sp>
      <p:sp>
        <p:nvSpPr>
          <p:cNvPr id="3" name="Text Placeholder 2"/>
          <p:cNvSpPr>
            <a:spLocks noGrp="1"/>
          </p:cNvSpPr>
          <p:nvPr>
            <p:ph type="body" sz="half" idx="1" hasCustomPrompt="1"/>
          </p:nvPr>
        </p:nvSpPr>
        <p:spPr>
          <a:xfrm>
            <a:off x="381000" y="1371600"/>
            <a:ext cx="4114800" cy="5105400"/>
          </a:xfrm>
        </p:spPr>
        <p:txBody>
          <a:body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4" name="Content Placeholder 3"/>
          <p:cNvSpPr>
            <a:spLocks noGrp="1"/>
          </p:cNvSpPr>
          <p:nvPr>
            <p:ph sz="quarter" idx="2" hasCustomPrompt="1"/>
          </p:nvPr>
        </p:nvSpPr>
        <p:spPr>
          <a:xfrm>
            <a:off x="4648200" y="1371600"/>
            <a:ext cx="4114800" cy="2476500"/>
          </a:xfrm>
        </p:spPr>
        <p:txBody>
          <a:body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5" name="Content Placeholder 4"/>
          <p:cNvSpPr>
            <a:spLocks noGrp="1"/>
          </p:cNvSpPr>
          <p:nvPr>
            <p:ph sz="quarter" idx="3" hasCustomPrompt="1"/>
          </p:nvPr>
        </p:nvSpPr>
        <p:spPr>
          <a:xfrm>
            <a:off x="4648200" y="4000500"/>
            <a:ext cx="4114800" cy="2476500"/>
          </a:xfrm>
        </p:spPr>
        <p:txBody>
          <a:body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6" name="Rectangle 2059"/>
          <p:cNvSpPr>
            <a:spLocks noGrp="1" noChangeArrowheads="1"/>
          </p:cNvSpPr>
          <p:nvPr>
            <p:ph type="dt" sz="half" idx="10"/>
          </p:nvPr>
        </p:nvSpPr>
        <p:spPr>
          <a:xfrm>
            <a:off x="304800" y="6477000"/>
            <a:ext cx="1905000" cy="381000"/>
          </a:xfrm>
          <a:prstGeom prst="rect">
            <a:avLst/>
          </a:prstGeom>
        </p:spPr>
        <p:txBody>
          <a:bodyPr vert="horz" wrap="square" lIns="91440" tIns="45720" rIns="91440" bIns="45720" numCol="1" anchor="t" anchorCtr="0" compatLnSpc="1">
            <a:prstTxWarp prst="textNoShape">
              <a:avLst/>
            </a:prstTxWarp>
          </a:bodyPr>
          <a:lstStyle>
            <a:lvl1pPr>
              <a:defRPr>
                <a:cs typeface="Arial" pitchFamily="34" charset="0"/>
              </a:defRPr>
            </a:lvl1pPr>
          </a:lstStyle>
          <a:p>
            <a:endParaRPr lang="en-US" altLang="en-US"/>
          </a:p>
        </p:txBody>
      </p:sp>
      <p:sp>
        <p:nvSpPr>
          <p:cNvPr id="7" name="Rectangle 2060"/>
          <p:cNvSpPr>
            <a:spLocks noGrp="1" noChangeArrowheads="1"/>
          </p:cNvSpPr>
          <p:nvPr>
            <p:ph type="ftr" sz="quarter" idx="11"/>
          </p:nvPr>
        </p:nvSpPr>
        <p:spPr>
          <a:xfrm>
            <a:off x="3352800" y="6477000"/>
            <a:ext cx="2895600" cy="381000"/>
          </a:xfrm>
          <a:prstGeom prst="rect">
            <a:avLst/>
          </a:prstGeom>
        </p:spPr>
        <p:txBody>
          <a:bodyPr vert="horz" wrap="square" lIns="91440" tIns="45720" rIns="91440" bIns="45720" numCol="1" anchor="t" anchorCtr="0" compatLnSpc="1">
            <a:prstTxWarp prst="textNoShape">
              <a:avLst/>
            </a:prstTxWarp>
          </a:bodyPr>
          <a:lstStyle>
            <a:lvl1pPr>
              <a:defRPr>
                <a:cs typeface="Arial" pitchFamily="34" charset="0"/>
              </a:defRPr>
            </a:lvl1pPr>
          </a:lstStyle>
          <a:p>
            <a:r>
              <a:rPr lang="en-US" altLang="en-US"/>
              <a:t>Data Mining: Concepts and Techniques</a:t>
            </a:r>
            <a:endParaRPr lang="en-US" altLang="zh-CN">
              <a:ea typeface="宋体" pitchFamily="2" charset="-122"/>
            </a:endParaRPr>
          </a:p>
        </p:txBody>
      </p:sp>
      <p:sp>
        <p:nvSpPr>
          <p:cNvPr id="8" name="Rectangle 2061"/>
          <p:cNvSpPr>
            <a:spLocks noGrp="1" noChangeArrowheads="1"/>
          </p:cNvSpPr>
          <p:nvPr>
            <p:ph type="sldNum" sz="quarter" idx="12"/>
          </p:nvPr>
        </p:nvSpPr>
        <p:spPr/>
        <p:txBody>
          <a:bodyPr/>
          <a:lstStyle>
            <a:lvl1pPr>
              <a:defRPr/>
            </a:lvl1pPr>
          </a:lstStyle>
          <a:p>
            <a:fld id="{2F4661C5-0361-4F7D-AE83-CE365B30F9F3}" type="slidenum">
              <a:rPr lang="en-US" altLang="en-US"/>
              <a:pPr/>
              <a:t>‹#›</a:t>
            </a:fld>
            <a:endParaRPr lang="en-US" altLang="en-US"/>
          </a:p>
        </p:txBody>
      </p:sp>
    </p:spTree>
    <p:extLst>
      <p:ext uri="{BB962C8B-B14F-4D97-AF65-F5344CB8AC3E}">
        <p14:creationId xmlns:p14="http://schemas.microsoft.com/office/powerpoint/2010/main" val="1414172343"/>
      </p:ext>
    </p:extLst>
  </p:cSld>
  <p:clrMapOvr>
    <a:masterClrMapping/>
  </p:clrMapOvr>
  <p:transition spd="med">
    <p:zo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a:xfrm>
            <a:off x="304800" y="6477000"/>
            <a:ext cx="1905000" cy="381000"/>
          </a:xfrm>
        </p:spPr>
        <p:txBody>
          <a:bodyPr vert="horz" wrap="square" lIns="91440" tIns="45720" rIns="91440" bIns="45720" numCol="1" anchor="t" anchorCtr="0" compatLnSpc="1">
            <a:prstTxWarp prst="textNoShape">
              <a:avLst/>
            </a:prstTxWarp>
          </a:bodyPr>
          <a:lstStyle>
            <a:lvl1pPr>
              <a:defRPr>
                <a:cs typeface="Arial" pitchFamily="34" charset="0"/>
              </a:defRPr>
            </a:lvl1pPr>
          </a:lstStyle>
          <a:p>
            <a:endParaRPr lang="en-US" altLang="en-US"/>
          </a:p>
        </p:txBody>
      </p:sp>
      <p:sp>
        <p:nvSpPr>
          <p:cNvPr id="5" name="页脚占位符 4"/>
          <p:cNvSpPr>
            <a:spLocks noGrp="1"/>
          </p:cNvSpPr>
          <p:nvPr>
            <p:ph type="ftr" sz="quarter" idx="11"/>
          </p:nvPr>
        </p:nvSpPr>
        <p:spPr>
          <a:xfrm>
            <a:off x="3352800" y="6477000"/>
            <a:ext cx="2895600" cy="381000"/>
          </a:xfrm>
        </p:spPr>
        <p:txBody>
          <a:bodyPr vert="horz" wrap="square" lIns="91440" tIns="45720" rIns="91440" bIns="45720" numCol="1" anchor="t" anchorCtr="0" compatLnSpc="1">
            <a:prstTxWarp prst="textNoShape">
              <a:avLst/>
            </a:prstTxWarp>
          </a:bodyPr>
          <a:lstStyle>
            <a:lvl1pPr>
              <a:defRPr>
                <a:cs typeface="Arial" pitchFamily="34" charset="0"/>
              </a:defRPr>
            </a:lvl1pPr>
          </a:lstStyle>
          <a:p>
            <a:r>
              <a:rPr lang="en-US" altLang="en-US"/>
              <a:t>Data Mining: Concepts and Techniques</a:t>
            </a:r>
            <a:endParaRPr lang="en-US" altLang="en-US">
              <a:cs typeface="+mn-cs"/>
            </a:endParaRPr>
          </a:p>
        </p:txBody>
      </p:sp>
      <p:sp>
        <p:nvSpPr>
          <p:cNvPr id="6" name="灯片编号占位符 5"/>
          <p:cNvSpPr>
            <a:spLocks noGrp="1"/>
          </p:cNvSpPr>
          <p:nvPr>
            <p:ph type="sldNum" sz="quarter" idx="12"/>
          </p:nvPr>
        </p:nvSpPr>
        <p:spPr/>
        <p:txBody>
          <a:bodyPr/>
          <a:lstStyle>
            <a:lvl1pPr algn="l">
              <a:defRPr sz="2400"/>
            </a:lvl1pPr>
          </a:lstStyle>
          <a:p>
            <a:fld id="{9E112FD9-E26B-47F3-8846-605FFF136DEF}" type="slidenum">
              <a:rPr lang="en-US" altLang="en-US"/>
              <a:pPr/>
              <a:t>‹#›</a:t>
            </a:fld>
            <a:endParaRPr lang="en-US" altLang="en-US"/>
          </a:p>
        </p:txBody>
      </p:sp>
    </p:spTree>
    <p:extLst>
      <p:ext uri="{BB962C8B-B14F-4D97-AF65-F5344CB8AC3E}">
        <p14:creationId xmlns:p14="http://schemas.microsoft.com/office/powerpoint/2010/main" val="2618174957"/>
      </p:ext>
    </p:extLst>
  </p:cSld>
  <p:clrMapOvr>
    <a:masterClrMapping/>
  </p:clrMapOvr>
  <p:transition spd="med">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056"/>
          <p:cNvSpPr>
            <a:spLocks noChangeArrowheads="1"/>
          </p:cNvSpPr>
          <p:nvPr/>
        </p:nvSpPr>
        <p:spPr bwMode="auto">
          <a:xfrm>
            <a:off x="381000" y="1219200"/>
            <a:ext cx="8410575" cy="46038"/>
          </a:xfrm>
          <a:prstGeom prst="rect">
            <a:avLst/>
          </a:prstGeom>
          <a:gradFill rotWithShape="0">
            <a:gsLst>
              <a:gs pos="0">
                <a:schemeClr val="accent1">
                  <a:alpha val="50000"/>
                </a:schemeClr>
              </a:gs>
              <a:gs pos="100000">
                <a:schemeClr val="folHlink">
                  <a:alpha val="50000"/>
                </a:schemeClr>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zh-CN">
              <a:cs typeface="Tahoma" pitchFamily="34" charset="0"/>
            </a:endParaRPr>
          </a:p>
        </p:txBody>
      </p:sp>
      <p:sp>
        <p:nvSpPr>
          <p:cNvPr id="1027" name="Rectangle 2057"/>
          <p:cNvSpPr>
            <a:spLocks noGrp="1" noChangeArrowheads="1"/>
          </p:cNvSpPr>
          <p:nvPr>
            <p:ph type="title" idx="4294967295"/>
          </p:nvPr>
        </p:nvSpPr>
        <p:spPr bwMode="auto">
          <a:xfrm>
            <a:off x="381000" y="381000"/>
            <a:ext cx="8305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zh-CN"/>
              <a:t>Click to edit Master title style</a:t>
            </a:r>
          </a:p>
        </p:txBody>
      </p:sp>
      <p:sp>
        <p:nvSpPr>
          <p:cNvPr id="1028" name="Rectangle 2058"/>
          <p:cNvSpPr>
            <a:spLocks noGrp="1" noChangeArrowheads="1"/>
          </p:cNvSpPr>
          <p:nvPr>
            <p:ph type="body" idx="4294967295"/>
          </p:nvPr>
        </p:nvSpPr>
        <p:spPr bwMode="auto">
          <a:xfrm>
            <a:off x="381000" y="1371600"/>
            <a:ext cx="83820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928781" name="Rectangle 2061"/>
          <p:cNvSpPr>
            <a:spLocks noGrp="1" noChangeArrowheads="1"/>
          </p:cNvSpPr>
          <p:nvPr>
            <p:ph type="sldNum" sz="quarter" idx="4"/>
          </p:nvPr>
        </p:nvSpPr>
        <p:spPr bwMode="auto">
          <a:xfrm>
            <a:off x="7239000" y="6477000"/>
            <a:ext cx="1905000" cy="3810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lgn="r">
              <a:defRPr sz="1200">
                <a:cs typeface="Arial" pitchFamily="34" charset="0"/>
              </a:defRPr>
            </a:lvl1pPr>
          </a:lstStyle>
          <a:p>
            <a:fld id="{17580323-013C-4F1B-8AD7-E52E41E4D077}" type="slidenum">
              <a:rPr lang="en-US" altLang="en-US"/>
              <a:pPr/>
              <a:t>‹#›</a:t>
            </a:fld>
            <a:endParaRPr lang="en-US" altLang="en-US">
              <a:cs typeface="+mn-cs"/>
            </a:endParaRPr>
          </a:p>
        </p:txBody>
      </p:sp>
    </p:spTree>
  </p:cSld>
  <p:clrMap bg1="lt1" tx1="dk1" bg2="lt2" tx2="dk2" accent1="accent1" accent2="accent2" accent3="accent3" accent4="accent4" accent5="accent5" accent6="accent6" hlink="hlink" folHlink="folHlink"/>
  <p:sldLayoutIdLst>
    <p:sldLayoutId id="2147483665" r:id="rId1"/>
    <p:sldLayoutId id="2147483664"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Lst>
  <p:transition spd="med">
    <p:zoom/>
  </p:transition>
  <p:txStyles>
    <p:titleStyle>
      <a:lvl1pPr algn="ctr" rtl="0" eaLnBrk="0" fontAlgn="base" hangingPunct="0">
        <a:spcBef>
          <a:spcPct val="0"/>
        </a:spcBef>
        <a:spcAft>
          <a:spcPct val="0"/>
        </a:spcAft>
        <a:defRPr sz="3600">
          <a:solidFill>
            <a:schemeClr val="tx2"/>
          </a:solidFill>
          <a:latin typeface="+mj-lt"/>
          <a:ea typeface="+mj-ea"/>
          <a:cs typeface="Arial" pitchFamily="34" charset="0"/>
        </a:defRPr>
      </a:lvl1pPr>
      <a:lvl2pPr algn="ctr" rtl="0" eaLnBrk="0" fontAlgn="base" hangingPunct="0">
        <a:spcBef>
          <a:spcPct val="0"/>
        </a:spcBef>
        <a:spcAft>
          <a:spcPct val="0"/>
        </a:spcAft>
        <a:defRPr sz="3600">
          <a:solidFill>
            <a:schemeClr val="tx2"/>
          </a:solidFill>
          <a:latin typeface="Berlin Sans FB Demi" pitchFamily="34" charset="0"/>
          <a:cs typeface="Arial" pitchFamily="34" charset="0"/>
        </a:defRPr>
      </a:lvl2pPr>
      <a:lvl3pPr algn="ctr" rtl="0" eaLnBrk="0" fontAlgn="base" hangingPunct="0">
        <a:spcBef>
          <a:spcPct val="0"/>
        </a:spcBef>
        <a:spcAft>
          <a:spcPct val="0"/>
        </a:spcAft>
        <a:defRPr sz="3600">
          <a:solidFill>
            <a:schemeClr val="tx2"/>
          </a:solidFill>
          <a:latin typeface="Berlin Sans FB Demi" pitchFamily="34" charset="0"/>
          <a:cs typeface="Arial" pitchFamily="34" charset="0"/>
        </a:defRPr>
      </a:lvl3pPr>
      <a:lvl4pPr algn="ctr" rtl="0" eaLnBrk="0" fontAlgn="base" hangingPunct="0">
        <a:spcBef>
          <a:spcPct val="0"/>
        </a:spcBef>
        <a:spcAft>
          <a:spcPct val="0"/>
        </a:spcAft>
        <a:defRPr sz="3600">
          <a:solidFill>
            <a:schemeClr val="tx2"/>
          </a:solidFill>
          <a:latin typeface="Berlin Sans FB Demi" pitchFamily="34" charset="0"/>
          <a:cs typeface="Arial" pitchFamily="34" charset="0"/>
        </a:defRPr>
      </a:lvl4pPr>
      <a:lvl5pPr algn="ctr" rtl="0" eaLnBrk="0" fontAlgn="base" hangingPunct="0">
        <a:spcBef>
          <a:spcPct val="0"/>
        </a:spcBef>
        <a:spcAft>
          <a:spcPct val="0"/>
        </a:spcAft>
        <a:defRPr sz="3600">
          <a:solidFill>
            <a:schemeClr val="tx2"/>
          </a:solidFill>
          <a:latin typeface="Berlin Sans FB Demi" pitchFamily="34" charset="0"/>
          <a:cs typeface="Arial" pitchFamily="34" charset="0"/>
        </a:defRPr>
      </a:lvl5pPr>
      <a:lvl6pPr marL="457200" algn="ctr" rtl="0" fontAlgn="base">
        <a:spcBef>
          <a:spcPct val="0"/>
        </a:spcBef>
        <a:spcAft>
          <a:spcPct val="0"/>
        </a:spcAft>
        <a:defRPr sz="3600">
          <a:solidFill>
            <a:schemeClr val="tx2"/>
          </a:solidFill>
          <a:latin typeface="Berlin Sans FB Demi" pitchFamily="34" charset="0"/>
        </a:defRPr>
      </a:lvl6pPr>
      <a:lvl7pPr marL="914400" algn="ctr" rtl="0" fontAlgn="base">
        <a:spcBef>
          <a:spcPct val="0"/>
        </a:spcBef>
        <a:spcAft>
          <a:spcPct val="0"/>
        </a:spcAft>
        <a:defRPr sz="3600">
          <a:solidFill>
            <a:schemeClr val="tx2"/>
          </a:solidFill>
          <a:latin typeface="Berlin Sans FB Demi" pitchFamily="34" charset="0"/>
        </a:defRPr>
      </a:lvl7pPr>
      <a:lvl8pPr marL="1371600" algn="ctr" rtl="0" fontAlgn="base">
        <a:spcBef>
          <a:spcPct val="0"/>
        </a:spcBef>
        <a:spcAft>
          <a:spcPct val="0"/>
        </a:spcAft>
        <a:defRPr sz="3600">
          <a:solidFill>
            <a:schemeClr val="tx2"/>
          </a:solidFill>
          <a:latin typeface="Berlin Sans FB Demi" pitchFamily="34" charset="0"/>
        </a:defRPr>
      </a:lvl8pPr>
      <a:lvl9pPr marL="1828800" algn="ctr" rtl="0" fontAlgn="base">
        <a:spcBef>
          <a:spcPct val="0"/>
        </a:spcBef>
        <a:spcAft>
          <a:spcPct val="0"/>
        </a:spcAft>
        <a:defRPr sz="3600">
          <a:solidFill>
            <a:schemeClr val="tx2"/>
          </a:solidFill>
          <a:latin typeface="Berlin Sans FB Demi"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sz="2800">
          <a:solidFill>
            <a:schemeClr val="tx1"/>
          </a:solidFill>
          <a:latin typeface="+mn-lt"/>
          <a:ea typeface="+mn-ea"/>
          <a:cs typeface="Arial" pitchFamily="34" charset="0"/>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cs typeface="Arial" pitchFamily="34" charset="0"/>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cs typeface="Arial" pitchFamily="34" charset="0"/>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cs typeface="Arial" pitchFamily="34" charset="0"/>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cs typeface="Arial" pitchFamily="34" charset="0"/>
        </a:defRPr>
      </a:lvl5pPr>
      <a:lvl6pPr marL="2514600" indent="-228600" algn="l" rtl="0" fontAlgn="base">
        <a:spcBef>
          <a:spcPct val="20000"/>
        </a:spcBef>
        <a:spcAft>
          <a:spcPct val="0"/>
        </a:spcAft>
        <a:buClr>
          <a:schemeClr val="accent1"/>
        </a:buClr>
        <a:buSzPct val="50000"/>
        <a:buFont typeface="Wingdings"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3.xml"/><Relationship Id="rId7" Type="http://schemas.openxmlformats.org/officeDocument/2006/relationships/image" Target="../media/image2.emf"/><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1.emf"/><Relationship Id="rId4" Type="http://schemas.openxmlformats.org/officeDocument/2006/relationships/oleObject" Target="../embeddings/oleObject1.bin"/><Relationship Id="rId9" Type="http://schemas.openxmlformats.org/officeDocument/2006/relationships/image" Target="../media/image3.emf"/></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6.bin"/><Relationship Id="rId13" Type="http://schemas.openxmlformats.org/officeDocument/2006/relationships/image" Target="../media/image8.emf"/><Relationship Id="rId3" Type="http://schemas.openxmlformats.org/officeDocument/2006/relationships/notesSlide" Target="../notesSlides/notesSlide4.xml"/><Relationship Id="rId7" Type="http://schemas.openxmlformats.org/officeDocument/2006/relationships/image" Target="../media/image5.wmf"/><Relationship Id="rId12" Type="http://schemas.openxmlformats.org/officeDocument/2006/relationships/oleObject" Target="../embeddings/oleObject8.bin"/><Relationship Id="rId17" Type="http://schemas.openxmlformats.org/officeDocument/2006/relationships/image" Target="../media/image10.wmf"/><Relationship Id="rId2" Type="http://schemas.openxmlformats.org/officeDocument/2006/relationships/slideLayout" Target="../slideLayouts/slideLayout4.xml"/><Relationship Id="rId16" Type="http://schemas.openxmlformats.org/officeDocument/2006/relationships/oleObject" Target="../embeddings/oleObject10.bin"/><Relationship Id="rId1" Type="http://schemas.openxmlformats.org/officeDocument/2006/relationships/vmlDrawing" Target="../drawings/vmlDrawing2.vml"/><Relationship Id="rId6" Type="http://schemas.openxmlformats.org/officeDocument/2006/relationships/oleObject" Target="../embeddings/oleObject5.bin"/><Relationship Id="rId11" Type="http://schemas.openxmlformats.org/officeDocument/2006/relationships/image" Target="../media/image7.wmf"/><Relationship Id="rId5" Type="http://schemas.openxmlformats.org/officeDocument/2006/relationships/image" Target="../media/image4.emf"/><Relationship Id="rId15" Type="http://schemas.openxmlformats.org/officeDocument/2006/relationships/image" Target="../media/image9.wmf"/><Relationship Id="rId10" Type="http://schemas.openxmlformats.org/officeDocument/2006/relationships/oleObject" Target="../embeddings/oleObject7.bin"/><Relationship Id="rId4" Type="http://schemas.openxmlformats.org/officeDocument/2006/relationships/oleObject" Target="../embeddings/oleObject4.bin"/><Relationship Id="rId9" Type="http://schemas.openxmlformats.org/officeDocument/2006/relationships/image" Target="../media/image6.wmf"/><Relationship Id="rId14" Type="http://schemas.openxmlformats.org/officeDocument/2006/relationships/oleObject" Target="../embeddings/oleObject9.bin"/></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vmlDrawing" Target="../drawings/vmlDrawing3.vml"/><Relationship Id="rId5" Type="http://schemas.openxmlformats.org/officeDocument/2006/relationships/image" Target="../media/image12.emf"/><Relationship Id="rId4" Type="http://schemas.openxmlformats.org/officeDocument/2006/relationships/oleObject" Target="../embeddings/oleObject11.bin"/></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13.jpeg"/><Relationship Id="rId5" Type="http://schemas.openxmlformats.org/officeDocument/2006/relationships/image" Target="../media/image8.emf"/><Relationship Id="rId4" Type="http://schemas.openxmlformats.org/officeDocument/2006/relationships/oleObject" Target="../embeddings/oleObject12.bin"/></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15.bin"/><Relationship Id="rId3" Type="http://schemas.openxmlformats.org/officeDocument/2006/relationships/notesSlide" Target="../notesSlides/notesSlide11.xml"/><Relationship Id="rId7" Type="http://schemas.openxmlformats.org/officeDocument/2006/relationships/image" Target="../media/image15.emf"/><Relationship Id="rId2" Type="http://schemas.openxmlformats.org/officeDocument/2006/relationships/slideLayout" Target="../slideLayouts/slideLayout12.xml"/><Relationship Id="rId1" Type="http://schemas.openxmlformats.org/officeDocument/2006/relationships/vmlDrawing" Target="../drawings/vmlDrawing5.vml"/><Relationship Id="rId6" Type="http://schemas.openxmlformats.org/officeDocument/2006/relationships/oleObject" Target="../embeddings/oleObject14.bin"/><Relationship Id="rId5" Type="http://schemas.openxmlformats.org/officeDocument/2006/relationships/image" Target="../media/image14.emf"/><Relationship Id="rId4" Type="http://schemas.openxmlformats.org/officeDocument/2006/relationships/oleObject" Target="../embeddings/oleObject13.bin"/><Relationship Id="rId9" Type="http://schemas.openxmlformats.org/officeDocument/2006/relationships/image" Target="../media/image16.e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18.wmf"/><Relationship Id="rId5" Type="http://schemas.openxmlformats.org/officeDocument/2006/relationships/oleObject" Target="../embeddings/oleObject17.bin"/><Relationship Id="rId4" Type="http://schemas.openxmlformats.org/officeDocument/2006/relationships/image" Target="../media/image17.emf"/></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3.xml"/><Relationship Id="rId1" Type="http://schemas.openxmlformats.org/officeDocument/2006/relationships/vmlDrawing" Target="../drawings/vmlDrawing7.vml"/><Relationship Id="rId6" Type="http://schemas.openxmlformats.org/officeDocument/2006/relationships/image" Target="../media/image20.jpeg"/><Relationship Id="rId5" Type="http://schemas.openxmlformats.org/officeDocument/2006/relationships/image" Target="../media/image19.wmf"/><Relationship Id="rId4" Type="http://schemas.openxmlformats.org/officeDocument/2006/relationships/oleObject" Target="../embeddings/oleObject18.bin"/></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Slide Number Placeholder 3"/>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B20B1014-5E64-4CC5-978F-B57F63EB5F31}" type="slidenum">
              <a:rPr lang="en-US" altLang="en-US"/>
              <a:pPr/>
              <a:t>1</a:t>
            </a:fld>
            <a:endParaRPr lang="en-US" altLang="en-US"/>
          </a:p>
        </p:txBody>
      </p:sp>
      <p:sp>
        <p:nvSpPr>
          <p:cNvPr id="17410" name="Slide Number Placeholder 5"/>
          <p:cNvSpPr txBox="1">
            <a:spLocks noGrp="1" noChangeArrowheads="1"/>
          </p:cNvSpPr>
          <p:nvPr/>
        </p:nvSpPr>
        <p:spPr bwMode="auto">
          <a:xfrm>
            <a:off x="7239000" y="64008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r"/>
            <a:fld id="{2943F4B4-76ED-4B37-A0FC-E9CC865507D5}" type="slidenum">
              <a:rPr lang="zh-CN" altLang="en-US" sz="1200">
                <a:ea typeface="宋体" pitchFamily="2" charset="-122"/>
              </a:rPr>
              <a:pPr algn="r"/>
              <a:t>1</a:t>
            </a:fld>
            <a:endParaRPr lang="en-US" altLang="zh-CN" sz="1200">
              <a:ea typeface="宋体" pitchFamily="2" charset="-122"/>
            </a:endParaRPr>
          </a:p>
        </p:txBody>
      </p:sp>
      <p:sp>
        <p:nvSpPr>
          <p:cNvPr id="17411" name="Rectangle 2"/>
          <p:cNvSpPr>
            <a:spLocks noGrp="1" noChangeArrowheads="1"/>
          </p:cNvSpPr>
          <p:nvPr>
            <p:ph type="title" idx="4294967295"/>
          </p:nvPr>
        </p:nvSpPr>
        <p:spPr>
          <a:xfrm>
            <a:off x="411480" y="1569720"/>
            <a:ext cx="8077200" cy="3886200"/>
          </a:xfrm>
          <a:solidFill>
            <a:srgbClr val="FFFFFF"/>
          </a:solidFill>
        </p:spPr>
        <p:txBody>
          <a:bodyPr/>
          <a:lstStyle/>
          <a:p>
            <a:pPr eaLnBrk="1" hangingPunct="1"/>
            <a:r>
              <a:rPr lang="zh-CN" altLang="en-US" sz="6000" dirty="0">
                <a:latin typeface="Tahoma" pitchFamily="34" charset="0"/>
                <a:ea typeface="宋体" pitchFamily="2" charset="-122"/>
              </a:rPr>
              <a:t>决策树</a:t>
            </a:r>
            <a:br>
              <a:rPr lang="en-US" altLang="zh-CN" sz="4800" dirty="0">
                <a:latin typeface="Tahoma" pitchFamily="34" charset="0"/>
                <a:ea typeface="宋体" pitchFamily="2" charset="-122"/>
              </a:rPr>
            </a:br>
            <a:br>
              <a:rPr lang="en-US" altLang="zh-CN" sz="4800" dirty="0">
                <a:latin typeface="Tahoma" pitchFamily="34" charset="0"/>
                <a:ea typeface="宋体" pitchFamily="2" charset="-122"/>
              </a:rPr>
            </a:br>
            <a:br>
              <a:rPr lang="en-US" altLang="zh-CN" sz="4800" dirty="0">
                <a:latin typeface="Tahoma" pitchFamily="34" charset="0"/>
                <a:ea typeface="宋体" pitchFamily="2" charset="-122"/>
              </a:rPr>
            </a:br>
            <a:endParaRPr lang="en-US" altLang="zh-CN" sz="2800" dirty="0">
              <a:latin typeface="Tahoma" pitchFamily="34" charset="0"/>
              <a:ea typeface="宋体" pitchFamily="2" charset="-122"/>
            </a:endParaRPr>
          </a:p>
        </p:txBody>
      </p:sp>
      <p:sp>
        <p:nvSpPr>
          <p:cNvPr id="3" name="TextBox 2"/>
          <p:cNvSpPr txBox="1"/>
          <p:nvPr/>
        </p:nvSpPr>
        <p:spPr>
          <a:xfrm>
            <a:off x="6939858" y="5735627"/>
            <a:ext cx="1518877" cy="461665"/>
          </a:xfrm>
          <a:prstGeom prst="rect">
            <a:avLst/>
          </a:prstGeom>
          <a:noFill/>
        </p:spPr>
        <p:txBody>
          <a:bodyPr wrap="none" rtlCol="0">
            <a:spAutoFit/>
          </a:bodyPr>
          <a:lstStyle/>
          <a:p>
            <a:r>
              <a:rPr lang="en-US" altLang="zh-CN" dirty="0"/>
              <a:t>2019.7.24</a:t>
            </a:r>
            <a:endParaRPr lang="zh-CN" altLang="en-US" dirty="0"/>
          </a:p>
        </p:txBody>
      </p:sp>
      <p:sp>
        <p:nvSpPr>
          <p:cNvPr id="2" name="文本框 1">
            <a:extLst>
              <a:ext uri="{FF2B5EF4-FFF2-40B4-BE49-F238E27FC236}">
                <a16:creationId xmlns:a16="http://schemas.microsoft.com/office/drawing/2014/main" id="{6294F7FE-338D-4F10-87C6-EB3A3B044AFB}"/>
              </a:ext>
            </a:extLst>
          </p:cNvPr>
          <p:cNvSpPr txBox="1"/>
          <p:nvPr/>
        </p:nvSpPr>
        <p:spPr>
          <a:xfrm>
            <a:off x="655320" y="4357345"/>
            <a:ext cx="7974253" cy="1200329"/>
          </a:xfrm>
          <a:prstGeom prst="rect">
            <a:avLst/>
          </a:prstGeom>
          <a:noFill/>
        </p:spPr>
        <p:txBody>
          <a:bodyPr wrap="square" rtlCol="0">
            <a:spAutoFit/>
          </a:bodyPr>
          <a:lstStyle/>
          <a:p>
            <a:r>
              <a:rPr lang="zh-CN" altLang="en-US" dirty="0">
                <a:solidFill>
                  <a:srgbClr val="FF0000"/>
                </a:solidFill>
                <a:ea typeface="宋体" pitchFamily="2" charset="-122"/>
              </a:rPr>
              <a:t>决策树</a:t>
            </a:r>
            <a:r>
              <a:rPr lang="zh-CN" altLang="en-US" dirty="0">
                <a:ea typeface="宋体" pitchFamily="2" charset="-122"/>
              </a:rPr>
              <a:t>是一种树形结构，其中每个内部节点表示一个属性上的测试，每个分支代表一个测试输出，每个叶节点代表一种类别。</a:t>
            </a:r>
            <a:endParaRPr lang="zh-CN" altLang="en-US" dirty="0"/>
          </a:p>
        </p:txBody>
      </p:sp>
    </p:spTree>
  </p:cSld>
  <p:clrMapOvr>
    <a:masterClrMapping/>
  </p:clrMapOvr>
  <p:transition spd="med">
    <p:zo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22515" y="1576587"/>
            <a:ext cx="4572000" cy="1938992"/>
          </a:xfrm>
          <a:prstGeom prst="rect">
            <a:avLst/>
          </a:prstGeom>
        </p:spPr>
        <p:txBody>
          <a:bodyPr>
            <a:spAutoFit/>
          </a:bodyPr>
          <a:lstStyle/>
          <a:p>
            <a:pPr marL="342900" indent="-342900">
              <a:buClr>
                <a:srgbClr val="FF0000"/>
              </a:buClr>
              <a:buFont typeface="Wingdings" panose="05000000000000000000" pitchFamily="2" charset="2"/>
              <a:buChar char="n"/>
            </a:pPr>
            <a:r>
              <a:rPr lang="en-US" altLang="zh-CN" dirty="0"/>
              <a:t>ID3</a:t>
            </a:r>
            <a:r>
              <a:rPr lang="zh-CN" altLang="en-US" dirty="0"/>
              <a:t>用信息增益</a:t>
            </a:r>
            <a:endParaRPr lang="en-US" altLang="zh-CN" dirty="0"/>
          </a:p>
          <a:p>
            <a:pPr marL="342900" indent="-342900">
              <a:buClr>
                <a:srgbClr val="FF0000"/>
              </a:buClr>
              <a:buFont typeface="Wingdings" panose="05000000000000000000" pitchFamily="2" charset="2"/>
              <a:buChar char="n"/>
            </a:pPr>
            <a:endParaRPr lang="en-US" altLang="zh-CN" dirty="0"/>
          </a:p>
          <a:p>
            <a:pPr marL="342900" indent="-342900">
              <a:buClr>
                <a:srgbClr val="FF0000"/>
              </a:buClr>
              <a:buFont typeface="Wingdings" panose="05000000000000000000" pitchFamily="2" charset="2"/>
              <a:buChar char="n"/>
            </a:pPr>
            <a:r>
              <a:rPr lang="en-US" altLang="zh-CN" dirty="0"/>
              <a:t>C4.5</a:t>
            </a:r>
            <a:r>
              <a:rPr lang="zh-CN" altLang="en-US" dirty="0"/>
              <a:t>用信息增益率</a:t>
            </a:r>
            <a:endParaRPr lang="en-US" altLang="zh-CN" dirty="0"/>
          </a:p>
          <a:p>
            <a:pPr marL="342900" indent="-342900">
              <a:buClr>
                <a:srgbClr val="FF0000"/>
              </a:buClr>
              <a:buFont typeface="Wingdings" panose="05000000000000000000" pitchFamily="2" charset="2"/>
              <a:buChar char="n"/>
            </a:pPr>
            <a:endParaRPr lang="en-US" altLang="zh-CN" dirty="0"/>
          </a:p>
          <a:p>
            <a:pPr marL="342900" indent="-342900">
              <a:buClr>
                <a:srgbClr val="FF0000"/>
              </a:buClr>
              <a:buFont typeface="Wingdings" panose="05000000000000000000" pitchFamily="2" charset="2"/>
              <a:buChar char="n"/>
            </a:pPr>
            <a:r>
              <a:rPr lang="en-US" altLang="zh-CN" dirty="0"/>
              <a:t>CART</a:t>
            </a:r>
            <a:r>
              <a:rPr lang="zh-CN" altLang="en-US" dirty="0"/>
              <a:t>用</a:t>
            </a:r>
            <a:r>
              <a:rPr lang="en-US" altLang="zh-CN" dirty="0" err="1"/>
              <a:t>gini</a:t>
            </a:r>
            <a:r>
              <a:rPr lang="zh-CN" altLang="en-US" dirty="0"/>
              <a:t>系数</a:t>
            </a:r>
          </a:p>
        </p:txBody>
      </p:sp>
      <p:sp>
        <p:nvSpPr>
          <p:cNvPr id="3" name="TextBox 2"/>
          <p:cNvSpPr txBox="1"/>
          <p:nvPr/>
        </p:nvSpPr>
        <p:spPr>
          <a:xfrm>
            <a:off x="424542" y="544286"/>
            <a:ext cx="1415772" cy="584775"/>
          </a:xfrm>
          <a:prstGeom prst="rect">
            <a:avLst/>
          </a:prstGeom>
          <a:noFill/>
        </p:spPr>
        <p:txBody>
          <a:bodyPr wrap="none" rtlCol="0">
            <a:spAutoFit/>
          </a:bodyPr>
          <a:lstStyle/>
          <a:p>
            <a:r>
              <a:rPr lang="zh-CN" altLang="en-US" sz="3200" dirty="0"/>
              <a:t>决策树</a:t>
            </a:r>
          </a:p>
        </p:txBody>
      </p:sp>
      <p:sp>
        <p:nvSpPr>
          <p:cNvPr id="4" name="文本框 3">
            <a:extLst>
              <a:ext uri="{FF2B5EF4-FFF2-40B4-BE49-F238E27FC236}">
                <a16:creationId xmlns:a16="http://schemas.microsoft.com/office/drawing/2014/main" id="{DA4215D8-FA75-45A7-B670-E2679D436D30}"/>
              </a:ext>
            </a:extLst>
          </p:cNvPr>
          <p:cNvSpPr txBox="1"/>
          <p:nvPr/>
        </p:nvSpPr>
        <p:spPr>
          <a:xfrm>
            <a:off x="587829" y="4468586"/>
            <a:ext cx="7946571" cy="1569660"/>
          </a:xfrm>
          <a:prstGeom prst="rect">
            <a:avLst/>
          </a:prstGeom>
          <a:noFill/>
        </p:spPr>
        <p:txBody>
          <a:bodyPr wrap="square" rtlCol="0">
            <a:spAutoFit/>
          </a:bodyPr>
          <a:lstStyle/>
          <a:p>
            <a:r>
              <a:rPr lang="zh-CN" altLang="en-US" dirty="0"/>
              <a:t>设数据分区</a:t>
            </a:r>
            <a:r>
              <a:rPr lang="en-US" altLang="zh-CN" dirty="0"/>
              <a:t>D</a:t>
            </a:r>
            <a:r>
              <a:rPr lang="zh-CN" altLang="en-US" dirty="0"/>
              <a:t>为标记类元组的训练集。假定类标号属性具有</a:t>
            </a:r>
            <a:r>
              <a:rPr lang="en-US" altLang="zh-CN" dirty="0"/>
              <a:t>m</a:t>
            </a:r>
            <a:r>
              <a:rPr lang="zh-CN" altLang="en-US" dirty="0"/>
              <a:t>个不同的值，定义了</a:t>
            </a:r>
            <a:r>
              <a:rPr lang="en-US" altLang="zh-CN" dirty="0"/>
              <a:t>m</a:t>
            </a:r>
            <a:r>
              <a:rPr lang="zh-CN" altLang="en-US" dirty="0"/>
              <a:t>个不同的类</a:t>
            </a:r>
            <a:r>
              <a:rPr lang="en-US" altLang="zh-CN" dirty="0">
                <a:latin typeface="MathJax_Math" charset="0"/>
                <a:ea typeface="宋体" panose="02010600030101010101" pitchFamily="2" charset="-122"/>
              </a:rPr>
              <a:t>C</a:t>
            </a:r>
            <a:r>
              <a:rPr lang="en-US" altLang="zh-CN" baseline="-25000" dirty="0">
                <a:latin typeface="MathJax_Math" charset="0"/>
                <a:ea typeface="宋体" panose="02010600030101010101" pitchFamily="2" charset="-122"/>
              </a:rPr>
              <a:t>i</a:t>
            </a:r>
            <a:r>
              <a:rPr lang="zh-CN" altLang="en-US" dirty="0"/>
              <a:t>（</a:t>
            </a:r>
            <a:r>
              <a:rPr lang="en-US" altLang="zh-CN" dirty="0" err="1"/>
              <a:t>i</a:t>
            </a:r>
            <a:r>
              <a:rPr lang="en-US" altLang="zh-CN" dirty="0"/>
              <a:t>=1,…,m</a:t>
            </a:r>
            <a:r>
              <a:rPr lang="zh-CN" altLang="en-US" dirty="0"/>
              <a:t>）。设</a:t>
            </a:r>
            <a:r>
              <a:rPr lang="en-US" altLang="zh-CN" dirty="0">
                <a:latin typeface="MathJax_Math" charset="0"/>
                <a:ea typeface="宋体" panose="02010600030101010101" pitchFamily="2" charset="-122"/>
              </a:rPr>
              <a:t>C</a:t>
            </a:r>
            <a:r>
              <a:rPr lang="en-US" altLang="zh-CN" i="1" baseline="-25000" dirty="0">
                <a:latin typeface="MathJax_Math" charset="0"/>
                <a:ea typeface="宋体" panose="02010600030101010101" pitchFamily="2" charset="-122"/>
              </a:rPr>
              <a:t>i</a:t>
            </a:r>
            <a:r>
              <a:rPr lang="en-US" altLang="zh-CN" baseline="-25000" dirty="0">
                <a:latin typeface="MathJax_Math" charset="0"/>
                <a:ea typeface="宋体" panose="02010600030101010101" pitchFamily="2" charset="-122"/>
              </a:rPr>
              <a:t>, D</a:t>
            </a:r>
            <a:r>
              <a:rPr lang="zh-CN" altLang="en-US" dirty="0"/>
              <a:t>是</a:t>
            </a:r>
            <a:r>
              <a:rPr lang="en-US" altLang="zh-CN" dirty="0"/>
              <a:t>D</a:t>
            </a:r>
            <a:r>
              <a:rPr lang="zh-CN" altLang="en-US" dirty="0"/>
              <a:t>中</a:t>
            </a:r>
            <a:r>
              <a:rPr lang="en-US" altLang="zh-CN" dirty="0">
                <a:latin typeface="MathJax_Math" charset="0"/>
                <a:ea typeface="宋体" panose="02010600030101010101" pitchFamily="2" charset="-122"/>
              </a:rPr>
              <a:t>C</a:t>
            </a:r>
            <a:r>
              <a:rPr lang="en-US" altLang="zh-CN" baseline="-25000" dirty="0">
                <a:latin typeface="MathJax_Math" charset="0"/>
                <a:ea typeface="宋体" panose="02010600030101010101" pitchFamily="2" charset="-122"/>
              </a:rPr>
              <a:t>i</a:t>
            </a:r>
            <a:r>
              <a:rPr lang="zh-CN" altLang="en-US" dirty="0"/>
              <a:t>类元组的集合，</a:t>
            </a:r>
            <a:r>
              <a:rPr lang="en-US" altLang="zh-CN" dirty="0"/>
              <a:t>|D|</a:t>
            </a:r>
            <a:r>
              <a:rPr lang="zh-CN" altLang="en-US" dirty="0"/>
              <a:t>和</a:t>
            </a:r>
            <a:r>
              <a:rPr lang="en-US" altLang="zh-CN" dirty="0"/>
              <a:t>|</a:t>
            </a:r>
            <a:r>
              <a:rPr lang="en-US" altLang="zh-CN" dirty="0">
                <a:latin typeface="MathJax_Math" charset="0"/>
                <a:ea typeface="宋体" panose="02010600030101010101" pitchFamily="2" charset="-122"/>
              </a:rPr>
              <a:t> C</a:t>
            </a:r>
            <a:r>
              <a:rPr lang="en-US" altLang="zh-CN" i="1" baseline="-25000" dirty="0">
                <a:latin typeface="MathJax_Math" charset="0"/>
                <a:ea typeface="宋体" panose="02010600030101010101" pitchFamily="2" charset="-122"/>
              </a:rPr>
              <a:t>i</a:t>
            </a:r>
            <a:r>
              <a:rPr lang="en-US" altLang="zh-CN" baseline="-25000" dirty="0">
                <a:latin typeface="MathJax_Math" charset="0"/>
                <a:ea typeface="宋体" panose="02010600030101010101" pitchFamily="2" charset="-122"/>
              </a:rPr>
              <a:t>, D </a:t>
            </a:r>
            <a:r>
              <a:rPr lang="en-US" altLang="zh-CN" dirty="0"/>
              <a:t>|</a:t>
            </a:r>
            <a:r>
              <a:rPr lang="zh-CN" altLang="en-US" dirty="0"/>
              <a:t>分别是</a:t>
            </a:r>
            <a:r>
              <a:rPr lang="en-US" altLang="zh-CN" dirty="0"/>
              <a:t>D</a:t>
            </a:r>
            <a:r>
              <a:rPr lang="zh-CN" altLang="en-US" dirty="0"/>
              <a:t>和</a:t>
            </a:r>
            <a:r>
              <a:rPr lang="en-US" altLang="zh-CN" dirty="0">
                <a:latin typeface="MathJax_Math" charset="0"/>
                <a:ea typeface="宋体" panose="02010600030101010101" pitchFamily="2" charset="-122"/>
              </a:rPr>
              <a:t>C</a:t>
            </a:r>
            <a:r>
              <a:rPr lang="en-US" altLang="zh-CN" i="1" baseline="-25000" dirty="0">
                <a:latin typeface="MathJax_Math" charset="0"/>
                <a:ea typeface="宋体" panose="02010600030101010101" pitchFamily="2" charset="-122"/>
              </a:rPr>
              <a:t>i</a:t>
            </a:r>
            <a:r>
              <a:rPr lang="en-US" altLang="zh-CN" baseline="-25000" dirty="0">
                <a:latin typeface="MathJax_Math" charset="0"/>
                <a:ea typeface="宋体" panose="02010600030101010101" pitchFamily="2" charset="-122"/>
              </a:rPr>
              <a:t>, D</a:t>
            </a:r>
            <a:r>
              <a:rPr lang="zh-CN" altLang="en-US"/>
              <a:t>中元组的个数。</a:t>
            </a:r>
            <a:endParaRPr lang="zh-CN" altLang="en-US" dirty="0"/>
          </a:p>
        </p:txBody>
      </p:sp>
    </p:spTree>
    <p:extLst>
      <p:ext uri="{BB962C8B-B14F-4D97-AF65-F5344CB8AC3E}">
        <p14:creationId xmlns:p14="http://schemas.microsoft.com/office/powerpoint/2010/main" val="2006847159"/>
      </p:ext>
    </p:extLst>
  </p:cSld>
  <p:clrMapOvr>
    <a:masterClrMapping/>
  </p:clrMapOvr>
  <p:transition spd="med">
    <p:zo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8627" y="457199"/>
            <a:ext cx="4152099" cy="646331"/>
          </a:xfrm>
          <a:prstGeom prst="rect">
            <a:avLst/>
          </a:prstGeom>
          <a:noFill/>
        </p:spPr>
        <p:txBody>
          <a:bodyPr wrap="none" rtlCol="0">
            <a:spAutoFit/>
          </a:bodyPr>
          <a:lstStyle/>
          <a:p>
            <a:r>
              <a:rPr lang="en-US" altLang="zh-CN" sz="3600" dirty="0"/>
              <a:t>ID3</a:t>
            </a:r>
            <a:r>
              <a:rPr lang="zh-CN" altLang="en-US" sz="3600" dirty="0"/>
              <a:t>：属性选择度量</a:t>
            </a:r>
          </a:p>
        </p:txBody>
      </p:sp>
      <p:sp>
        <p:nvSpPr>
          <p:cNvPr id="4" name="Rectangle 3">
            <a:extLst>
              <a:ext uri="{FF2B5EF4-FFF2-40B4-BE49-F238E27FC236}">
                <a16:creationId xmlns:a16="http://schemas.microsoft.com/office/drawing/2014/main" id="{AE54DDD5-55AF-481A-84A0-7F85168A6218}"/>
              </a:ext>
            </a:extLst>
          </p:cNvPr>
          <p:cNvSpPr>
            <a:spLocks noChangeArrowheads="1"/>
          </p:cNvSpPr>
          <p:nvPr/>
        </p:nvSpPr>
        <p:spPr bwMode="auto">
          <a:xfrm>
            <a:off x="304800" y="1250950"/>
            <a:ext cx="8458200" cy="522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Tahoma" panose="020B0604030504040204" pitchFamily="34" charset="0"/>
              </a:defRPr>
            </a:lvl1pPr>
            <a:lvl2pPr>
              <a:defRPr>
                <a:solidFill>
                  <a:schemeClr val="tx1"/>
                </a:solidFill>
                <a:latin typeface="Tahoma" panose="020B0604030504040204" pitchFamily="34" charset="0"/>
              </a:defRPr>
            </a:lvl2pPr>
            <a:lvl3pPr>
              <a:defRPr>
                <a:solidFill>
                  <a:schemeClr val="tx1"/>
                </a:solidFill>
                <a:latin typeface="Tahoma" panose="020B0604030504040204" pitchFamily="34" charset="0"/>
              </a:defRPr>
            </a:lvl3pPr>
            <a:lvl4pPr>
              <a:defRPr>
                <a:solidFill>
                  <a:schemeClr val="tx1"/>
                </a:solidFill>
                <a:latin typeface="Tahoma" panose="020B0604030504040204" pitchFamily="34" charset="0"/>
              </a:defRPr>
            </a:lvl4pPr>
            <a:lvl5pPr>
              <a:defRPr>
                <a:solidFill>
                  <a:schemeClr val="tx1"/>
                </a:solidFill>
                <a:latin typeface="Tahoma" panose="020B0604030504040204" pitchFamily="34" charset="0"/>
              </a:defRPr>
            </a:lvl5pPr>
            <a:lvl6pPr fontAlgn="base">
              <a:spcBef>
                <a:spcPct val="0"/>
              </a:spcBef>
              <a:spcAft>
                <a:spcPct val="0"/>
              </a:spcAft>
              <a:buFont typeface="Arial" panose="020B0604020202020204" pitchFamily="34" charset="0"/>
              <a:defRPr>
                <a:solidFill>
                  <a:schemeClr val="tx1"/>
                </a:solidFill>
                <a:latin typeface="Tahoma" panose="020B0604030504040204" pitchFamily="34" charset="0"/>
              </a:defRPr>
            </a:lvl6pPr>
            <a:lvl7pPr fontAlgn="base">
              <a:spcBef>
                <a:spcPct val="0"/>
              </a:spcBef>
              <a:spcAft>
                <a:spcPct val="0"/>
              </a:spcAft>
              <a:buFont typeface="Arial" panose="020B0604020202020204" pitchFamily="34" charset="0"/>
              <a:defRPr>
                <a:solidFill>
                  <a:schemeClr val="tx1"/>
                </a:solidFill>
                <a:latin typeface="Tahoma" panose="020B0604030504040204" pitchFamily="34" charset="0"/>
              </a:defRPr>
            </a:lvl7pPr>
            <a:lvl8pPr fontAlgn="base">
              <a:spcBef>
                <a:spcPct val="0"/>
              </a:spcBef>
              <a:spcAft>
                <a:spcPct val="0"/>
              </a:spcAft>
              <a:buFont typeface="Arial" panose="020B0604020202020204" pitchFamily="34" charset="0"/>
              <a:defRPr>
                <a:solidFill>
                  <a:schemeClr val="tx1"/>
                </a:solidFill>
                <a:latin typeface="Tahoma" panose="020B0604030504040204" pitchFamily="34" charset="0"/>
              </a:defRPr>
            </a:lvl8pPr>
            <a:lvl9pPr fontAlgn="base">
              <a:spcBef>
                <a:spcPct val="0"/>
              </a:spcBef>
              <a:spcAft>
                <a:spcPct val="0"/>
              </a:spcAft>
              <a:buFont typeface="Arial" panose="020B0604020202020204" pitchFamily="34" charset="0"/>
              <a:defRPr>
                <a:solidFill>
                  <a:schemeClr val="tx1"/>
                </a:solidFill>
                <a:latin typeface="Tahoma" panose="020B0604030504040204" pitchFamily="34" charset="0"/>
              </a:defRPr>
            </a:lvl9pPr>
          </a:lstStyle>
          <a:p>
            <a:pPr>
              <a:lnSpc>
                <a:spcPct val="130000"/>
              </a:lnSpc>
              <a:spcBef>
                <a:spcPts val="25"/>
              </a:spcBef>
              <a:buClr>
                <a:schemeClr val="folHlink"/>
              </a:buClr>
              <a:buSzPct val="60000"/>
              <a:buFont typeface="Wingdings" panose="05000000000000000000" pitchFamily="2" charset="2"/>
              <a:buChar char="n"/>
            </a:pPr>
            <a:r>
              <a:rPr lang="zh-CN" altLang="en-US" sz="2400" dirty="0">
                <a:latin typeface="Calibri" panose="020F0502020204030204" pitchFamily="34" charset="0"/>
                <a:ea typeface="宋体" panose="02010600030101010101" pitchFamily="2" charset="-122"/>
              </a:rPr>
              <a:t>选择具有最高信息增益的属性</a:t>
            </a:r>
            <a:endParaRPr lang="en-US" altLang="zh-CN" sz="2400" dirty="0">
              <a:latin typeface="Calibri" panose="020F0502020204030204" pitchFamily="34" charset="0"/>
              <a:ea typeface="宋体" panose="02010600030101010101" pitchFamily="2" charset="-122"/>
            </a:endParaRPr>
          </a:p>
          <a:p>
            <a:pPr>
              <a:lnSpc>
                <a:spcPct val="130000"/>
              </a:lnSpc>
              <a:spcBef>
                <a:spcPts val="25"/>
              </a:spcBef>
              <a:buClr>
                <a:schemeClr val="folHlink"/>
              </a:buClr>
              <a:buSzPct val="60000"/>
              <a:buFont typeface="Wingdings" panose="05000000000000000000" pitchFamily="2" charset="2"/>
              <a:buChar char="n"/>
            </a:pPr>
            <a:r>
              <a:rPr lang="zh-CN" altLang="en-US" sz="2400" dirty="0">
                <a:latin typeface="Calibri" panose="020F0502020204030204" pitchFamily="34" charset="0"/>
                <a:ea typeface="宋体" panose="02010600030101010101" pitchFamily="2" charset="-122"/>
              </a:rPr>
              <a:t>设</a:t>
            </a:r>
            <a:r>
              <a:rPr lang="en-US" altLang="zh-CN" sz="2400" i="1" dirty="0">
                <a:latin typeface="MathJax_Math" charset="0"/>
                <a:ea typeface="宋体" panose="02010600030101010101" pitchFamily="2" charset="-122"/>
              </a:rPr>
              <a:t>p</a:t>
            </a:r>
            <a:r>
              <a:rPr lang="en-US" altLang="zh-CN" sz="2400" i="1" baseline="-25000" dirty="0">
                <a:latin typeface="MathJax_Math" charset="0"/>
                <a:ea typeface="宋体" panose="02010600030101010101" pitchFamily="2" charset="-122"/>
              </a:rPr>
              <a:t>i</a:t>
            </a:r>
            <a:r>
              <a:rPr lang="en-US" altLang="zh-CN" sz="2400" dirty="0">
                <a:latin typeface="MathJax_Math" charset="0"/>
                <a:ea typeface="宋体" panose="02010600030101010101" pitchFamily="2" charset="-122"/>
              </a:rPr>
              <a:t> </a:t>
            </a:r>
            <a:r>
              <a:rPr lang="zh-CN" altLang="en-US" sz="2400" dirty="0">
                <a:latin typeface="Calibri" panose="020F0502020204030204" pitchFamily="34" charset="0"/>
                <a:ea typeface="宋体" panose="02010600030101010101" pitchFamily="2" charset="-122"/>
              </a:rPr>
              <a:t>是</a:t>
            </a:r>
            <a:r>
              <a:rPr lang="en-US" altLang="zh-CN" sz="2400" dirty="0">
                <a:latin typeface="MathJax_Math" charset="0"/>
                <a:ea typeface="宋体" panose="02010600030101010101" pitchFamily="2" charset="-122"/>
              </a:rPr>
              <a:t>D</a:t>
            </a:r>
            <a:r>
              <a:rPr lang="en-US" altLang="zh-CN" sz="2400" dirty="0">
                <a:latin typeface="Calibri" panose="020F0502020204030204" pitchFamily="34" charset="0"/>
                <a:ea typeface="宋体" panose="02010600030101010101" pitchFamily="2" charset="-122"/>
              </a:rPr>
              <a:t> </a:t>
            </a:r>
            <a:r>
              <a:rPr lang="zh-CN" altLang="en-US" sz="2400" dirty="0">
                <a:latin typeface="Calibri" panose="020F0502020204030204" pitchFamily="34" charset="0"/>
                <a:ea typeface="宋体" panose="02010600030101010101" pitchFamily="2" charset="-122"/>
              </a:rPr>
              <a:t>中任意元组属于类</a:t>
            </a:r>
            <a:r>
              <a:rPr lang="en-US" altLang="zh-CN" sz="2400" dirty="0">
                <a:latin typeface="MathJax_Math" charset="0"/>
                <a:ea typeface="宋体" panose="02010600030101010101" pitchFamily="2" charset="-122"/>
              </a:rPr>
              <a:t>C</a:t>
            </a:r>
            <a:r>
              <a:rPr lang="en-US" altLang="zh-CN" sz="2400" baseline="-25000" dirty="0">
                <a:latin typeface="MathJax_Math" charset="0"/>
                <a:ea typeface="宋体" panose="02010600030101010101" pitchFamily="2" charset="-122"/>
              </a:rPr>
              <a:t>i</a:t>
            </a:r>
            <a:r>
              <a:rPr lang="zh-CN" altLang="en-US" sz="2400" dirty="0">
                <a:latin typeface="Calibri" panose="020F0502020204030204" pitchFamily="34" charset="0"/>
                <a:ea typeface="宋体" panose="02010600030101010101" pitchFamily="2" charset="-122"/>
              </a:rPr>
              <a:t>的非零概率，用</a:t>
            </a:r>
            <a:r>
              <a:rPr lang="en-US" altLang="zh-CN" sz="2400" dirty="0">
                <a:latin typeface="MathJax_Math" charset="0"/>
                <a:ea typeface="宋体" panose="02010600030101010101" pitchFamily="2" charset="-122"/>
              </a:rPr>
              <a:t>|C</a:t>
            </a:r>
            <a:r>
              <a:rPr lang="en-US" altLang="zh-CN" sz="2400" i="1" baseline="-25000" dirty="0">
                <a:latin typeface="MathJax_Math" charset="0"/>
                <a:ea typeface="宋体" panose="02010600030101010101" pitchFamily="2" charset="-122"/>
              </a:rPr>
              <a:t>i</a:t>
            </a:r>
            <a:r>
              <a:rPr lang="en-US" altLang="zh-CN" sz="2400" baseline="-25000" dirty="0">
                <a:latin typeface="MathJax_Math" charset="0"/>
                <a:ea typeface="宋体" panose="02010600030101010101" pitchFamily="2" charset="-122"/>
              </a:rPr>
              <a:t>, D</a:t>
            </a:r>
            <a:r>
              <a:rPr lang="en-US" altLang="zh-CN" sz="2400" dirty="0">
                <a:latin typeface="MathJax_Math" charset="0"/>
                <a:ea typeface="宋体" panose="02010600030101010101" pitchFamily="2" charset="-122"/>
              </a:rPr>
              <a:t>|/|D|</a:t>
            </a:r>
            <a:r>
              <a:rPr lang="zh-CN" altLang="en-US" sz="2400" dirty="0">
                <a:latin typeface="MathJax_Math" charset="0"/>
                <a:ea typeface="宋体" panose="02010600030101010101" pitchFamily="2" charset="-122"/>
              </a:rPr>
              <a:t>估计。</a:t>
            </a:r>
            <a:endParaRPr lang="en-US" altLang="zh-CN" sz="2400" dirty="0">
              <a:latin typeface="MathJax_Math" charset="0"/>
              <a:ea typeface="宋体" panose="02010600030101010101" pitchFamily="2" charset="-122"/>
            </a:endParaRPr>
          </a:p>
          <a:p>
            <a:pPr>
              <a:lnSpc>
                <a:spcPct val="130000"/>
              </a:lnSpc>
              <a:spcBef>
                <a:spcPts val="25"/>
              </a:spcBef>
              <a:buClr>
                <a:schemeClr val="folHlink"/>
              </a:buClr>
              <a:buSzPct val="60000"/>
              <a:buFont typeface="Wingdings" panose="05000000000000000000" pitchFamily="2" charset="2"/>
              <a:buChar char="n"/>
            </a:pPr>
            <a:r>
              <a:rPr lang="zh-CN" altLang="en-US" sz="2400" dirty="0">
                <a:latin typeface="Calibri" panose="020F0502020204030204" pitchFamily="34" charset="0"/>
                <a:ea typeface="宋体" panose="02010600030101010101" pitchFamily="2" charset="-122"/>
              </a:rPr>
              <a:t>对</a:t>
            </a:r>
            <a:r>
              <a:rPr lang="en-US" altLang="zh-CN" sz="2400" dirty="0">
                <a:latin typeface="Calibri" panose="020F0502020204030204" pitchFamily="34" charset="0"/>
                <a:ea typeface="宋体" panose="02010600030101010101" pitchFamily="2" charset="-122"/>
              </a:rPr>
              <a:t>D</a:t>
            </a:r>
            <a:r>
              <a:rPr lang="zh-CN" altLang="en-US" sz="2400" dirty="0">
                <a:latin typeface="Calibri" panose="020F0502020204030204" pitchFamily="34" charset="0"/>
                <a:ea typeface="宋体" panose="02010600030101010101" pitchFamily="2" charset="-122"/>
              </a:rPr>
              <a:t>中的元组分类所需要的</a:t>
            </a:r>
            <a:r>
              <a:rPr lang="zh-CN" altLang="en-US" sz="2400" dirty="0">
                <a:solidFill>
                  <a:schemeClr val="hlink"/>
                </a:solidFill>
                <a:latin typeface="Calibri" panose="020F0502020204030204" pitchFamily="34" charset="0"/>
                <a:ea typeface="宋体" panose="02010600030101010101" pitchFamily="2" charset="-122"/>
              </a:rPr>
              <a:t>期望信息</a:t>
            </a:r>
            <a:r>
              <a:rPr lang="en-US" altLang="zh-CN" sz="2400" dirty="0">
                <a:latin typeface="Calibri" panose="020F0502020204030204" pitchFamily="34" charset="0"/>
                <a:ea typeface="宋体" panose="02010600030101010101" pitchFamily="2" charset="-122"/>
              </a:rPr>
              <a:t>(</a:t>
            </a:r>
            <a:r>
              <a:rPr lang="zh-CN" altLang="en-US" sz="2400" dirty="0">
                <a:latin typeface="Calibri" panose="020F0502020204030204" pitchFamily="34" charset="0"/>
                <a:ea typeface="宋体" panose="02010600030101010101" pitchFamily="2" charset="-122"/>
              </a:rPr>
              <a:t>熵</a:t>
            </a:r>
            <a:r>
              <a:rPr lang="en-US" altLang="zh-CN" sz="2400" dirty="0">
                <a:latin typeface="Calibri" panose="020F0502020204030204" pitchFamily="34" charset="0"/>
                <a:ea typeface="宋体" panose="02010600030101010101" pitchFamily="2" charset="-122"/>
              </a:rPr>
              <a:t>) </a:t>
            </a:r>
            <a:r>
              <a:rPr lang="zh-CN" altLang="en-US" sz="2400" dirty="0">
                <a:latin typeface="Calibri" panose="020F0502020204030204" pitchFamily="34" charset="0"/>
                <a:ea typeface="宋体" panose="02010600030101010101" pitchFamily="2" charset="-122"/>
              </a:rPr>
              <a:t>：</a:t>
            </a:r>
            <a:endParaRPr lang="en-US" altLang="zh-CN" sz="2400" dirty="0">
              <a:latin typeface="Calibri" panose="020F0502020204030204" pitchFamily="34" charset="0"/>
              <a:ea typeface="宋体" panose="02010600030101010101" pitchFamily="2" charset="-122"/>
            </a:endParaRPr>
          </a:p>
          <a:p>
            <a:pPr>
              <a:lnSpc>
                <a:spcPct val="130000"/>
              </a:lnSpc>
              <a:spcBef>
                <a:spcPts val="25"/>
              </a:spcBef>
              <a:buClr>
                <a:schemeClr val="folHlink"/>
              </a:buClr>
              <a:buSzPct val="60000"/>
              <a:buFont typeface="Wingdings" panose="05000000000000000000" pitchFamily="2" charset="2"/>
              <a:buChar char="n"/>
            </a:pPr>
            <a:endParaRPr lang="en-US" altLang="zh-CN" sz="2400" dirty="0">
              <a:latin typeface="Calibri" panose="020F0502020204030204" pitchFamily="34" charset="0"/>
              <a:ea typeface="宋体" panose="02010600030101010101" pitchFamily="2" charset="-122"/>
            </a:endParaRPr>
          </a:p>
          <a:p>
            <a:pPr>
              <a:spcBef>
                <a:spcPts val="25"/>
              </a:spcBef>
              <a:buClr>
                <a:schemeClr val="folHlink"/>
              </a:buClr>
              <a:buSzPct val="60000"/>
              <a:buFont typeface="Wingdings" panose="05000000000000000000" pitchFamily="2" charset="2"/>
              <a:buChar char="n"/>
            </a:pPr>
            <a:endParaRPr lang="en-US" altLang="zh-CN" sz="2400" dirty="0">
              <a:latin typeface="Calibri" panose="020F0502020204030204" pitchFamily="34" charset="0"/>
              <a:ea typeface="宋体" panose="02010600030101010101" pitchFamily="2" charset="-122"/>
            </a:endParaRPr>
          </a:p>
          <a:p>
            <a:pPr>
              <a:lnSpc>
                <a:spcPct val="130000"/>
              </a:lnSpc>
              <a:spcBef>
                <a:spcPts val="25"/>
              </a:spcBef>
              <a:buClr>
                <a:schemeClr val="folHlink"/>
              </a:buClr>
              <a:buSzPct val="60000"/>
              <a:buFont typeface="Wingdings" panose="05000000000000000000" pitchFamily="2" charset="2"/>
              <a:buChar char="n"/>
            </a:pPr>
            <a:r>
              <a:rPr lang="en-US" altLang="zh-CN" sz="2400" dirty="0">
                <a:latin typeface="Calibri" panose="020F0502020204030204" pitchFamily="34" charset="0"/>
                <a:ea typeface="宋体" panose="02010600030101010101" pitchFamily="2" charset="-122"/>
              </a:rPr>
              <a:t>D</a:t>
            </a:r>
            <a:r>
              <a:rPr lang="zh-CN" altLang="en-US" sz="2400" dirty="0">
                <a:latin typeface="Calibri" panose="020F0502020204030204" pitchFamily="34" charset="0"/>
                <a:ea typeface="宋体" panose="02010600030101010101" pitchFamily="2" charset="-122"/>
              </a:rPr>
              <a:t>分类所需</a:t>
            </a:r>
            <a:r>
              <a:rPr lang="zh-CN" altLang="en-US" sz="2400" dirty="0">
                <a:solidFill>
                  <a:schemeClr val="hlink"/>
                </a:solidFill>
                <a:latin typeface="Calibri" panose="020F0502020204030204" pitchFamily="34" charset="0"/>
                <a:ea typeface="宋体" panose="02010600030101010101" pitchFamily="2" charset="-122"/>
              </a:rPr>
              <a:t>信息（用</a:t>
            </a:r>
            <a:r>
              <a:rPr lang="en-US" altLang="zh-CN" sz="2400" dirty="0">
                <a:solidFill>
                  <a:schemeClr val="hlink"/>
                </a:solidFill>
                <a:latin typeface="Calibri" panose="020F0502020204030204" pitchFamily="34" charset="0"/>
                <a:ea typeface="宋体" panose="02010600030101010101" pitchFamily="2" charset="-122"/>
              </a:rPr>
              <a:t>A</a:t>
            </a:r>
            <a:r>
              <a:rPr lang="zh-CN" altLang="en-US" sz="2400" dirty="0">
                <a:solidFill>
                  <a:schemeClr val="hlink"/>
                </a:solidFill>
                <a:latin typeface="Calibri" panose="020F0502020204030204" pitchFamily="34" charset="0"/>
                <a:ea typeface="宋体" panose="02010600030101010101" pitchFamily="2" charset="-122"/>
              </a:rPr>
              <a:t>划分</a:t>
            </a:r>
            <a:r>
              <a:rPr lang="en-US" altLang="zh-CN" sz="2400" dirty="0">
                <a:solidFill>
                  <a:schemeClr val="hlink"/>
                </a:solidFill>
                <a:latin typeface="Calibri" panose="020F0502020204030204" pitchFamily="34" charset="0"/>
                <a:ea typeface="宋体" panose="02010600030101010101" pitchFamily="2" charset="-122"/>
              </a:rPr>
              <a:t>D</a:t>
            </a:r>
            <a:r>
              <a:rPr lang="zh-CN" altLang="en-US" sz="2400" dirty="0">
                <a:solidFill>
                  <a:schemeClr val="hlink"/>
                </a:solidFill>
                <a:latin typeface="Calibri" panose="020F0502020204030204" pitchFamily="34" charset="0"/>
                <a:ea typeface="宋体" panose="02010600030101010101" pitchFamily="2" charset="-122"/>
              </a:rPr>
              <a:t>为</a:t>
            </a:r>
            <a:r>
              <a:rPr lang="en-US" altLang="zh-CN" sz="2400" dirty="0">
                <a:solidFill>
                  <a:schemeClr val="hlink"/>
                </a:solidFill>
                <a:latin typeface="Calibri" panose="020F0502020204030204" pitchFamily="34" charset="0"/>
                <a:ea typeface="宋体" panose="02010600030101010101" pitchFamily="2" charset="-122"/>
              </a:rPr>
              <a:t>v</a:t>
            </a:r>
            <a:r>
              <a:rPr lang="zh-CN" altLang="en-US" sz="2400" dirty="0">
                <a:solidFill>
                  <a:schemeClr val="hlink"/>
                </a:solidFill>
                <a:latin typeface="Calibri" panose="020F0502020204030204" pitchFamily="34" charset="0"/>
                <a:ea typeface="宋体" panose="02010600030101010101" pitchFamily="2" charset="-122"/>
              </a:rPr>
              <a:t>个分区后）：</a:t>
            </a:r>
            <a:endParaRPr lang="en-US" altLang="zh-CN" sz="2400" dirty="0">
              <a:latin typeface="Calibri" panose="020F0502020204030204" pitchFamily="34" charset="0"/>
              <a:ea typeface="宋体" panose="02010600030101010101" pitchFamily="2" charset="-122"/>
            </a:endParaRPr>
          </a:p>
          <a:p>
            <a:pPr>
              <a:lnSpc>
                <a:spcPct val="150000"/>
              </a:lnSpc>
              <a:spcBef>
                <a:spcPts val="25"/>
              </a:spcBef>
              <a:buClr>
                <a:schemeClr val="folHlink"/>
              </a:buClr>
              <a:buSzPct val="60000"/>
              <a:buFont typeface="Wingdings" panose="05000000000000000000" pitchFamily="2" charset="2"/>
              <a:buChar char="n"/>
            </a:pPr>
            <a:endParaRPr lang="en-US" altLang="zh-CN" sz="2400" dirty="0">
              <a:latin typeface="Calibri" panose="020F0502020204030204" pitchFamily="34" charset="0"/>
              <a:ea typeface="宋体" panose="02010600030101010101" pitchFamily="2" charset="-122"/>
            </a:endParaRPr>
          </a:p>
          <a:p>
            <a:pPr>
              <a:lnSpc>
                <a:spcPct val="150000"/>
              </a:lnSpc>
              <a:spcBef>
                <a:spcPts val="25"/>
              </a:spcBef>
              <a:buClr>
                <a:schemeClr val="folHlink"/>
              </a:buClr>
              <a:buSzPct val="60000"/>
              <a:buFont typeface="Wingdings" panose="05000000000000000000" pitchFamily="2" charset="2"/>
              <a:buChar char="n"/>
            </a:pPr>
            <a:endParaRPr lang="en-US" altLang="zh-CN" sz="2400" dirty="0">
              <a:latin typeface="Calibri" panose="020F0502020204030204" pitchFamily="34" charset="0"/>
              <a:ea typeface="宋体" panose="02010600030101010101" pitchFamily="2" charset="-122"/>
            </a:endParaRPr>
          </a:p>
          <a:p>
            <a:pPr>
              <a:lnSpc>
                <a:spcPct val="130000"/>
              </a:lnSpc>
              <a:spcBef>
                <a:spcPts val="25"/>
              </a:spcBef>
              <a:buClr>
                <a:schemeClr val="folHlink"/>
              </a:buClr>
              <a:buSzPct val="60000"/>
              <a:buFont typeface="Wingdings" panose="05000000000000000000" pitchFamily="2" charset="2"/>
              <a:buChar char="n"/>
            </a:pPr>
            <a:r>
              <a:rPr lang="zh-CN" altLang="en-US" sz="2400" dirty="0">
                <a:solidFill>
                  <a:schemeClr val="hlink"/>
                </a:solidFill>
                <a:latin typeface="Calibri" panose="020F0502020204030204" pitchFamily="34" charset="0"/>
                <a:ea typeface="宋体" panose="02010600030101010101" pitchFamily="2" charset="-122"/>
              </a:rPr>
              <a:t>信息增益</a:t>
            </a:r>
            <a:r>
              <a:rPr lang="zh-CN" altLang="en-US" dirty="0">
                <a:latin typeface="Calibri" panose="020F0502020204030204" pitchFamily="34" charset="0"/>
                <a:ea typeface="宋体" panose="02010600030101010101" pitchFamily="2" charset="-122"/>
              </a:rPr>
              <a:t>定义为原来的信息需求与新的信息需求（对</a:t>
            </a:r>
            <a:r>
              <a:rPr lang="en-US" altLang="zh-CN" dirty="0">
                <a:latin typeface="Calibri" panose="020F0502020204030204" pitchFamily="34" charset="0"/>
                <a:ea typeface="宋体" panose="02010600030101010101" pitchFamily="2" charset="-122"/>
              </a:rPr>
              <a:t>A</a:t>
            </a:r>
            <a:r>
              <a:rPr lang="zh-CN" altLang="en-US" dirty="0">
                <a:latin typeface="Calibri" panose="020F0502020204030204" pitchFamily="34" charset="0"/>
                <a:ea typeface="宋体" panose="02010600030101010101" pitchFamily="2" charset="-122"/>
              </a:rPr>
              <a:t>划分后）之间的差</a:t>
            </a:r>
            <a:r>
              <a:rPr lang="zh-CN" altLang="en-US" sz="2400" dirty="0">
                <a:latin typeface="Calibri" panose="020F0502020204030204" pitchFamily="34" charset="0"/>
                <a:ea typeface="宋体" panose="02010600030101010101" pitchFamily="2" charset="-122"/>
              </a:rPr>
              <a:t>：</a:t>
            </a:r>
            <a:endParaRPr lang="en-US" altLang="zh-CN" sz="2400" dirty="0">
              <a:latin typeface="Calibri" panose="020F0502020204030204" pitchFamily="34" charset="0"/>
              <a:ea typeface="宋体" panose="02010600030101010101" pitchFamily="2" charset="-122"/>
            </a:endParaRPr>
          </a:p>
        </p:txBody>
      </p:sp>
      <p:graphicFrame>
        <p:nvGraphicFramePr>
          <p:cNvPr id="5" name="Object 4">
            <a:extLst>
              <a:ext uri="{FF2B5EF4-FFF2-40B4-BE49-F238E27FC236}">
                <a16:creationId xmlns:a16="http://schemas.microsoft.com/office/drawing/2014/main" id="{23D648E9-6C64-4F60-908C-7DB311F85505}"/>
              </a:ext>
            </a:extLst>
          </p:cNvPr>
          <p:cNvGraphicFramePr>
            <a:graphicFrameLocks noChangeAspect="1"/>
          </p:cNvGraphicFramePr>
          <p:nvPr>
            <p:extLst>
              <p:ext uri="{D42A27DB-BD31-4B8C-83A1-F6EECF244321}">
                <p14:modId xmlns:p14="http://schemas.microsoft.com/office/powerpoint/2010/main" val="4266810003"/>
              </p:ext>
            </p:extLst>
          </p:nvPr>
        </p:nvGraphicFramePr>
        <p:xfrm>
          <a:off x="2506384" y="2832783"/>
          <a:ext cx="3025775" cy="746125"/>
        </p:xfrm>
        <a:graphic>
          <a:graphicData uri="http://schemas.openxmlformats.org/presentationml/2006/ole">
            <mc:AlternateContent xmlns:mc="http://schemas.openxmlformats.org/markup-compatibility/2006">
              <mc:Choice xmlns:v="urn:schemas-microsoft-com:vml" Requires="v">
                <p:oleObj spid="_x0000_s12314" r:id="rId4" imgW="1675990" imgH="431930" progId="Equation.3">
                  <p:embed/>
                </p:oleObj>
              </mc:Choice>
              <mc:Fallback>
                <p:oleObj r:id="rId4" imgW="1675990" imgH="431930" progId="Equation.3">
                  <p:embed/>
                  <p:pic>
                    <p:nvPicPr>
                      <p:cNvPr id="56324" name="Object 4">
                        <a:extLst>
                          <a:ext uri="{FF2B5EF4-FFF2-40B4-BE49-F238E27FC236}">
                            <a16:creationId xmlns:a16="http://schemas.microsoft.com/office/drawing/2014/main" id="{4EA65ADF-AA0D-4741-BD68-D13A2C3F036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06384" y="2832783"/>
                        <a:ext cx="3025775"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 name="Object 5">
            <a:extLst>
              <a:ext uri="{FF2B5EF4-FFF2-40B4-BE49-F238E27FC236}">
                <a16:creationId xmlns:a16="http://schemas.microsoft.com/office/drawing/2014/main" id="{2D9A321C-8E8F-477C-A291-E2814DC496EE}"/>
              </a:ext>
            </a:extLst>
          </p:cNvPr>
          <p:cNvGraphicFramePr>
            <a:graphicFrameLocks noChangeAspect="1"/>
          </p:cNvGraphicFramePr>
          <p:nvPr>
            <p:extLst>
              <p:ext uri="{D42A27DB-BD31-4B8C-83A1-F6EECF244321}">
                <p14:modId xmlns:p14="http://schemas.microsoft.com/office/powerpoint/2010/main" val="2837231526"/>
              </p:ext>
            </p:extLst>
          </p:nvPr>
        </p:nvGraphicFramePr>
        <p:xfrm>
          <a:off x="2633548" y="4184073"/>
          <a:ext cx="3351212" cy="779463"/>
        </p:xfrm>
        <a:graphic>
          <a:graphicData uri="http://schemas.openxmlformats.org/presentationml/2006/ole">
            <mc:AlternateContent xmlns:mc="http://schemas.openxmlformats.org/markup-compatibility/2006">
              <mc:Choice xmlns:v="urn:schemas-microsoft-com:vml" Requires="v">
                <p:oleObj spid="_x0000_s12315" r:id="rId6" imgW="1968817" imgH="457517" progId="Equation.3">
                  <p:embed/>
                </p:oleObj>
              </mc:Choice>
              <mc:Fallback>
                <p:oleObj r:id="rId6" imgW="1968817" imgH="457517" progId="Equation.3">
                  <p:embed/>
                  <p:pic>
                    <p:nvPicPr>
                      <p:cNvPr id="56325" name="Object 5">
                        <a:extLst>
                          <a:ext uri="{FF2B5EF4-FFF2-40B4-BE49-F238E27FC236}">
                            <a16:creationId xmlns:a16="http://schemas.microsoft.com/office/drawing/2014/main" id="{B2AB3703-156C-4777-A527-B6CD72ACCD2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33548" y="4184073"/>
                        <a:ext cx="3351212" cy="7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 name="Object 6">
            <a:extLst>
              <a:ext uri="{FF2B5EF4-FFF2-40B4-BE49-F238E27FC236}">
                <a16:creationId xmlns:a16="http://schemas.microsoft.com/office/drawing/2014/main" id="{9DEAB8BA-EB84-4130-B031-A994D44CAF52}"/>
              </a:ext>
            </a:extLst>
          </p:cNvPr>
          <p:cNvGraphicFramePr>
            <a:graphicFrameLocks noChangeAspect="1"/>
          </p:cNvGraphicFramePr>
          <p:nvPr>
            <p:extLst>
              <p:ext uri="{D42A27DB-BD31-4B8C-83A1-F6EECF244321}">
                <p14:modId xmlns:p14="http://schemas.microsoft.com/office/powerpoint/2010/main" val="2269616752"/>
              </p:ext>
            </p:extLst>
          </p:nvPr>
        </p:nvGraphicFramePr>
        <p:xfrm>
          <a:off x="2233828" y="6073664"/>
          <a:ext cx="3895725" cy="433388"/>
        </p:xfrm>
        <a:graphic>
          <a:graphicData uri="http://schemas.openxmlformats.org/presentationml/2006/ole">
            <mc:AlternateContent xmlns:mc="http://schemas.openxmlformats.org/markup-compatibility/2006">
              <mc:Choice xmlns:v="urn:schemas-microsoft-com:vml" Requires="v">
                <p:oleObj spid="_x0000_s12316" r:id="rId8" imgW="1877473" imgH="215936" progId="Equation.3">
                  <p:embed/>
                </p:oleObj>
              </mc:Choice>
              <mc:Fallback>
                <p:oleObj r:id="rId8" imgW="1877473" imgH="215936" progId="Equation.3">
                  <p:embed/>
                  <p:pic>
                    <p:nvPicPr>
                      <p:cNvPr id="56326" name="Object 6">
                        <a:extLst>
                          <a:ext uri="{FF2B5EF4-FFF2-40B4-BE49-F238E27FC236}">
                            <a16:creationId xmlns:a16="http://schemas.microsoft.com/office/drawing/2014/main" id="{3B44A787-3109-4C68-ADE3-9940A76120C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33828" y="6073664"/>
                        <a:ext cx="3895725"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479844480"/>
      </p:ext>
    </p:extLst>
  </p:cSld>
  <p:clrMapOvr>
    <a:masterClrMapping/>
  </p:clrMapOvr>
  <p:transition spd="med">
    <p:zo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152400" y="304800"/>
            <a:ext cx="8763000" cy="609600"/>
          </a:xfrm>
        </p:spPr>
        <p:txBody>
          <a:bodyPr/>
          <a:lstStyle/>
          <a:p>
            <a:pPr eaLnBrk="1" hangingPunct="1"/>
            <a:r>
              <a:rPr lang="en-US" altLang="zh-CN" dirty="0">
                <a:ea typeface="宋体" pitchFamily="2" charset="-122"/>
              </a:rPr>
              <a:t>Attribute Selection: Information Gain(ID3)</a:t>
            </a:r>
          </a:p>
        </p:txBody>
      </p:sp>
      <p:sp>
        <p:nvSpPr>
          <p:cNvPr id="58371" name="Rectangle 3"/>
          <p:cNvSpPr>
            <a:spLocks noGrp="1" noChangeArrowheads="1"/>
          </p:cNvSpPr>
          <p:nvPr>
            <p:ph sz="half" idx="1"/>
          </p:nvPr>
        </p:nvSpPr>
        <p:spPr>
          <a:xfrm>
            <a:off x="304800" y="1270000"/>
            <a:ext cx="4152900" cy="1600200"/>
          </a:xfrm>
        </p:spPr>
        <p:txBody>
          <a:bodyPr/>
          <a:lstStyle/>
          <a:p>
            <a:pPr eaLnBrk="1" hangingPunct="1">
              <a:lnSpc>
                <a:spcPct val="80000"/>
              </a:lnSpc>
              <a:spcBef>
                <a:spcPct val="30000"/>
              </a:spcBef>
              <a:buSzPct val="80000"/>
              <a:buFont typeface="Arial" pitchFamily="34" charset="0"/>
              <a:buChar char="•"/>
            </a:pPr>
            <a:r>
              <a:rPr lang="en-US" altLang="zh-CN" sz="2000">
                <a:solidFill>
                  <a:srgbClr val="121328"/>
                </a:solidFill>
                <a:ea typeface="宋体" pitchFamily="2" charset="-122"/>
              </a:rPr>
              <a:t>Class </a:t>
            </a:r>
            <a:r>
              <a:rPr lang="en-US" altLang="zh-CN" sz="2000">
                <a:solidFill>
                  <a:srgbClr val="121328"/>
                </a:solidFill>
                <a:latin typeface="MathJax_Math" charset="0"/>
                <a:ea typeface="宋体" pitchFamily="2" charset="-122"/>
              </a:rPr>
              <a:t>P</a:t>
            </a:r>
            <a:r>
              <a:rPr lang="en-US" altLang="zh-CN" sz="2000">
                <a:solidFill>
                  <a:srgbClr val="121328"/>
                </a:solidFill>
                <a:ea typeface="宋体" pitchFamily="2" charset="-122"/>
              </a:rPr>
              <a:t>: buys_computer = “yes”</a:t>
            </a:r>
          </a:p>
          <a:p>
            <a:pPr eaLnBrk="1" hangingPunct="1">
              <a:lnSpc>
                <a:spcPct val="80000"/>
              </a:lnSpc>
              <a:spcBef>
                <a:spcPct val="30000"/>
              </a:spcBef>
              <a:buSzPct val="80000"/>
              <a:buFont typeface="Arial" pitchFamily="34" charset="0"/>
              <a:buChar char="•"/>
            </a:pPr>
            <a:r>
              <a:rPr lang="en-US" altLang="zh-CN" sz="2000">
                <a:solidFill>
                  <a:srgbClr val="121328"/>
                </a:solidFill>
                <a:ea typeface="宋体" pitchFamily="2" charset="-122"/>
              </a:rPr>
              <a:t>Class </a:t>
            </a:r>
            <a:r>
              <a:rPr lang="en-US" altLang="zh-CN" sz="2000">
                <a:solidFill>
                  <a:srgbClr val="121328"/>
                </a:solidFill>
                <a:latin typeface="MathJax_Math" charset="0"/>
                <a:ea typeface="宋体" pitchFamily="2" charset="-122"/>
              </a:rPr>
              <a:t>N</a:t>
            </a:r>
            <a:r>
              <a:rPr lang="en-US" altLang="zh-CN" sz="2000">
                <a:solidFill>
                  <a:srgbClr val="121328"/>
                </a:solidFill>
                <a:ea typeface="宋体" pitchFamily="2" charset="-122"/>
              </a:rPr>
              <a:t>: buys_computer = “no”</a:t>
            </a:r>
            <a:endParaRPr lang="en-US" altLang="zh-CN" sz="2000">
              <a:ea typeface="宋体" pitchFamily="2" charset="-122"/>
            </a:endParaRPr>
          </a:p>
        </p:txBody>
      </p:sp>
      <p:sp>
        <p:nvSpPr>
          <p:cNvPr id="58372" name="Rectangle 4"/>
          <p:cNvSpPr>
            <a:spLocks noGrp="1" noChangeArrowheads="1"/>
          </p:cNvSpPr>
          <p:nvPr>
            <p:ph sz="half" idx="2"/>
          </p:nvPr>
        </p:nvSpPr>
        <p:spPr>
          <a:xfrm>
            <a:off x="4724400" y="2655888"/>
            <a:ext cx="4152900" cy="2209800"/>
          </a:xfrm>
        </p:spPr>
        <p:txBody>
          <a:bodyPr/>
          <a:lstStyle/>
          <a:p>
            <a:pPr eaLnBrk="1" hangingPunct="1">
              <a:lnSpc>
                <a:spcPct val="130000"/>
              </a:lnSpc>
              <a:buFont typeface="Wingdings" pitchFamily="2" charset="2"/>
              <a:buNone/>
            </a:pPr>
            <a:r>
              <a:rPr lang="en-US" altLang="zh-CN" sz="2000" dirty="0">
                <a:solidFill>
                  <a:srgbClr val="121328"/>
                </a:solidFill>
                <a:ea typeface="宋体" pitchFamily="2" charset="-122"/>
              </a:rPr>
              <a:t>            means “age &lt;=30” has 5 out of 14 samples, with 2 </a:t>
            </a:r>
            <a:r>
              <a:rPr lang="en-US" altLang="zh-CN" sz="2000" dirty="0" err="1">
                <a:solidFill>
                  <a:srgbClr val="121328"/>
                </a:solidFill>
                <a:ea typeface="宋体" pitchFamily="2" charset="-122"/>
              </a:rPr>
              <a:t>yes’es</a:t>
            </a:r>
            <a:r>
              <a:rPr lang="en-US" altLang="zh-CN" sz="2000" dirty="0">
                <a:solidFill>
                  <a:srgbClr val="121328"/>
                </a:solidFill>
                <a:ea typeface="宋体" pitchFamily="2" charset="-122"/>
              </a:rPr>
              <a:t>  and 3 no’s.   Hence</a:t>
            </a:r>
            <a:endParaRPr lang="en-US" altLang="zh-CN" sz="2000" dirty="0">
              <a:ea typeface="宋体" pitchFamily="2" charset="-122"/>
            </a:endParaRPr>
          </a:p>
          <a:p>
            <a:pPr eaLnBrk="1" hangingPunct="1">
              <a:lnSpc>
                <a:spcPct val="90000"/>
              </a:lnSpc>
              <a:buClr>
                <a:schemeClr val="accent1"/>
              </a:buClr>
              <a:buFont typeface="Wingdings 2" pitchFamily="18" charset="2"/>
              <a:buNone/>
            </a:pPr>
            <a:endParaRPr lang="en-US" altLang="zh-CN" sz="2000" dirty="0">
              <a:ea typeface="宋体" pitchFamily="2" charset="-122"/>
            </a:endParaRPr>
          </a:p>
          <a:p>
            <a:pPr eaLnBrk="1" hangingPunct="1">
              <a:lnSpc>
                <a:spcPct val="90000"/>
              </a:lnSpc>
              <a:buClr>
                <a:schemeClr val="accent1"/>
              </a:buClr>
              <a:buFont typeface="Wingdings 2" pitchFamily="18" charset="2"/>
              <a:buNone/>
            </a:pPr>
            <a:endParaRPr lang="en-US" altLang="zh-CN" sz="2000" dirty="0">
              <a:solidFill>
                <a:srgbClr val="121328"/>
              </a:solidFill>
              <a:ea typeface="宋体" pitchFamily="2" charset="-122"/>
            </a:endParaRPr>
          </a:p>
          <a:p>
            <a:pPr eaLnBrk="1" hangingPunct="1">
              <a:lnSpc>
                <a:spcPct val="90000"/>
              </a:lnSpc>
              <a:buClr>
                <a:schemeClr val="accent1"/>
              </a:buClr>
              <a:buFont typeface="Wingdings 2" pitchFamily="18" charset="2"/>
              <a:buNone/>
            </a:pPr>
            <a:r>
              <a:rPr lang="en-US" altLang="zh-CN" sz="2000" dirty="0">
                <a:solidFill>
                  <a:srgbClr val="121328"/>
                </a:solidFill>
                <a:ea typeface="宋体" pitchFamily="2" charset="-122"/>
              </a:rPr>
              <a:t>Similarly,</a:t>
            </a:r>
          </a:p>
        </p:txBody>
      </p:sp>
      <p:graphicFrame>
        <p:nvGraphicFramePr>
          <p:cNvPr id="58373" name="Object 5"/>
          <p:cNvGraphicFramePr>
            <a:graphicFrameLocks noChangeAspect="1"/>
          </p:cNvGraphicFramePr>
          <p:nvPr/>
        </p:nvGraphicFramePr>
        <p:xfrm>
          <a:off x="746125" y="2532063"/>
          <a:ext cx="3354388" cy="1439862"/>
        </p:xfrm>
        <a:graphic>
          <a:graphicData uri="http://schemas.openxmlformats.org/presentationml/2006/ole">
            <mc:AlternateContent xmlns:mc="http://schemas.openxmlformats.org/markup-compatibility/2006">
              <mc:Choice xmlns:v="urn:schemas-microsoft-com:vml" Requires="v">
                <p:oleObj spid="_x0000_s10488" r:id="rId4" imgW="3168000" imgH="1274040" progId="Excel.Sheet.8">
                  <p:embed/>
                </p:oleObj>
              </mc:Choice>
              <mc:Fallback>
                <p:oleObj r:id="rId4" imgW="3168000" imgH="1274040" progId="Excel.Sheet.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6125" y="2532063"/>
                        <a:ext cx="3354388" cy="143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8374" name="Object 6"/>
          <p:cNvGraphicFramePr>
            <a:graphicFrameLocks noChangeAspect="1"/>
          </p:cNvGraphicFramePr>
          <p:nvPr/>
        </p:nvGraphicFramePr>
        <p:xfrm>
          <a:off x="4876800" y="1163638"/>
          <a:ext cx="3754438" cy="1371600"/>
        </p:xfrm>
        <a:graphic>
          <a:graphicData uri="http://schemas.openxmlformats.org/presentationml/2006/ole">
            <mc:AlternateContent xmlns:mc="http://schemas.openxmlformats.org/markup-compatibility/2006">
              <mc:Choice xmlns:v="urn:schemas-microsoft-com:vml" Requires="v">
                <p:oleObj spid="_x0000_s10489" r:id="rId6" imgW="2045017" imgH="813117" progId="Equation.3">
                  <p:embed/>
                </p:oleObj>
              </mc:Choice>
              <mc:Fallback>
                <p:oleObj r:id="rId6" imgW="2045017" imgH="813117"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76800" y="1163638"/>
                        <a:ext cx="3754438"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8375" name="Object 7"/>
          <p:cNvGraphicFramePr>
            <a:graphicFrameLocks noChangeAspect="1"/>
          </p:cNvGraphicFramePr>
          <p:nvPr/>
        </p:nvGraphicFramePr>
        <p:xfrm>
          <a:off x="5029200" y="5257800"/>
          <a:ext cx="3594100" cy="1193800"/>
        </p:xfrm>
        <a:graphic>
          <a:graphicData uri="http://schemas.openxmlformats.org/presentationml/2006/ole">
            <mc:AlternateContent xmlns:mc="http://schemas.openxmlformats.org/markup-compatibility/2006">
              <mc:Choice xmlns:v="urn:schemas-microsoft-com:vml" Requires="v">
                <p:oleObj spid="_x0000_s10490" r:id="rId8" imgW="3594417" imgH="1194117" progId="Equation.3">
                  <p:embed/>
                </p:oleObj>
              </mc:Choice>
              <mc:Fallback>
                <p:oleObj r:id="rId8" imgW="3594417" imgH="1194117"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29200" y="5257800"/>
                        <a:ext cx="3594100" cy="119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8376" name="Object 8"/>
          <p:cNvGraphicFramePr>
            <a:graphicFrameLocks noChangeAspect="1"/>
          </p:cNvGraphicFramePr>
          <p:nvPr/>
        </p:nvGraphicFramePr>
        <p:xfrm>
          <a:off x="4724400" y="4070350"/>
          <a:ext cx="4271963" cy="388938"/>
        </p:xfrm>
        <a:graphic>
          <a:graphicData uri="http://schemas.openxmlformats.org/presentationml/2006/ole">
            <mc:AlternateContent xmlns:mc="http://schemas.openxmlformats.org/markup-compatibility/2006">
              <mc:Choice xmlns:v="urn:schemas-microsoft-com:vml" Requires="v">
                <p:oleObj spid="_x0000_s10491" r:id="rId10" imgW="2553017" imgH="241617" progId="Equation.3">
                  <p:embed/>
                </p:oleObj>
              </mc:Choice>
              <mc:Fallback>
                <p:oleObj r:id="rId10" imgW="2553017" imgH="241617"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724400" y="4070350"/>
                        <a:ext cx="4271963"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8377" name="Object 9"/>
          <p:cNvGraphicFramePr>
            <a:graphicFrameLocks/>
          </p:cNvGraphicFramePr>
          <p:nvPr/>
        </p:nvGraphicFramePr>
        <p:xfrm>
          <a:off x="152400" y="4056063"/>
          <a:ext cx="4419600" cy="2667000"/>
        </p:xfrm>
        <a:graphic>
          <a:graphicData uri="http://schemas.openxmlformats.org/presentationml/2006/ole">
            <mc:AlternateContent xmlns:mc="http://schemas.openxmlformats.org/markup-compatibility/2006">
              <mc:Choice xmlns:v="urn:schemas-microsoft-com:vml" Requires="v">
                <p:oleObj spid="_x0000_s10492" r:id="rId12" imgW="5778000" imgH="3948840" progId="Excel.Sheet.8">
                  <p:embed/>
                </p:oleObj>
              </mc:Choice>
              <mc:Fallback>
                <p:oleObj r:id="rId12" imgW="5778000" imgH="3948840" progId="Excel.Sheet.8">
                  <p:embed/>
                  <p:pic>
                    <p:nvPicPr>
                      <p:cNvPr id="0" name=""/>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52400" y="4056063"/>
                        <a:ext cx="4419600"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8378" name="Object 10"/>
          <p:cNvGraphicFramePr>
            <a:graphicFrameLocks noChangeAspect="1"/>
          </p:cNvGraphicFramePr>
          <p:nvPr/>
        </p:nvGraphicFramePr>
        <p:xfrm>
          <a:off x="4495800" y="2625725"/>
          <a:ext cx="1073150" cy="665163"/>
        </p:xfrm>
        <a:graphic>
          <a:graphicData uri="http://schemas.openxmlformats.org/presentationml/2006/ole">
            <mc:AlternateContent xmlns:mc="http://schemas.openxmlformats.org/markup-compatibility/2006">
              <mc:Choice xmlns:v="urn:schemas-microsoft-com:vml" Requires="v">
                <p:oleObj spid="_x0000_s10493" r:id="rId14" imgW="589375" imgH="397291" progId="Equation.3">
                  <p:embed/>
                </p:oleObj>
              </mc:Choice>
              <mc:Fallback>
                <p:oleObj r:id="rId14" imgW="589375" imgH="397291"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495800" y="2625725"/>
                        <a:ext cx="1073150"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8379" name="Object 11"/>
          <p:cNvGraphicFramePr>
            <a:graphicFrameLocks noChangeAspect="1"/>
          </p:cNvGraphicFramePr>
          <p:nvPr/>
        </p:nvGraphicFramePr>
        <p:xfrm>
          <a:off x="76200" y="1939925"/>
          <a:ext cx="4800600" cy="523875"/>
        </p:xfrm>
        <a:graphic>
          <a:graphicData uri="http://schemas.openxmlformats.org/presentationml/2006/ole">
            <mc:AlternateContent xmlns:mc="http://schemas.openxmlformats.org/markup-compatibility/2006">
              <mc:Choice xmlns:v="urn:schemas-microsoft-com:vml" Requires="v">
                <p:oleObj spid="_x0000_s10494" r:id="rId16" imgW="3315017" imgH="394017" progId="Equation.3">
                  <p:embed/>
                </p:oleObj>
              </mc:Choice>
              <mc:Fallback>
                <p:oleObj r:id="rId16" imgW="3315017" imgH="394017"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6200" y="1939925"/>
                        <a:ext cx="4800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260388454"/>
      </p:ext>
    </p:extLst>
  </p:cSld>
  <p:clrMapOvr>
    <a:masterClrMapping/>
  </p:clrMapOvr>
  <p:transition spd="med">
    <p:zo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17713" y="1917958"/>
            <a:ext cx="8643257" cy="3046988"/>
          </a:xfrm>
          <a:prstGeom prst="rect">
            <a:avLst/>
          </a:prstGeom>
        </p:spPr>
        <p:txBody>
          <a:bodyPr wrap="square">
            <a:spAutoFit/>
          </a:bodyPr>
          <a:lstStyle/>
          <a:p>
            <a:r>
              <a:rPr lang="en-US" altLang="zh-CN" dirty="0"/>
              <a:t>C4.5 </a:t>
            </a:r>
            <a:r>
              <a:rPr lang="zh-CN" altLang="en-US" dirty="0"/>
              <a:t>算法是机器学习算法中的一种分类决策树算法，其核心算法是 </a:t>
            </a:r>
            <a:r>
              <a:rPr lang="en-US" altLang="zh-CN" dirty="0"/>
              <a:t>ID3 </a:t>
            </a:r>
            <a:r>
              <a:rPr lang="zh-CN" altLang="en-US" dirty="0"/>
              <a:t>算法。</a:t>
            </a:r>
            <a:r>
              <a:rPr lang="en-US" altLang="zh-CN" dirty="0"/>
              <a:t>C4.5 </a:t>
            </a:r>
            <a:r>
              <a:rPr lang="zh-CN" altLang="en-US" dirty="0"/>
              <a:t>算法继承了 </a:t>
            </a:r>
            <a:r>
              <a:rPr lang="en-US" altLang="zh-CN" dirty="0"/>
              <a:t>ID3 </a:t>
            </a:r>
            <a:r>
              <a:rPr lang="zh-CN" altLang="en-US" dirty="0"/>
              <a:t>算法的优点，并在以下几方面对 </a:t>
            </a:r>
            <a:r>
              <a:rPr lang="en-US" altLang="zh-CN" dirty="0"/>
              <a:t>ID3 </a:t>
            </a:r>
            <a:r>
              <a:rPr lang="zh-CN" altLang="en-US" dirty="0"/>
              <a:t>算法进行了改进：</a:t>
            </a:r>
          </a:p>
          <a:p>
            <a:r>
              <a:rPr lang="en-US" altLang="zh-CN" dirty="0"/>
              <a:t>1) </a:t>
            </a:r>
            <a:r>
              <a:rPr lang="zh-CN" altLang="en-US" dirty="0"/>
              <a:t>用信息增益率来选择属性，克服了用信息增益选择属性时偏向选择取值多的属性的不足；</a:t>
            </a:r>
          </a:p>
          <a:p>
            <a:r>
              <a:rPr lang="en-US" altLang="zh-CN" dirty="0"/>
              <a:t>2) </a:t>
            </a:r>
            <a:r>
              <a:rPr lang="zh-CN" altLang="en-US" dirty="0"/>
              <a:t>在树构造过程中进行剪枝；</a:t>
            </a:r>
          </a:p>
          <a:p>
            <a:r>
              <a:rPr lang="en-US" altLang="zh-CN" dirty="0"/>
              <a:t>3) </a:t>
            </a:r>
            <a:r>
              <a:rPr lang="zh-CN" altLang="en-US" dirty="0"/>
              <a:t>能够完成对连续属性的离散化处理；</a:t>
            </a:r>
          </a:p>
          <a:p>
            <a:r>
              <a:rPr lang="en-US" altLang="zh-CN" dirty="0"/>
              <a:t>4) </a:t>
            </a:r>
            <a:r>
              <a:rPr lang="zh-CN" altLang="en-US" dirty="0"/>
              <a:t>能够对不完整数据进行处理。</a:t>
            </a:r>
          </a:p>
        </p:txBody>
      </p:sp>
      <p:sp>
        <p:nvSpPr>
          <p:cNvPr id="3" name="TextBox 2"/>
          <p:cNvSpPr txBox="1"/>
          <p:nvPr/>
        </p:nvSpPr>
        <p:spPr>
          <a:xfrm>
            <a:off x="418627" y="457199"/>
            <a:ext cx="8025274" cy="646331"/>
          </a:xfrm>
          <a:prstGeom prst="rect">
            <a:avLst/>
          </a:prstGeom>
          <a:noFill/>
        </p:spPr>
        <p:txBody>
          <a:bodyPr wrap="none" rtlCol="0">
            <a:spAutoFit/>
          </a:bodyPr>
          <a:lstStyle/>
          <a:p>
            <a:r>
              <a:rPr lang="en-US" altLang="zh-CN" sz="3600" dirty="0"/>
              <a:t>C4.5</a:t>
            </a:r>
            <a:r>
              <a:rPr lang="zh-CN" altLang="en-US" sz="3600" dirty="0"/>
              <a:t>：用于生成决策树的一种经典算法</a:t>
            </a:r>
          </a:p>
        </p:txBody>
      </p:sp>
    </p:spTree>
    <p:extLst>
      <p:ext uri="{BB962C8B-B14F-4D97-AF65-F5344CB8AC3E}">
        <p14:creationId xmlns:p14="http://schemas.microsoft.com/office/powerpoint/2010/main" val="2445285051"/>
      </p:ext>
    </p:extLst>
  </p:cSld>
  <p:clrMapOvr>
    <a:masterClrMapping/>
  </p:clrMapOvr>
  <p:transition spd="med">
    <p:zoom/>
  </p:transition>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040" y="1240970"/>
            <a:ext cx="8763920" cy="5617030"/>
          </a:xfrm>
          <a:prstGeom prst="rect">
            <a:avLst/>
          </a:prstGeom>
        </p:spPr>
      </p:pic>
      <p:sp>
        <p:nvSpPr>
          <p:cNvPr id="3" name="TextBox 2"/>
          <p:cNvSpPr txBox="1"/>
          <p:nvPr/>
        </p:nvSpPr>
        <p:spPr>
          <a:xfrm>
            <a:off x="435429" y="653143"/>
            <a:ext cx="3873368" cy="461665"/>
          </a:xfrm>
          <a:prstGeom prst="rect">
            <a:avLst/>
          </a:prstGeom>
          <a:noFill/>
        </p:spPr>
        <p:txBody>
          <a:bodyPr wrap="none" rtlCol="0">
            <a:spAutoFit/>
          </a:bodyPr>
          <a:lstStyle/>
          <a:p>
            <a:r>
              <a:rPr lang="en-US" altLang="zh-CN" dirty="0"/>
              <a:t>C4.5</a:t>
            </a:r>
            <a:r>
              <a:rPr lang="zh-CN" altLang="en-US" dirty="0"/>
              <a:t>分类树构造算法框架：</a:t>
            </a:r>
          </a:p>
        </p:txBody>
      </p:sp>
    </p:spTree>
    <p:extLst>
      <p:ext uri="{BB962C8B-B14F-4D97-AF65-F5344CB8AC3E}">
        <p14:creationId xmlns:p14="http://schemas.microsoft.com/office/powerpoint/2010/main" val="1909303306"/>
      </p:ext>
    </p:extLst>
  </p:cSld>
  <p:clrMapOvr>
    <a:masterClrMapping/>
  </p:clrMapOvr>
  <p:transition spd="med">
    <p:zo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050"/>
          <p:cNvSpPr>
            <a:spLocks noGrp="1" noChangeArrowheads="1"/>
          </p:cNvSpPr>
          <p:nvPr>
            <p:ph type="title"/>
          </p:nvPr>
        </p:nvSpPr>
        <p:spPr>
          <a:xfrm>
            <a:off x="79375" y="234950"/>
            <a:ext cx="9004300" cy="609600"/>
          </a:xfrm>
        </p:spPr>
        <p:txBody>
          <a:bodyPr/>
          <a:lstStyle/>
          <a:p>
            <a:pPr eaLnBrk="1" hangingPunct="1"/>
            <a:r>
              <a:rPr lang="en-US" altLang="zh-CN">
                <a:ea typeface="宋体" pitchFamily="2" charset="-122"/>
              </a:rPr>
              <a:t>Gain Ratio for Attribute Selection (C4.5)</a:t>
            </a:r>
            <a:endParaRPr lang="en-US" altLang="zh-CN" i="1">
              <a:solidFill>
                <a:srgbClr val="CC0000"/>
              </a:solidFill>
              <a:ea typeface="宋体" pitchFamily="2" charset="-122"/>
            </a:endParaRPr>
          </a:p>
        </p:txBody>
      </p:sp>
      <p:sp>
        <p:nvSpPr>
          <p:cNvPr id="57347" name="Rectangle 2051"/>
          <p:cNvSpPr>
            <a:spLocks noGrp="1"/>
          </p:cNvSpPr>
          <p:nvPr>
            <p:ph type="body" sz="half" idx="1"/>
          </p:nvPr>
        </p:nvSpPr>
        <p:spPr>
          <a:xfrm>
            <a:off x="304800" y="1371600"/>
            <a:ext cx="8458200" cy="5105400"/>
          </a:xfrm>
          <a:ln>
            <a:miter/>
          </a:ln>
        </p:spPr>
        <p:txBody>
          <a:bodyPr/>
          <a:lstStyle/>
          <a:p>
            <a:r>
              <a:rPr lang="zh-CN" altLang="en-US" sz="2400" dirty="0"/>
              <a:t>信息增益度量倾向于选择具有大量值的属性</a:t>
            </a:r>
          </a:p>
          <a:p>
            <a:pPr eaLnBrk="1" hangingPunct="1"/>
            <a:r>
              <a:rPr lang="en-US" altLang="zh-CN" sz="2400" kern="1200" noProof="1">
                <a:ea typeface="宋体" pitchFamily="2" charset="-122"/>
              </a:rPr>
              <a:t>C4.5 </a:t>
            </a:r>
            <a:r>
              <a:rPr lang="zh-CN" altLang="en-US" sz="2400" kern="1200" noProof="1">
                <a:ea typeface="宋体" pitchFamily="2" charset="-122"/>
              </a:rPr>
              <a:t>使用信息增益率克服这个问题</a:t>
            </a:r>
            <a:endParaRPr lang="en-US" altLang="zh-CN" sz="2400" kern="1200" noProof="1">
              <a:ea typeface="宋体" pitchFamily="2" charset="-122"/>
            </a:endParaRPr>
          </a:p>
          <a:p>
            <a:pPr eaLnBrk="1" hangingPunct="1"/>
            <a:r>
              <a:rPr lang="zh-CN" altLang="en-US" sz="2400" kern="1200" noProof="1">
                <a:ea typeface="宋体" pitchFamily="2" charset="-122"/>
              </a:rPr>
              <a:t>使用分裂信息值将信息增益规范化，定义如下：</a:t>
            </a:r>
            <a:r>
              <a:rPr lang="en-US" altLang="zh-CN" sz="2400" kern="1200" noProof="1">
                <a:ea typeface="宋体" pitchFamily="2" charset="-122"/>
              </a:rPr>
              <a:t>             </a:t>
            </a:r>
          </a:p>
          <a:p>
            <a:pPr marL="457200" lvl="1" indent="0" eaLnBrk="1" hangingPunct="1">
              <a:buFont typeface="Wingdings" pitchFamily="2" charset="2"/>
              <a:buNone/>
            </a:pPr>
            <a:endParaRPr lang="en-US" altLang="zh-CN" sz="2400" b="1" kern="1200" noProof="1">
              <a:solidFill>
                <a:srgbClr val="0000FF"/>
              </a:solidFill>
              <a:latin typeface="MathJax_Math" charset="0"/>
              <a:ea typeface="宋体" pitchFamily="2" charset="-122"/>
            </a:endParaRPr>
          </a:p>
          <a:p>
            <a:pPr marL="457200" lvl="1" indent="0" eaLnBrk="1" hangingPunct="1">
              <a:buFont typeface="Wingdings" pitchFamily="2" charset="2"/>
              <a:buNone/>
            </a:pPr>
            <a:endParaRPr lang="en-US" altLang="zh-CN" sz="2400" b="1" kern="1200" noProof="1">
              <a:solidFill>
                <a:srgbClr val="0000FF"/>
              </a:solidFill>
              <a:latin typeface="MathJax_Math" charset="0"/>
              <a:ea typeface="宋体" pitchFamily="2" charset="-122"/>
            </a:endParaRPr>
          </a:p>
          <a:p>
            <a:pPr marL="0" lvl="1" indent="358775" eaLnBrk="1" hangingPunct="1">
              <a:buFont typeface="Wingdings" pitchFamily="2" charset="2"/>
              <a:buNone/>
            </a:pPr>
            <a:r>
              <a:rPr lang="zh-CN" altLang="en-US" sz="2400" kern="1200" noProof="1">
                <a:latin typeface="MathJax_Math" charset="0"/>
                <a:ea typeface="宋体" pitchFamily="2" charset="-122"/>
              </a:rPr>
              <a:t>该值代表通过将训练数据集</a:t>
            </a:r>
            <a:r>
              <a:rPr lang="en-US" altLang="zh-CN" sz="2400" kern="1200" noProof="1">
                <a:latin typeface="MathJax_Math" charset="0"/>
                <a:ea typeface="宋体" pitchFamily="2" charset="-122"/>
              </a:rPr>
              <a:t>D</a:t>
            </a:r>
            <a:r>
              <a:rPr lang="zh-CN" altLang="en-US" sz="2400" kern="1200" noProof="1">
                <a:latin typeface="MathJax_Math" charset="0"/>
                <a:ea typeface="宋体" pitchFamily="2" charset="-122"/>
              </a:rPr>
              <a:t>划分成对应于属性</a:t>
            </a:r>
            <a:r>
              <a:rPr lang="en-US" altLang="zh-CN" sz="2400" kern="1200" noProof="1">
                <a:latin typeface="MathJax_Math" charset="0"/>
                <a:ea typeface="宋体" pitchFamily="2" charset="-122"/>
              </a:rPr>
              <a:t>A</a:t>
            </a:r>
            <a:r>
              <a:rPr lang="zh-CN" altLang="en-US" sz="2400" kern="1200" noProof="1">
                <a:latin typeface="MathJax_Math" charset="0"/>
                <a:ea typeface="宋体" pitchFamily="2" charset="-122"/>
              </a:rPr>
              <a:t>测试的</a:t>
            </a:r>
            <a:r>
              <a:rPr lang="en-US" altLang="zh-CN" sz="2400" kern="1200" noProof="1">
                <a:latin typeface="MathJax_Math" charset="0"/>
                <a:ea typeface="宋体" pitchFamily="2" charset="-122"/>
              </a:rPr>
              <a:t>v</a:t>
            </a:r>
            <a:r>
              <a:rPr lang="zh-CN" altLang="en-US" sz="2400" kern="1200" noProof="1">
                <a:latin typeface="MathJax_Math" charset="0"/>
                <a:ea typeface="宋体" pitchFamily="2" charset="-122"/>
              </a:rPr>
              <a:t>个输出的</a:t>
            </a:r>
            <a:r>
              <a:rPr lang="en-US" altLang="zh-CN" sz="2400" kern="1200" noProof="1">
                <a:latin typeface="MathJax_Math" charset="0"/>
                <a:ea typeface="宋体" pitchFamily="2" charset="-122"/>
              </a:rPr>
              <a:t>v</a:t>
            </a:r>
            <a:r>
              <a:rPr lang="zh-CN" altLang="en-US" sz="2400" kern="1200" noProof="1">
                <a:latin typeface="MathJax_Math" charset="0"/>
                <a:ea typeface="宋体" pitchFamily="2" charset="-122"/>
              </a:rPr>
              <a:t>个划分产生的信息</a:t>
            </a:r>
            <a:endParaRPr lang="en-US" altLang="zh-CN" sz="2400" kern="1200" noProof="1">
              <a:latin typeface="MathJax_Math" charset="0"/>
              <a:ea typeface="宋体" pitchFamily="2" charset="-122"/>
            </a:endParaRPr>
          </a:p>
          <a:p>
            <a:pPr marL="457200" lvl="1" indent="0" eaLnBrk="1" hangingPunct="1">
              <a:buFont typeface="Wingdings" pitchFamily="2" charset="2"/>
              <a:buNone/>
            </a:pPr>
            <a:endParaRPr lang="en-US" altLang="zh-CN" sz="2400" b="1" kern="1200" noProof="1">
              <a:solidFill>
                <a:srgbClr val="0000FF"/>
              </a:solidFill>
              <a:latin typeface="MathJax_Math" charset="0"/>
              <a:ea typeface="宋体" pitchFamily="2" charset="-122"/>
            </a:endParaRPr>
          </a:p>
          <a:p>
            <a:pPr marL="457200" lvl="1" indent="0" eaLnBrk="1" hangingPunct="1">
              <a:buFont typeface="Wingdings" pitchFamily="2" charset="2"/>
              <a:buNone/>
            </a:pPr>
            <a:r>
              <a:rPr lang="en-US" altLang="zh-CN" sz="2400" b="1" kern="1200" noProof="1">
                <a:solidFill>
                  <a:srgbClr val="0000FF"/>
                </a:solidFill>
                <a:latin typeface="Times New Roman" panose="02020603050405020304" pitchFamily="18" charset="0"/>
                <a:ea typeface="宋体" pitchFamily="2" charset="-122"/>
                <a:cs typeface="Times New Roman" panose="02020603050405020304" pitchFamily="18" charset="0"/>
              </a:rPr>
              <a:t>GainRatio(A) = Gain(A)/SplitInfo(A)</a:t>
            </a:r>
          </a:p>
          <a:p>
            <a:pPr marL="457200" lvl="1" indent="0" eaLnBrk="1" hangingPunct="1">
              <a:buFont typeface="Wingdings" pitchFamily="2" charset="2"/>
              <a:buNone/>
            </a:pPr>
            <a:r>
              <a:rPr lang="zh-CN" altLang="en-US" sz="2400" kern="1200" noProof="1">
                <a:latin typeface="MathJax_Math" charset="0"/>
                <a:ea typeface="宋体" pitchFamily="2" charset="-122"/>
              </a:rPr>
              <a:t>选择具有最大增益率的属性作为分裂属性</a:t>
            </a:r>
            <a:endParaRPr lang="en-US" altLang="zh-CN" sz="2400" kern="1200" noProof="1">
              <a:latin typeface="MathJax_Math" charset="0"/>
              <a:ea typeface="宋体" pitchFamily="2" charset="-122"/>
            </a:endParaRPr>
          </a:p>
        </p:txBody>
      </p:sp>
      <p:graphicFrame>
        <p:nvGraphicFramePr>
          <p:cNvPr id="62468" name="Object 2048"/>
          <p:cNvGraphicFramePr>
            <a:graphicFrameLocks noGrp="1" noChangeAspect="1"/>
          </p:cNvGraphicFramePr>
          <p:nvPr>
            <p:ph sz="quarter" idx="2"/>
            <p:extLst>
              <p:ext uri="{D42A27DB-BD31-4B8C-83A1-F6EECF244321}">
                <p14:modId xmlns:p14="http://schemas.microsoft.com/office/powerpoint/2010/main" val="1577152647"/>
              </p:ext>
            </p:extLst>
          </p:nvPr>
        </p:nvGraphicFramePr>
        <p:xfrm>
          <a:off x="1306286" y="2723015"/>
          <a:ext cx="4314825" cy="796925"/>
        </p:xfrm>
        <a:graphic>
          <a:graphicData uri="http://schemas.openxmlformats.org/presentationml/2006/ole">
            <mc:AlternateContent xmlns:mc="http://schemas.openxmlformats.org/markup-compatibility/2006">
              <mc:Choice xmlns:v="urn:schemas-microsoft-com:vml" Requires="v">
                <p:oleObj spid="_x0000_s7207" r:id="rId4" imgW="2476817" imgH="457517" progId="Equation.3">
                  <p:embed/>
                </p:oleObj>
              </mc:Choice>
              <mc:Fallback>
                <p:oleObj r:id="rId4" imgW="2476817" imgH="457517" progId="Equation.3">
                  <p:embed/>
                  <p:pic>
                    <p:nvPicPr>
                      <p:cNvPr id="0" name=""/>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06286" y="2723015"/>
                        <a:ext cx="4314825" cy="796925"/>
                      </a:xfrm>
                      <a:prstGeom prst="rect">
                        <a:avLst/>
                      </a:prstGeom>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543483184"/>
      </p:ext>
    </p:extLst>
  </p:cSld>
  <p:clrMapOvr>
    <a:masterClrMapping/>
  </p:clrMapOvr>
  <p:transition spd="med">
    <p:zo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p:cNvGraphicFramePr>
          <p:nvPr>
            <p:extLst>
              <p:ext uri="{D42A27DB-BD31-4B8C-83A1-F6EECF244321}">
                <p14:modId xmlns:p14="http://schemas.microsoft.com/office/powerpoint/2010/main" val="2041868738"/>
              </p:ext>
            </p:extLst>
          </p:nvPr>
        </p:nvGraphicFramePr>
        <p:xfrm>
          <a:off x="500741" y="1336332"/>
          <a:ext cx="5442859" cy="3443775"/>
        </p:xfrm>
        <a:graphic>
          <a:graphicData uri="http://schemas.openxmlformats.org/presentationml/2006/ole">
            <mc:AlternateContent xmlns:mc="http://schemas.openxmlformats.org/markup-compatibility/2006">
              <mc:Choice xmlns:v="urn:schemas-microsoft-com:vml" Requires="v">
                <p:oleObj spid="_x0000_s6184" r:id="rId4" imgW="5778000" imgH="3948840" progId="Excel.Sheet.8">
                  <p:embed/>
                </p:oleObj>
              </mc:Choice>
              <mc:Fallback>
                <p:oleObj r:id="rId4" imgW="5778000" imgH="3948840" progId="Excel.Sheet.8">
                  <p:embed/>
                  <p:pic>
                    <p:nvPicPr>
                      <p:cNvPr id="0" name="Object 9"/>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0741" y="1336332"/>
                        <a:ext cx="5442859" cy="3443775"/>
                      </a:xfrm>
                      <a:prstGeom prst="rect">
                        <a:avLst/>
                      </a:prstGeom>
                      <a:noFill/>
                      <a:ln>
                        <a:noFill/>
                      </a:ln>
                    </p:spPr>
                  </p:pic>
                </p:oleObj>
              </mc:Fallback>
            </mc:AlternateContent>
          </a:graphicData>
        </a:graphic>
      </p:graphicFrame>
      <p:sp>
        <p:nvSpPr>
          <p:cNvPr id="3" name="TextBox 2"/>
          <p:cNvSpPr txBox="1"/>
          <p:nvPr/>
        </p:nvSpPr>
        <p:spPr>
          <a:xfrm>
            <a:off x="394547" y="640024"/>
            <a:ext cx="1507336" cy="461665"/>
          </a:xfrm>
          <a:prstGeom prst="rect">
            <a:avLst/>
          </a:prstGeom>
          <a:noFill/>
        </p:spPr>
        <p:txBody>
          <a:bodyPr wrap="none" rtlCol="0">
            <a:spAutoFit/>
          </a:bodyPr>
          <a:lstStyle/>
          <a:p>
            <a:r>
              <a:rPr lang="en-US" altLang="zh-CN" dirty="0"/>
              <a:t>C4.5 </a:t>
            </a:r>
            <a:r>
              <a:rPr lang="zh-CN" altLang="en-US" dirty="0"/>
              <a:t>示例</a:t>
            </a:r>
          </a:p>
        </p:txBody>
      </p:sp>
      <p:pic>
        <p:nvPicPr>
          <p:cNvPr id="4" name="Picture 10" descr="8splitinfo"/>
          <p:cNvPicPr>
            <a:picLocks noChangeAspect="1" noChangeArrowheads="1"/>
          </p:cNvPicPr>
          <p:nvPr/>
        </p:nvPicPr>
        <p:blipFill>
          <a:blip r:embed="rId6">
            <a:clrChange>
              <a:clrFrom>
                <a:srgbClr val="FBFDF8"/>
              </a:clrFrom>
              <a:clrTo>
                <a:srgbClr val="FBFDF8">
                  <a:alpha val="0"/>
                </a:srgbClr>
              </a:clrTo>
            </a:clrChange>
            <a:extLst>
              <a:ext uri="{28A0092B-C50C-407E-A947-70E740481C1C}">
                <a14:useLocalDpi xmlns:a14="http://schemas.microsoft.com/office/drawing/2010/main" val="0"/>
              </a:ext>
            </a:extLst>
          </a:blip>
          <a:srcRect/>
          <a:stretch>
            <a:fillRect/>
          </a:stretch>
        </p:blipFill>
        <p:spPr bwMode="auto">
          <a:xfrm>
            <a:off x="579604" y="4937125"/>
            <a:ext cx="7165975"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p:cNvSpPr/>
          <p:nvPr/>
        </p:nvSpPr>
        <p:spPr>
          <a:xfrm>
            <a:off x="394547" y="5511800"/>
            <a:ext cx="8511722" cy="1200329"/>
          </a:xfrm>
          <a:prstGeom prst="rect">
            <a:avLst/>
          </a:prstGeom>
        </p:spPr>
        <p:txBody>
          <a:bodyPr wrap="square">
            <a:spAutoFit/>
          </a:bodyPr>
          <a:lstStyle/>
          <a:p>
            <a:r>
              <a:rPr lang="en-US" altLang="zh-CN" dirty="0" err="1"/>
              <a:t>Gain_ratio</a:t>
            </a:r>
            <a:r>
              <a:rPr lang="en-US" altLang="zh-CN" dirty="0"/>
              <a:t>(income) = 0.029/1.557 = 0.019</a:t>
            </a:r>
          </a:p>
          <a:p>
            <a:r>
              <a:rPr lang="en-US" altLang="zh-CN" dirty="0"/>
              <a:t>The attribute with the maximum gain ratio is selected as the splitting attribute</a:t>
            </a:r>
          </a:p>
        </p:txBody>
      </p:sp>
    </p:spTree>
    <p:extLst>
      <p:ext uri="{BB962C8B-B14F-4D97-AF65-F5344CB8AC3E}">
        <p14:creationId xmlns:p14="http://schemas.microsoft.com/office/powerpoint/2010/main" val="3829064204"/>
      </p:ext>
    </p:extLst>
  </p:cSld>
  <p:clrMapOvr>
    <a:masterClrMapping/>
  </p:clrMapOvr>
  <p:transition spd="med">
    <p:zo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407389" y="139283"/>
            <a:ext cx="8366497" cy="1077218"/>
          </a:xfrm>
          <a:prstGeom prst="rect">
            <a:avLst/>
          </a:prstGeom>
        </p:spPr>
        <p:txBody>
          <a:bodyPr wrap="square">
            <a:spAutoFit/>
          </a:bodyPr>
          <a:lstStyle/>
          <a:p>
            <a:r>
              <a:rPr lang="en-US" altLang="zh-CN" sz="3200" dirty="0"/>
              <a:t>CART(Classification and Regression Trees)</a:t>
            </a:r>
            <a:r>
              <a:rPr lang="zh-CN" altLang="en-US" sz="3200" dirty="0"/>
              <a:t>：分类与回归树</a:t>
            </a:r>
          </a:p>
        </p:txBody>
      </p:sp>
      <p:sp>
        <p:nvSpPr>
          <p:cNvPr id="5" name="矩形 4"/>
          <p:cNvSpPr/>
          <p:nvPr/>
        </p:nvSpPr>
        <p:spPr>
          <a:xfrm>
            <a:off x="511628" y="1510895"/>
            <a:ext cx="7413171" cy="4154984"/>
          </a:xfrm>
          <a:prstGeom prst="rect">
            <a:avLst/>
          </a:prstGeom>
        </p:spPr>
        <p:txBody>
          <a:bodyPr wrap="square">
            <a:spAutoFit/>
          </a:bodyPr>
          <a:lstStyle/>
          <a:p>
            <a:r>
              <a:rPr lang="zh-CN" altLang="en-US" dirty="0"/>
              <a:t>分类树的作用是通过一个对象的特征来预测该对象所属的类别，而回归树的目的是根据一个对象的信息预测该对象的属性，并以数值表示。</a:t>
            </a:r>
            <a:endParaRPr lang="en-US" altLang="zh-CN" dirty="0"/>
          </a:p>
          <a:p>
            <a:endParaRPr lang="en-US" altLang="zh-CN" dirty="0"/>
          </a:p>
          <a:p>
            <a:r>
              <a:rPr lang="zh-CN" altLang="en-US" dirty="0"/>
              <a:t>当</a:t>
            </a:r>
            <a:r>
              <a:rPr lang="en-US" altLang="zh-CN" dirty="0"/>
              <a:t>CART</a:t>
            </a:r>
            <a:r>
              <a:rPr lang="zh-CN" altLang="en-US" dirty="0"/>
              <a:t>是分类树的时候，采用</a:t>
            </a:r>
            <a:r>
              <a:rPr lang="en-US" altLang="zh-CN" dirty="0"/>
              <a:t>GINI</a:t>
            </a:r>
            <a:r>
              <a:rPr lang="zh-CN" altLang="en-US" dirty="0"/>
              <a:t>值作为分裂节点的依据，当</a:t>
            </a:r>
            <a:r>
              <a:rPr lang="en-US" altLang="zh-CN" dirty="0"/>
              <a:t>CART</a:t>
            </a:r>
            <a:r>
              <a:rPr lang="zh-CN" altLang="en-US" dirty="0"/>
              <a:t>作为回归树的时候，使用样本的最小方差作为分裂节点的依据</a:t>
            </a:r>
          </a:p>
          <a:p>
            <a:endParaRPr lang="en-US" altLang="zh-CN" dirty="0"/>
          </a:p>
          <a:p>
            <a:r>
              <a:rPr lang="zh-CN" altLang="en-US" dirty="0"/>
              <a:t>思想：</a:t>
            </a:r>
            <a:r>
              <a:rPr lang="en-US" altLang="zh-CN" dirty="0"/>
              <a:t>CART</a:t>
            </a:r>
            <a:r>
              <a:rPr lang="zh-CN" altLang="en-US" dirty="0"/>
              <a:t>算法采用的是一种二分递归分割的技术，将当前样本分成两个子样本集，使得生成的非叶子节点都有两个分支。因此</a:t>
            </a:r>
            <a:r>
              <a:rPr lang="en-US" altLang="zh-CN" dirty="0"/>
              <a:t>CART</a:t>
            </a:r>
            <a:r>
              <a:rPr lang="zh-CN" altLang="en-US" dirty="0"/>
              <a:t>实际上是一颗二叉树。</a:t>
            </a:r>
          </a:p>
        </p:txBody>
      </p:sp>
    </p:spTree>
    <p:extLst>
      <p:ext uri="{BB962C8B-B14F-4D97-AF65-F5344CB8AC3E}">
        <p14:creationId xmlns:p14="http://schemas.microsoft.com/office/powerpoint/2010/main" val="1839871800"/>
      </p:ext>
    </p:extLst>
  </p:cSld>
  <p:clrMapOvr>
    <a:masterClrMapping/>
  </p:clrMapOvr>
  <p:transition spd="med">
    <p:zoom/>
  </p:transition>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矩形 1"/>
          <p:cNvSpPr/>
          <p:nvPr/>
        </p:nvSpPr>
        <p:spPr>
          <a:xfrm>
            <a:off x="293915" y="1464278"/>
            <a:ext cx="8512628" cy="4093428"/>
          </a:xfrm>
          <a:prstGeom prst="rect">
            <a:avLst/>
          </a:prstGeom>
        </p:spPr>
        <p:txBody>
          <a:bodyPr wrap="square">
            <a:spAutoFit/>
          </a:bodyPr>
          <a:lstStyle/>
          <a:p>
            <a:pPr marL="342900" indent="-342900">
              <a:buFont typeface="Wingdings" panose="05000000000000000000" pitchFamily="2" charset="2"/>
              <a:buChar char="n"/>
            </a:pPr>
            <a:r>
              <a:rPr lang="zh-CN" altLang="en-US" sz="2000" dirty="0"/>
              <a:t>优点： </a:t>
            </a:r>
          </a:p>
          <a:p>
            <a:r>
              <a:rPr lang="zh-CN" altLang="en-US" sz="2000" dirty="0"/>
              <a:t>（</a:t>
            </a:r>
            <a:r>
              <a:rPr lang="en-US" altLang="zh-CN" sz="2000" dirty="0"/>
              <a:t>1</a:t>
            </a:r>
            <a:r>
              <a:rPr lang="zh-CN" altLang="en-US" sz="2000" dirty="0"/>
              <a:t>）通过信息增益率选择分裂属性，克服了</a:t>
            </a:r>
            <a:r>
              <a:rPr lang="en-US" altLang="zh-CN" sz="2000" dirty="0"/>
              <a:t>ID3</a:t>
            </a:r>
            <a:r>
              <a:rPr lang="zh-CN" altLang="en-US" sz="2000" dirty="0"/>
              <a:t>算法中通过信息增益倾向于选择拥有多个属性值的属性作为分裂属性的不足； </a:t>
            </a:r>
          </a:p>
          <a:p>
            <a:r>
              <a:rPr lang="zh-CN" altLang="en-US" sz="2000" dirty="0"/>
              <a:t>（</a:t>
            </a:r>
            <a:r>
              <a:rPr lang="en-US" altLang="zh-CN" sz="2000" dirty="0"/>
              <a:t>2</a:t>
            </a:r>
            <a:r>
              <a:rPr lang="zh-CN" altLang="en-US" sz="2000" dirty="0"/>
              <a:t>）能够处理离散型和连续型的属性类型，即将连续型的属性进行离散化处理； </a:t>
            </a:r>
          </a:p>
          <a:p>
            <a:r>
              <a:rPr lang="zh-CN" altLang="en-US" sz="2000" dirty="0"/>
              <a:t>（</a:t>
            </a:r>
            <a:r>
              <a:rPr lang="en-US" altLang="zh-CN" sz="2000" dirty="0"/>
              <a:t>3</a:t>
            </a:r>
            <a:r>
              <a:rPr lang="zh-CN" altLang="en-US" sz="2000" dirty="0"/>
              <a:t>）构造决策树之后进行剪枝操作； </a:t>
            </a:r>
          </a:p>
          <a:p>
            <a:r>
              <a:rPr lang="zh-CN" altLang="en-US" sz="2000" dirty="0"/>
              <a:t>（</a:t>
            </a:r>
            <a:r>
              <a:rPr lang="en-US" altLang="zh-CN" sz="2000" dirty="0"/>
              <a:t>4</a:t>
            </a:r>
            <a:r>
              <a:rPr lang="zh-CN" altLang="en-US" sz="2000" dirty="0"/>
              <a:t>）能够处理具有缺失属性值的训练数据。</a:t>
            </a:r>
          </a:p>
          <a:p>
            <a:pPr marL="457200" indent="-457200">
              <a:buFont typeface="Wingdings" panose="05000000000000000000" pitchFamily="2" charset="2"/>
              <a:buChar char="n"/>
            </a:pPr>
            <a:r>
              <a:rPr lang="zh-CN" altLang="en-US" sz="2000" dirty="0"/>
              <a:t>缺点： </a:t>
            </a:r>
          </a:p>
          <a:p>
            <a:r>
              <a:rPr lang="zh-CN" altLang="en-US" sz="2000" dirty="0"/>
              <a:t>（</a:t>
            </a:r>
            <a:r>
              <a:rPr lang="en-US" altLang="zh-CN" sz="2000" dirty="0"/>
              <a:t>1</a:t>
            </a:r>
            <a:r>
              <a:rPr lang="zh-CN" altLang="en-US" sz="2000" dirty="0"/>
              <a:t>）算法的计算效率较低，特别是针对含有连续属性值的训练样本时表现的尤为突出。 </a:t>
            </a:r>
          </a:p>
          <a:p>
            <a:r>
              <a:rPr lang="zh-CN" altLang="en-US" sz="2000" dirty="0"/>
              <a:t>（</a:t>
            </a:r>
            <a:r>
              <a:rPr lang="en-US" altLang="zh-CN" sz="2000" dirty="0"/>
              <a:t>2</a:t>
            </a:r>
            <a:r>
              <a:rPr lang="zh-CN" altLang="en-US" sz="2000" dirty="0"/>
              <a:t>）算法在选择分裂属性时没有考虑到条件属性间的相关性，只计算数据集中每一个条件属性与决策属性之间的期望信息，有可能影响到属性选择的正确性。</a:t>
            </a:r>
          </a:p>
        </p:txBody>
      </p:sp>
    </p:spTree>
    <p:extLst>
      <p:ext uri="{BB962C8B-B14F-4D97-AF65-F5344CB8AC3E}">
        <p14:creationId xmlns:p14="http://schemas.microsoft.com/office/powerpoint/2010/main" val="2765529189"/>
      </p:ext>
    </p:extLst>
  </p:cSld>
  <p:clrMapOvr>
    <a:masterClrMapping/>
  </p:clrMapOvr>
  <p:transition spd="med">
    <p:zo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4" name="Rectangle 1026"/>
          <p:cNvSpPr>
            <a:spLocks noGrp="1" noChangeArrowheads="1"/>
          </p:cNvSpPr>
          <p:nvPr>
            <p:ph type="title"/>
          </p:nvPr>
        </p:nvSpPr>
        <p:spPr/>
        <p:txBody>
          <a:bodyPr lIns="92075" tIns="46038" rIns="92075" bIns="46038"/>
          <a:lstStyle/>
          <a:p>
            <a:pPr eaLnBrk="1" hangingPunct="1"/>
            <a:r>
              <a:rPr lang="en-US" altLang="zh-CN" dirty="0">
                <a:ea typeface="宋体" pitchFamily="2" charset="-122"/>
              </a:rPr>
              <a:t>Gini index (CART)</a:t>
            </a:r>
          </a:p>
        </p:txBody>
      </p:sp>
      <p:sp>
        <p:nvSpPr>
          <p:cNvPr id="66565" name="Rectangle 1027"/>
          <p:cNvSpPr>
            <a:spLocks noGrp="1" noChangeArrowheads="1"/>
          </p:cNvSpPr>
          <p:nvPr>
            <p:ph type="body" sz="half" idx="1"/>
          </p:nvPr>
        </p:nvSpPr>
        <p:spPr>
          <a:xfrm>
            <a:off x="234950" y="1371600"/>
            <a:ext cx="8689975" cy="5105400"/>
          </a:xfrm>
        </p:spPr>
        <p:txBody>
          <a:bodyPr lIns="92075" tIns="46038" rIns="92075" bIns="46038"/>
          <a:lstStyle/>
          <a:p>
            <a:pPr eaLnBrk="1" hangingPunct="1">
              <a:lnSpc>
                <a:spcPct val="110000"/>
              </a:lnSpc>
              <a:spcBef>
                <a:spcPct val="0"/>
              </a:spcBef>
            </a:pPr>
            <a:r>
              <a:rPr lang="en-US" altLang="zh-CN" sz="2000" dirty="0">
                <a:solidFill>
                  <a:srgbClr val="0000FF"/>
                </a:solidFill>
                <a:ea typeface="宋体" pitchFamily="2" charset="-122"/>
              </a:rPr>
              <a:t>Gini</a:t>
            </a:r>
            <a:r>
              <a:rPr lang="zh-CN" altLang="en-US" sz="2000" dirty="0">
                <a:solidFill>
                  <a:srgbClr val="0000FF"/>
                </a:solidFill>
                <a:ea typeface="宋体" pitchFamily="2" charset="-122"/>
              </a:rPr>
              <a:t>指数考虑每个属性的二元划分</a:t>
            </a:r>
            <a:endParaRPr lang="en-US" altLang="zh-CN" sz="2000" dirty="0">
              <a:solidFill>
                <a:srgbClr val="0000FF"/>
              </a:solidFill>
              <a:ea typeface="宋体" pitchFamily="2" charset="-122"/>
            </a:endParaRPr>
          </a:p>
          <a:p>
            <a:pPr eaLnBrk="1" hangingPunct="1">
              <a:lnSpc>
                <a:spcPct val="110000"/>
              </a:lnSpc>
              <a:spcBef>
                <a:spcPct val="0"/>
              </a:spcBef>
            </a:pPr>
            <a:r>
              <a:rPr lang="zh-CN" altLang="en-US" sz="2000" dirty="0">
                <a:solidFill>
                  <a:srgbClr val="0000FF"/>
                </a:solidFill>
                <a:ea typeface="宋体" pitchFamily="2" charset="-122"/>
              </a:rPr>
              <a:t>对于离散值属性:</a:t>
            </a:r>
          </a:p>
          <a:p>
            <a:pPr lvl="1" eaLnBrk="1" hangingPunct="1">
              <a:lnSpc>
                <a:spcPct val="110000"/>
              </a:lnSpc>
              <a:spcBef>
                <a:spcPct val="0"/>
              </a:spcBef>
            </a:pPr>
            <a:r>
              <a:rPr lang="en-US" altLang="zh-CN" sz="2000" dirty="0">
                <a:latin typeface="MathJax_Math" charset="0"/>
                <a:ea typeface="宋体" pitchFamily="2" charset="-122"/>
              </a:rPr>
              <a:t>A</a:t>
            </a:r>
            <a:r>
              <a:rPr lang="zh-CN" altLang="en-US" sz="2000" dirty="0">
                <a:latin typeface="MathJax_Math" charset="0"/>
                <a:ea typeface="宋体" pitchFamily="2" charset="-122"/>
              </a:rPr>
              <a:t>有</a:t>
            </a:r>
            <a:r>
              <a:rPr lang="en-US" altLang="zh-CN" sz="2000" dirty="0">
                <a:latin typeface="MathJax_Math" charset="0"/>
                <a:ea typeface="宋体" pitchFamily="2" charset="-122"/>
              </a:rPr>
              <a:t>v</a:t>
            </a:r>
            <a:r>
              <a:rPr lang="zh-CN" altLang="en-US" sz="2000" dirty="0">
                <a:latin typeface="MathJax_Math" charset="0"/>
                <a:ea typeface="宋体" pitchFamily="2" charset="-122"/>
              </a:rPr>
              <a:t>个不同的值</a:t>
            </a:r>
            <a:r>
              <a:rPr lang="zh-CN" altLang="en-US" sz="2000" dirty="0">
                <a:ea typeface="宋体" pitchFamily="2" charset="-122"/>
              </a:rPr>
              <a:t>, </a:t>
            </a:r>
            <a:r>
              <a:rPr lang="zh-CN" altLang="en-US" sz="2000" dirty="0">
                <a:latin typeface="MathJax_Math" charset="0"/>
                <a:ea typeface="宋体" pitchFamily="2" charset="-122"/>
              </a:rPr>
              <a:t>{a</a:t>
            </a:r>
            <a:r>
              <a:rPr lang="zh-CN" altLang="en-US" sz="2000" baseline="-25000" dirty="0">
                <a:latin typeface="MathJax_Math" charset="0"/>
                <a:ea typeface="宋体" pitchFamily="2" charset="-122"/>
              </a:rPr>
              <a:t>1</a:t>
            </a:r>
            <a:r>
              <a:rPr lang="zh-CN" altLang="en-US" sz="2000" dirty="0">
                <a:latin typeface="MathJax_Math" charset="0"/>
                <a:ea typeface="宋体" pitchFamily="2" charset="-122"/>
              </a:rPr>
              <a:t>, a</a:t>
            </a:r>
            <a:r>
              <a:rPr lang="zh-CN" altLang="en-US" sz="2000" baseline="-25000" dirty="0">
                <a:latin typeface="MathJax_Math" charset="0"/>
                <a:ea typeface="宋体" pitchFamily="2" charset="-122"/>
              </a:rPr>
              <a:t>2</a:t>
            </a:r>
            <a:r>
              <a:rPr lang="zh-CN" altLang="en-US" sz="2000" dirty="0">
                <a:latin typeface="MathJax_Math" charset="0"/>
                <a:ea typeface="宋体" pitchFamily="2" charset="-122"/>
              </a:rPr>
              <a:t>, ..., a</a:t>
            </a:r>
            <a:r>
              <a:rPr lang="zh-CN" altLang="en-US" sz="2000" baseline="-25000" dirty="0">
                <a:latin typeface="MathJax_Math" charset="0"/>
                <a:ea typeface="宋体" pitchFamily="2" charset="-122"/>
              </a:rPr>
              <a:t>v</a:t>
            </a:r>
            <a:r>
              <a:rPr lang="zh-CN" altLang="en-US" sz="2000" dirty="0">
                <a:latin typeface="MathJax_Math" charset="0"/>
                <a:ea typeface="宋体" pitchFamily="2" charset="-122"/>
              </a:rPr>
              <a:t>}</a:t>
            </a:r>
            <a:r>
              <a:rPr lang="zh-CN" altLang="en-US" sz="2000" dirty="0">
                <a:ea typeface="宋体" pitchFamily="2" charset="-122"/>
              </a:rPr>
              <a:t>, 出现在</a:t>
            </a:r>
            <a:r>
              <a:rPr lang="zh-CN" altLang="en-US" sz="2000" dirty="0">
                <a:latin typeface="MathJax_Math" charset="0"/>
                <a:ea typeface="宋体" pitchFamily="2" charset="-122"/>
              </a:rPr>
              <a:t>D中</a:t>
            </a:r>
          </a:p>
          <a:p>
            <a:pPr lvl="1" eaLnBrk="1" hangingPunct="1">
              <a:lnSpc>
                <a:spcPct val="110000"/>
              </a:lnSpc>
              <a:spcBef>
                <a:spcPct val="0"/>
              </a:spcBef>
            </a:pPr>
            <a:r>
              <a:rPr lang="zh-CN" altLang="en-US" sz="2000" dirty="0">
                <a:ea typeface="宋体" pitchFamily="2" charset="-122"/>
              </a:rPr>
              <a:t>考察使用</a:t>
            </a:r>
            <a:r>
              <a:rPr lang="en-US" altLang="zh-CN" sz="2000" dirty="0">
                <a:ea typeface="宋体" pitchFamily="2" charset="-122"/>
              </a:rPr>
              <a:t>A</a:t>
            </a:r>
            <a:r>
              <a:rPr lang="zh-CN" altLang="en-US" sz="2000" dirty="0">
                <a:ea typeface="宋体" pitchFamily="2" charset="-122"/>
              </a:rPr>
              <a:t>的已知值形成的所有可能子集：每个子集</a:t>
            </a:r>
            <a:r>
              <a:rPr lang="zh-CN" altLang="en-US" sz="2000" dirty="0">
                <a:latin typeface="MathJax_Math" charset="0"/>
                <a:ea typeface="宋体" pitchFamily="2" charset="-122"/>
              </a:rPr>
              <a:t>S</a:t>
            </a:r>
            <a:r>
              <a:rPr lang="zh-CN" altLang="en-US" sz="2000" baseline="-25000" dirty="0">
                <a:latin typeface="MathJax_Math" charset="0"/>
                <a:ea typeface="宋体" pitchFamily="2" charset="-122"/>
              </a:rPr>
              <a:t>A</a:t>
            </a:r>
            <a:r>
              <a:rPr lang="zh-CN" altLang="en-US" sz="2000" dirty="0">
                <a:ea typeface="宋体" pitchFamily="2" charset="-122"/>
              </a:rPr>
              <a:t>, 可以看作属性</a:t>
            </a:r>
            <a:r>
              <a:rPr lang="en-US" altLang="zh-CN" sz="2000" dirty="0">
                <a:ea typeface="宋体" pitchFamily="2" charset="-122"/>
              </a:rPr>
              <a:t>A</a:t>
            </a:r>
            <a:r>
              <a:rPr lang="zh-CN" altLang="en-US" sz="2000" dirty="0">
                <a:ea typeface="宋体" pitchFamily="2" charset="-122"/>
              </a:rPr>
              <a:t>的形如 “</a:t>
            </a:r>
            <a:r>
              <a:rPr lang="zh-CN" altLang="en-US" sz="2000" dirty="0">
                <a:latin typeface="MathJax_Math" charset="0"/>
                <a:ea typeface="宋体" pitchFamily="2" charset="-122"/>
              </a:rPr>
              <a:t>A</a:t>
            </a:r>
            <a:r>
              <a:rPr lang="zh-CN" altLang="en-US" sz="2000" dirty="0">
                <a:latin typeface="MathJax_Math" charset="0"/>
                <a:ea typeface="宋体" pitchFamily="2" charset="-122"/>
                <a:sym typeface="Arial" pitchFamily="34" charset="0"/>
              </a:rPr>
              <a:t>∈S</a:t>
            </a:r>
            <a:r>
              <a:rPr lang="zh-CN" altLang="en-US" sz="2000" baseline="-25000" dirty="0">
                <a:latin typeface="MathJax_Math" charset="0"/>
                <a:ea typeface="宋体" pitchFamily="2" charset="-122"/>
                <a:sym typeface="Arial" pitchFamily="34" charset="0"/>
              </a:rPr>
              <a:t>A</a:t>
            </a:r>
            <a:r>
              <a:rPr lang="zh-CN" altLang="zh-CN" sz="2000" dirty="0">
                <a:latin typeface="MathJax_Math" charset="0"/>
                <a:ea typeface="宋体" pitchFamily="2" charset="-122"/>
                <a:sym typeface="Arial" pitchFamily="34" charset="0"/>
              </a:rPr>
              <a:t>”</a:t>
            </a:r>
            <a:r>
              <a:rPr lang="zh-CN" altLang="en-US" sz="2000" dirty="0">
                <a:latin typeface="MathJax_Math" charset="0"/>
                <a:ea typeface="宋体" pitchFamily="2" charset="-122"/>
                <a:sym typeface="Arial" pitchFamily="34" charset="0"/>
              </a:rPr>
              <a:t>的二元测试</a:t>
            </a:r>
            <a:endParaRPr lang="zh-CN" altLang="zh-CN" sz="2000" dirty="0">
              <a:ea typeface="宋体" pitchFamily="2" charset="-122"/>
              <a:sym typeface="Arial" pitchFamily="34" charset="0"/>
            </a:endParaRPr>
          </a:p>
          <a:p>
            <a:pPr lvl="1" eaLnBrk="1" hangingPunct="1">
              <a:lnSpc>
                <a:spcPct val="110000"/>
              </a:lnSpc>
              <a:spcBef>
                <a:spcPct val="0"/>
              </a:spcBef>
            </a:pPr>
            <a:r>
              <a:rPr lang="zh-CN" altLang="en-US" sz="2000" dirty="0">
                <a:ea typeface="宋体" pitchFamily="2" charset="-122"/>
                <a:sym typeface="Arial" pitchFamily="34" charset="0"/>
              </a:rPr>
              <a:t>给定一个元组，如果该元组</a:t>
            </a:r>
            <a:r>
              <a:rPr lang="en-US" altLang="zh-CN" sz="2000" dirty="0">
                <a:ea typeface="宋体" pitchFamily="2" charset="-122"/>
                <a:sym typeface="Arial" pitchFamily="34" charset="0"/>
              </a:rPr>
              <a:t>A</a:t>
            </a:r>
            <a:r>
              <a:rPr lang="zh-CN" altLang="en-US" sz="2000" dirty="0">
                <a:ea typeface="宋体" pitchFamily="2" charset="-122"/>
                <a:sym typeface="Arial" pitchFamily="34" charset="0"/>
              </a:rPr>
              <a:t>的值出现在</a:t>
            </a:r>
            <a:r>
              <a:rPr lang="zh-CN" altLang="en-US" sz="2000" dirty="0">
                <a:latin typeface="MathJax_Math" charset="0"/>
                <a:ea typeface="宋体" pitchFamily="2" charset="-122"/>
                <a:sym typeface="Arial" pitchFamily="34" charset="0"/>
              </a:rPr>
              <a:t>S</a:t>
            </a:r>
            <a:r>
              <a:rPr lang="zh-CN" altLang="en-US" sz="2000" baseline="-25000" dirty="0">
                <a:latin typeface="MathJax_Math" charset="0"/>
                <a:ea typeface="宋体" pitchFamily="2" charset="-122"/>
                <a:sym typeface="Arial" pitchFamily="34" charset="0"/>
              </a:rPr>
              <a:t>A</a:t>
            </a:r>
            <a:r>
              <a:rPr lang="zh-CN" altLang="en-US" sz="2000" dirty="0">
                <a:ea typeface="宋体" pitchFamily="2" charset="-122"/>
                <a:sym typeface="Arial" pitchFamily="34" charset="0"/>
              </a:rPr>
              <a:t>列出的值中，该测试满足</a:t>
            </a:r>
            <a:endParaRPr lang="en-US" altLang="zh-CN" sz="2000" dirty="0">
              <a:ea typeface="宋体" pitchFamily="2" charset="-122"/>
              <a:sym typeface="Arial" pitchFamily="34" charset="0"/>
            </a:endParaRPr>
          </a:p>
          <a:p>
            <a:pPr lvl="1" eaLnBrk="1" hangingPunct="1">
              <a:lnSpc>
                <a:spcPct val="110000"/>
              </a:lnSpc>
              <a:spcBef>
                <a:spcPct val="0"/>
              </a:spcBef>
            </a:pPr>
            <a:r>
              <a:rPr lang="zh-CN" altLang="en-US" sz="2000" dirty="0">
                <a:ea typeface="宋体" pitchFamily="2" charset="-122"/>
                <a:sym typeface="Arial" pitchFamily="34" charset="0"/>
              </a:rPr>
              <a:t>不考虑幂集</a:t>
            </a:r>
            <a:r>
              <a:rPr lang="zh-CN" altLang="en-US" sz="2000" dirty="0">
                <a:latin typeface="MathJax_Math" charset="0"/>
                <a:ea typeface="宋体" pitchFamily="2" charset="-122"/>
              </a:rPr>
              <a:t>{a</a:t>
            </a:r>
            <a:r>
              <a:rPr lang="zh-CN" altLang="en-US" sz="2000" baseline="-25000" dirty="0">
                <a:latin typeface="MathJax_Math" charset="0"/>
                <a:ea typeface="宋体" pitchFamily="2" charset="-122"/>
              </a:rPr>
              <a:t>1</a:t>
            </a:r>
            <a:r>
              <a:rPr lang="zh-CN" altLang="en-US" sz="2000" dirty="0">
                <a:latin typeface="MathJax_Math" charset="0"/>
                <a:ea typeface="宋体" pitchFamily="2" charset="-122"/>
              </a:rPr>
              <a:t>, a</a:t>
            </a:r>
            <a:r>
              <a:rPr lang="zh-CN" altLang="en-US" sz="2000" baseline="-25000" dirty="0">
                <a:latin typeface="MathJax_Math" charset="0"/>
                <a:ea typeface="宋体" pitchFamily="2" charset="-122"/>
              </a:rPr>
              <a:t>2</a:t>
            </a:r>
            <a:r>
              <a:rPr lang="zh-CN" altLang="en-US" sz="2000" dirty="0">
                <a:latin typeface="MathJax_Math" charset="0"/>
                <a:ea typeface="宋体" pitchFamily="2" charset="-122"/>
              </a:rPr>
              <a:t>, ..., a</a:t>
            </a:r>
            <a:r>
              <a:rPr lang="zh-CN" altLang="en-US" sz="2000" baseline="-25000" dirty="0">
                <a:latin typeface="MathJax_Math" charset="0"/>
                <a:ea typeface="宋体" pitchFamily="2" charset="-122"/>
              </a:rPr>
              <a:t>v</a:t>
            </a:r>
            <a:r>
              <a:rPr lang="zh-CN" altLang="en-US" sz="2000" dirty="0">
                <a:latin typeface="MathJax_Math" charset="0"/>
                <a:ea typeface="宋体" pitchFamily="2" charset="-122"/>
              </a:rPr>
              <a:t>}</a:t>
            </a:r>
            <a:r>
              <a:rPr lang="zh-CN" altLang="en-US" sz="2000" dirty="0">
                <a:ea typeface="宋体" pitchFamily="2" charset="-122"/>
                <a:sym typeface="Arial" pitchFamily="34" charset="0"/>
              </a:rPr>
              <a:t>和空集</a:t>
            </a:r>
            <a:r>
              <a:rPr lang="en-US" altLang="zh-CN" sz="2000" dirty="0">
                <a:ea typeface="宋体" pitchFamily="2" charset="-122"/>
                <a:sym typeface="Arial" pitchFamily="34" charset="0"/>
              </a:rPr>
              <a:t>{}</a:t>
            </a:r>
            <a:r>
              <a:rPr lang="zh-CN" altLang="en-US" sz="2000" dirty="0">
                <a:ea typeface="宋体" pitchFamily="2" charset="-122"/>
                <a:sym typeface="Arial" pitchFamily="34" charset="0"/>
              </a:rPr>
              <a:t>, 所以基于</a:t>
            </a:r>
            <a:r>
              <a:rPr lang="en-US" altLang="zh-CN" sz="2000" dirty="0">
                <a:ea typeface="宋体" pitchFamily="2" charset="-122"/>
                <a:sym typeface="Arial" pitchFamily="34" charset="0"/>
              </a:rPr>
              <a:t>A</a:t>
            </a:r>
            <a:r>
              <a:rPr lang="zh-CN" altLang="en-US" sz="2000" dirty="0">
                <a:ea typeface="宋体" pitchFamily="2" charset="-122"/>
                <a:sym typeface="Arial" pitchFamily="34" charset="0"/>
              </a:rPr>
              <a:t>的二元划分，有</a:t>
            </a:r>
            <a:r>
              <a:rPr lang="zh-CN" altLang="en-US" sz="2000" dirty="0">
                <a:latin typeface="MathJax_Math" charset="0"/>
                <a:ea typeface="宋体" pitchFamily="2" charset="-122"/>
                <a:sym typeface="Arial" pitchFamily="34" charset="0"/>
              </a:rPr>
              <a:t>2</a:t>
            </a:r>
            <a:r>
              <a:rPr lang="zh-CN" altLang="en-US" sz="2000" baseline="30000" dirty="0">
                <a:latin typeface="MathJax_Math" charset="0"/>
                <a:ea typeface="宋体" pitchFamily="2" charset="-122"/>
                <a:sym typeface="Arial" pitchFamily="34" charset="0"/>
              </a:rPr>
              <a:t>v</a:t>
            </a:r>
            <a:r>
              <a:rPr lang="zh-CN" altLang="en-US" sz="2000" dirty="0">
                <a:latin typeface="MathJax_Math" charset="0"/>
                <a:ea typeface="宋体" pitchFamily="2" charset="-122"/>
                <a:sym typeface="Arial" pitchFamily="34" charset="0"/>
              </a:rPr>
              <a:t>-2</a:t>
            </a:r>
            <a:r>
              <a:rPr lang="zh-CN" altLang="en-US" sz="2000" dirty="0">
                <a:ea typeface="宋体" pitchFamily="2" charset="-122"/>
                <a:sym typeface="Arial" pitchFamily="34" charset="0"/>
              </a:rPr>
              <a:t> 种形成数据集</a:t>
            </a:r>
            <a:r>
              <a:rPr lang="en-US" altLang="zh-CN" sz="2000" dirty="0">
                <a:ea typeface="宋体" pitchFamily="2" charset="-122"/>
                <a:sym typeface="Arial" pitchFamily="34" charset="0"/>
              </a:rPr>
              <a:t>D</a:t>
            </a:r>
            <a:r>
              <a:rPr lang="zh-CN" altLang="en-US" sz="2000" dirty="0">
                <a:ea typeface="宋体" pitchFamily="2" charset="-122"/>
                <a:sym typeface="Arial" pitchFamily="34" charset="0"/>
              </a:rPr>
              <a:t>的两个划分的可能方法</a:t>
            </a:r>
          </a:p>
          <a:p>
            <a:pPr eaLnBrk="1" hangingPunct="1">
              <a:lnSpc>
                <a:spcPct val="110000"/>
              </a:lnSpc>
            </a:pPr>
            <a:r>
              <a:rPr lang="zh-CN" altLang="en-US" sz="2000" dirty="0">
                <a:solidFill>
                  <a:srgbClr val="0000FF"/>
                </a:solidFill>
                <a:ea typeface="宋体" pitchFamily="2" charset="-122"/>
              </a:rPr>
              <a:t>对于连续值属性</a:t>
            </a:r>
            <a:r>
              <a:rPr lang="zh-CN" altLang="en-US" sz="2000" dirty="0">
                <a:solidFill>
                  <a:srgbClr val="0000FF"/>
                </a:solidFill>
                <a:ea typeface="宋体" pitchFamily="2" charset="-122"/>
                <a:sym typeface="Arial" pitchFamily="34" charset="0"/>
              </a:rPr>
              <a:t>:</a:t>
            </a:r>
          </a:p>
          <a:p>
            <a:pPr lvl="1" eaLnBrk="1" hangingPunct="1">
              <a:lnSpc>
                <a:spcPct val="110000"/>
              </a:lnSpc>
            </a:pPr>
            <a:r>
              <a:rPr lang="zh-CN" altLang="en-US" sz="2000" dirty="0">
                <a:ea typeface="宋体" pitchFamily="2" charset="-122"/>
                <a:sym typeface="Arial" pitchFamily="34" charset="0"/>
              </a:rPr>
              <a:t>必须考虑每个可能的分裂点</a:t>
            </a:r>
            <a:endParaRPr lang="en-US" altLang="zh-CN" sz="2000" dirty="0">
              <a:ea typeface="宋体" pitchFamily="2" charset="-122"/>
              <a:sym typeface="Arial" pitchFamily="34" charset="0"/>
            </a:endParaRPr>
          </a:p>
          <a:p>
            <a:pPr lvl="1" eaLnBrk="1" hangingPunct="1">
              <a:lnSpc>
                <a:spcPct val="110000"/>
              </a:lnSpc>
            </a:pPr>
            <a:r>
              <a:rPr lang="zh-CN" altLang="en-US" sz="2000" dirty="0">
                <a:ea typeface="宋体" pitchFamily="2" charset="-122"/>
                <a:sym typeface="Arial" pitchFamily="34" charset="0"/>
              </a:rPr>
              <a:t>策略类似于用于信息增益所使用的策略，其中对每对（排序的）相邻值之间的中点取作可能的分裂点</a:t>
            </a:r>
            <a:endParaRPr lang="zh-CN" altLang="zh-CN" sz="2000" dirty="0">
              <a:ea typeface="宋体" pitchFamily="2" charset="-122"/>
              <a:sym typeface="Arial" pitchFamily="34" charset="0"/>
            </a:endParaRPr>
          </a:p>
        </p:txBody>
      </p:sp>
    </p:spTree>
    <p:extLst>
      <p:ext uri="{BB962C8B-B14F-4D97-AF65-F5344CB8AC3E}">
        <p14:creationId xmlns:p14="http://schemas.microsoft.com/office/powerpoint/2010/main" val="3378914951"/>
      </p:ext>
    </p:extLst>
  </p:cSld>
  <p:clrMapOvr>
    <a:masterClrMapping/>
  </p:clrMapOvr>
  <p:transition spd="med">
    <p:zo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1026"/>
          <p:cNvSpPr>
            <a:spLocks noGrp="1" noChangeArrowheads="1"/>
          </p:cNvSpPr>
          <p:nvPr>
            <p:ph type="title"/>
          </p:nvPr>
        </p:nvSpPr>
        <p:spPr>
          <a:xfrm>
            <a:off x="138113" y="236538"/>
            <a:ext cx="8902700" cy="609600"/>
          </a:xfrm>
        </p:spPr>
        <p:txBody>
          <a:bodyPr lIns="92075" tIns="46038" rIns="92075" bIns="46038"/>
          <a:lstStyle/>
          <a:p>
            <a:pPr eaLnBrk="1" hangingPunct="1"/>
            <a:r>
              <a:rPr lang="en-US" altLang="zh-CN" dirty="0">
                <a:ea typeface="宋体" pitchFamily="2" charset="-122"/>
              </a:rPr>
              <a:t>Gini Index (CART)</a:t>
            </a:r>
          </a:p>
        </p:txBody>
      </p:sp>
      <p:sp>
        <p:nvSpPr>
          <p:cNvPr id="64515" name="Rectangle 1027"/>
          <p:cNvSpPr>
            <a:spLocks noGrp="1" noChangeArrowheads="1"/>
          </p:cNvSpPr>
          <p:nvPr>
            <p:ph type="body" sz="half" idx="1"/>
          </p:nvPr>
        </p:nvSpPr>
        <p:spPr>
          <a:xfrm>
            <a:off x="304800" y="1371600"/>
            <a:ext cx="8534400" cy="5105400"/>
          </a:xfrm>
        </p:spPr>
        <p:txBody>
          <a:bodyPr lIns="92075" tIns="46038" rIns="92075" bIns="46038"/>
          <a:lstStyle/>
          <a:p>
            <a:pPr eaLnBrk="1" hangingPunct="1">
              <a:spcBef>
                <a:spcPts val="600"/>
              </a:spcBef>
              <a:spcAft>
                <a:spcPts val="200"/>
              </a:spcAft>
            </a:pPr>
            <a:r>
              <a:rPr lang="zh-CN" altLang="en-US" sz="2300" dirty="0">
                <a:latin typeface="MathJax_Math" charset="0"/>
                <a:ea typeface="宋体" pitchFamily="2" charset="-122"/>
              </a:rPr>
              <a:t>如果训练元组集</a:t>
            </a:r>
            <a:r>
              <a:rPr lang="en-US" altLang="zh-CN" sz="2300" i="1" dirty="0">
                <a:latin typeface="MathJax_Math" charset="0"/>
                <a:ea typeface="宋体" pitchFamily="2" charset="-122"/>
              </a:rPr>
              <a:t>D</a:t>
            </a:r>
            <a:r>
              <a:rPr lang="zh-CN" altLang="en-US" sz="2300" dirty="0">
                <a:ea typeface="宋体" pitchFamily="2" charset="-122"/>
              </a:rPr>
              <a:t>包含</a:t>
            </a:r>
            <a:r>
              <a:rPr lang="en-US" altLang="zh-CN" sz="2300" dirty="0">
                <a:ea typeface="宋体" pitchFamily="2" charset="-122"/>
              </a:rPr>
              <a:t>n</a:t>
            </a:r>
            <a:r>
              <a:rPr lang="zh-CN" altLang="en-US" sz="2300" dirty="0">
                <a:ea typeface="宋体" pitchFamily="2" charset="-122"/>
              </a:rPr>
              <a:t>个类</a:t>
            </a:r>
            <a:r>
              <a:rPr lang="en-US" altLang="zh-CN" sz="2300" dirty="0">
                <a:ea typeface="宋体" pitchFamily="2" charset="-122"/>
              </a:rPr>
              <a:t>, </a:t>
            </a:r>
            <a:r>
              <a:rPr lang="en-US" altLang="zh-CN" sz="2300" i="1" dirty="0" err="1">
                <a:ea typeface="宋体" pitchFamily="2" charset="-122"/>
              </a:rPr>
              <a:t>g</a:t>
            </a:r>
            <a:r>
              <a:rPr lang="en-US" altLang="zh-CN" sz="2300" i="1" dirty="0" err="1">
                <a:latin typeface="MathJax_Math" charset="0"/>
                <a:ea typeface="宋体" pitchFamily="2" charset="-122"/>
              </a:rPr>
              <a:t>ini</a:t>
            </a:r>
            <a:r>
              <a:rPr lang="en-US" altLang="zh-CN" sz="2300" i="1" dirty="0">
                <a:latin typeface="MathJax_Math" charset="0"/>
                <a:ea typeface="宋体" pitchFamily="2" charset="-122"/>
              </a:rPr>
              <a:t>(D)</a:t>
            </a:r>
            <a:r>
              <a:rPr lang="en-US" altLang="zh-CN" sz="2300" dirty="0">
                <a:ea typeface="宋体" pitchFamily="2" charset="-122"/>
              </a:rPr>
              <a:t> </a:t>
            </a:r>
            <a:r>
              <a:rPr lang="zh-CN" altLang="en-US" sz="2300" dirty="0">
                <a:ea typeface="宋体" pitchFamily="2" charset="-122"/>
              </a:rPr>
              <a:t>定义为</a:t>
            </a:r>
            <a:endParaRPr lang="en-US" altLang="zh-CN" sz="2300" dirty="0">
              <a:ea typeface="宋体" pitchFamily="2" charset="-122"/>
            </a:endParaRPr>
          </a:p>
          <a:p>
            <a:pPr eaLnBrk="1" hangingPunct="1">
              <a:spcBef>
                <a:spcPts val="600"/>
              </a:spcBef>
              <a:spcAft>
                <a:spcPts val="200"/>
              </a:spcAft>
              <a:buFont typeface="Wingdings" pitchFamily="2" charset="2"/>
              <a:buNone/>
            </a:pPr>
            <a:r>
              <a:rPr lang="en-US" altLang="zh-CN" sz="2300" dirty="0">
                <a:ea typeface="宋体" pitchFamily="2" charset="-122"/>
              </a:rPr>
              <a:t>   </a:t>
            </a:r>
          </a:p>
          <a:p>
            <a:pPr eaLnBrk="1" hangingPunct="1">
              <a:spcBef>
                <a:spcPts val="600"/>
              </a:spcBef>
              <a:spcAft>
                <a:spcPts val="200"/>
              </a:spcAft>
              <a:buFont typeface="Wingdings" pitchFamily="2" charset="2"/>
              <a:buNone/>
            </a:pPr>
            <a:r>
              <a:rPr lang="en-US" altLang="zh-CN" sz="2300" dirty="0">
                <a:ea typeface="宋体" pitchFamily="2" charset="-122"/>
              </a:rPr>
              <a:t> 	</a:t>
            </a:r>
          </a:p>
          <a:p>
            <a:pPr eaLnBrk="1" hangingPunct="1">
              <a:spcBef>
                <a:spcPts val="600"/>
              </a:spcBef>
              <a:spcAft>
                <a:spcPts val="200"/>
              </a:spcAft>
              <a:buFont typeface="Wingdings" pitchFamily="2" charset="2"/>
              <a:buNone/>
            </a:pPr>
            <a:r>
              <a:rPr lang="en-US" altLang="zh-CN" sz="2300" dirty="0">
                <a:ea typeface="宋体" pitchFamily="2" charset="-122"/>
              </a:rPr>
              <a:t>    </a:t>
            </a:r>
            <a:r>
              <a:rPr lang="zh-CN" altLang="en-US" sz="2300" dirty="0">
                <a:ea typeface="宋体" pitchFamily="2" charset="-122"/>
              </a:rPr>
              <a:t>其中</a:t>
            </a:r>
            <a:r>
              <a:rPr lang="en-US" altLang="zh-CN" sz="2300" dirty="0">
                <a:ea typeface="宋体" pitchFamily="2" charset="-122"/>
              </a:rPr>
              <a:t> </a:t>
            </a:r>
            <a:r>
              <a:rPr lang="en-US" altLang="zh-CN" sz="2300" i="1" dirty="0" err="1">
                <a:latin typeface="MathJax_Math" charset="0"/>
                <a:ea typeface="宋体" pitchFamily="2" charset="-122"/>
              </a:rPr>
              <a:t>p</a:t>
            </a:r>
            <a:r>
              <a:rPr lang="en-US" altLang="zh-CN" sz="2300" i="1" baseline="-25000" dirty="0" err="1">
                <a:latin typeface="MathJax_Math" charset="0"/>
                <a:ea typeface="宋体" pitchFamily="2" charset="-122"/>
              </a:rPr>
              <a:t>j</a:t>
            </a:r>
            <a:r>
              <a:rPr lang="en-US" altLang="zh-CN" sz="2300" dirty="0">
                <a:ea typeface="宋体" pitchFamily="2" charset="-122"/>
              </a:rPr>
              <a:t> </a:t>
            </a:r>
            <a:r>
              <a:rPr lang="zh-CN" altLang="en-US" sz="2300" dirty="0">
                <a:ea typeface="宋体" pitchFamily="2" charset="-122"/>
              </a:rPr>
              <a:t>是</a:t>
            </a:r>
            <a:r>
              <a:rPr lang="en-US" altLang="zh-CN" sz="2300" i="1" dirty="0">
                <a:latin typeface="MathJax_Math" charset="0"/>
                <a:ea typeface="宋体" pitchFamily="2" charset="-122"/>
              </a:rPr>
              <a:t>D</a:t>
            </a:r>
            <a:r>
              <a:rPr lang="zh-CN" altLang="en-US" sz="2300" dirty="0">
                <a:latin typeface="MathJax_Math" charset="0"/>
                <a:ea typeface="宋体" pitchFamily="2" charset="-122"/>
              </a:rPr>
              <a:t>中元组属于类</a:t>
            </a:r>
            <a:r>
              <a:rPr lang="en-US" altLang="zh-CN" sz="2300" dirty="0">
                <a:latin typeface="MathJax_Math" charset="0"/>
                <a:ea typeface="宋体" pitchFamily="2" charset="-122"/>
              </a:rPr>
              <a:t>j</a:t>
            </a:r>
            <a:r>
              <a:rPr lang="zh-CN" altLang="en-US" sz="2300" dirty="0">
                <a:latin typeface="MathJax_Math" charset="0"/>
                <a:ea typeface="宋体" pitchFamily="2" charset="-122"/>
              </a:rPr>
              <a:t>的概率</a:t>
            </a:r>
            <a:endParaRPr lang="en-US" altLang="zh-CN" sz="2300" dirty="0">
              <a:ea typeface="宋体" pitchFamily="2" charset="-122"/>
            </a:endParaRPr>
          </a:p>
          <a:p>
            <a:pPr eaLnBrk="1" hangingPunct="1">
              <a:spcBef>
                <a:spcPts val="600"/>
              </a:spcBef>
              <a:spcAft>
                <a:spcPts val="200"/>
              </a:spcAft>
            </a:pPr>
            <a:r>
              <a:rPr lang="zh-CN" altLang="en-US" sz="2300" dirty="0">
                <a:ea typeface="宋体" pitchFamily="2" charset="-122"/>
              </a:rPr>
              <a:t>如果数据集</a:t>
            </a:r>
            <a:r>
              <a:rPr lang="en-US" altLang="zh-CN" sz="2300" dirty="0">
                <a:ea typeface="宋体" pitchFamily="2" charset="-122"/>
              </a:rPr>
              <a:t>D</a:t>
            </a:r>
            <a:r>
              <a:rPr lang="zh-CN" altLang="en-US" sz="2300" dirty="0">
                <a:ea typeface="宋体" pitchFamily="2" charset="-122"/>
              </a:rPr>
              <a:t>在</a:t>
            </a:r>
            <a:r>
              <a:rPr lang="en-US" altLang="zh-CN" sz="2300" dirty="0">
                <a:ea typeface="宋体" pitchFamily="2" charset="-122"/>
              </a:rPr>
              <a:t>A</a:t>
            </a:r>
            <a:r>
              <a:rPr lang="zh-CN" altLang="en-US" sz="2300" dirty="0">
                <a:ea typeface="宋体" pitchFamily="2" charset="-122"/>
              </a:rPr>
              <a:t>上分成两个子集</a:t>
            </a:r>
            <a:r>
              <a:rPr lang="en-US" altLang="zh-CN" sz="2300" dirty="0">
                <a:ea typeface="宋体" pitchFamily="2" charset="-122"/>
              </a:rPr>
              <a:t>D1</a:t>
            </a:r>
            <a:r>
              <a:rPr lang="zh-CN" altLang="en-US" sz="2300" dirty="0">
                <a:ea typeface="宋体" pitchFamily="2" charset="-122"/>
              </a:rPr>
              <a:t>和</a:t>
            </a:r>
            <a:r>
              <a:rPr lang="en-US" altLang="zh-CN" sz="2300" dirty="0">
                <a:ea typeface="宋体" pitchFamily="2" charset="-122"/>
              </a:rPr>
              <a:t>D2, </a:t>
            </a:r>
            <a:r>
              <a:rPr lang="zh-CN" altLang="en-US" sz="2300" dirty="0">
                <a:ea typeface="宋体" pitchFamily="2" charset="-122"/>
              </a:rPr>
              <a:t>则给定该划分</a:t>
            </a:r>
            <a:r>
              <a:rPr lang="en-US" altLang="zh-CN" sz="2300" dirty="0">
                <a:ea typeface="宋体" pitchFamily="2" charset="-122"/>
              </a:rPr>
              <a:t>D</a:t>
            </a:r>
            <a:r>
              <a:rPr lang="zh-CN" altLang="en-US" sz="2300" dirty="0">
                <a:ea typeface="宋体" pitchFamily="2" charset="-122"/>
              </a:rPr>
              <a:t>的基尼指标为</a:t>
            </a:r>
            <a:endParaRPr lang="en-US" altLang="zh-CN" sz="2300" dirty="0">
              <a:ea typeface="宋体" pitchFamily="2" charset="-122"/>
            </a:endParaRPr>
          </a:p>
          <a:p>
            <a:pPr eaLnBrk="1" hangingPunct="1">
              <a:spcBef>
                <a:spcPts val="600"/>
              </a:spcBef>
              <a:spcAft>
                <a:spcPts val="200"/>
              </a:spcAft>
            </a:pPr>
            <a:endParaRPr lang="en-US" altLang="zh-CN" sz="2300" dirty="0">
              <a:ea typeface="宋体" pitchFamily="2" charset="-122"/>
            </a:endParaRPr>
          </a:p>
          <a:p>
            <a:pPr eaLnBrk="1" hangingPunct="1">
              <a:spcBef>
                <a:spcPts val="600"/>
              </a:spcBef>
              <a:spcAft>
                <a:spcPts val="200"/>
              </a:spcAft>
            </a:pPr>
            <a:r>
              <a:rPr lang="zh-CN" altLang="en-US" sz="2300" dirty="0">
                <a:ea typeface="宋体" pitchFamily="2" charset="-122"/>
              </a:rPr>
              <a:t>降低不纯度</a:t>
            </a:r>
            <a:r>
              <a:rPr lang="en-US" altLang="zh-CN" sz="2300" dirty="0">
                <a:ea typeface="宋体" pitchFamily="2" charset="-122"/>
              </a:rPr>
              <a:t>:</a:t>
            </a:r>
          </a:p>
          <a:p>
            <a:pPr eaLnBrk="1" hangingPunct="1">
              <a:spcBef>
                <a:spcPts val="600"/>
              </a:spcBef>
              <a:spcAft>
                <a:spcPts val="200"/>
              </a:spcAft>
            </a:pPr>
            <a:endParaRPr lang="en-US" altLang="zh-CN" sz="2300" dirty="0">
              <a:ea typeface="宋体" pitchFamily="2" charset="-122"/>
            </a:endParaRPr>
          </a:p>
          <a:p>
            <a:pPr eaLnBrk="1" hangingPunct="1">
              <a:spcBef>
                <a:spcPts val="600"/>
              </a:spcBef>
              <a:spcAft>
                <a:spcPts val="200"/>
              </a:spcAft>
            </a:pPr>
            <a:r>
              <a:rPr lang="zh-CN" altLang="en-US" sz="2300" dirty="0">
                <a:solidFill>
                  <a:schemeClr val="bg2"/>
                </a:solidFill>
                <a:ea typeface="宋体" pitchFamily="2" charset="-122"/>
              </a:rPr>
              <a:t>属性有</a:t>
            </a:r>
            <a:r>
              <a:rPr lang="zh-CN" altLang="en-US" sz="2300" dirty="0">
                <a:solidFill>
                  <a:srgbClr val="FF0000"/>
                </a:solidFill>
                <a:ea typeface="宋体" pitchFamily="2" charset="-122"/>
              </a:rPr>
              <a:t>最小</a:t>
            </a:r>
            <a:r>
              <a:rPr lang="en-US" altLang="zh-CN" sz="2300" i="1" dirty="0" err="1">
                <a:solidFill>
                  <a:srgbClr val="FF0000"/>
                </a:solidFill>
                <a:latin typeface="MathJax_Math" charset="0"/>
                <a:ea typeface="宋体" pitchFamily="2" charset="-122"/>
              </a:rPr>
              <a:t>gini</a:t>
            </a:r>
            <a:r>
              <a:rPr lang="en-US" altLang="zh-CN" sz="2300" i="1" baseline="-25000" dirty="0" err="1">
                <a:solidFill>
                  <a:srgbClr val="FF0000"/>
                </a:solidFill>
                <a:latin typeface="MathJax_Math" charset="0"/>
                <a:ea typeface="宋体" pitchFamily="2" charset="-122"/>
              </a:rPr>
              <a:t>split</a:t>
            </a:r>
            <a:r>
              <a:rPr lang="en-US" altLang="zh-CN" sz="2300" dirty="0">
                <a:solidFill>
                  <a:srgbClr val="FF0000"/>
                </a:solidFill>
                <a:latin typeface="MathJax_Math" charset="0"/>
                <a:ea typeface="宋体" pitchFamily="2" charset="-122"/>
              </a:rPr>
              <a:t>(</a:t>
            </a:r>
            <a:r>
              <a:rPr lang="en-US" altLang="zh-CN" sz="2300" i="1" dirty="0">
                <a:solidFill>
                  <a:srgbClr val="FF0000"/>
                </a:solidFill>
                <a:latin typeface="MathJax_Math" charset="0"/>
                <a:ea typeface="宋体" pitchFamily="2" charset="-122"/>
              </a:rPr>
              <a:t>D</a:t>
            </a:r>
            <a:r>
              <a:rPr lang="en-US" altLang="zh-CN" sz="2300" dirty="0">
                <a:solidFill>
                  <a:srgbClr val="FF0000"/>
                </a:solidFill>
                <a:latin typeface="MathJax_Math" charset="0"/>
                <a:ea typeface="宋体" pitchFamily="2" charset="-122"/>
              </a:rPr>
              <a:t>)</a:t>
            </a:r>
            <a:r>
              <a:rPr lang="en-US" altLang="zh-CN" sz="2300" dirty="0">
                <a:latin typeface="MathJax_Math" charset="0"/>
                <a:ea typeface="宋体" pitchFamily="2" charset="-122"/>
              </a:rPr>
              <a:t> </a:t>
            </a:r>
            <a:r>
              <a:rPr lang="en-US" altLang="zh-CN" sz="2300" dirty="0">
                <a:ea typeface="宋体" pitchFamily="2" charset="-122"/>
              </a:rPr>
              <a:t>(or </a:t>
            </a:r>
            <a:r>
              <a:rPr lang="zh-CN" altLang="en-US" sz="2300" dirty="0">
                <a:ea typeface="宋体" pitchFamily="2" charset="-122"/>
              </a:rPr>
              <a:t>最大化不纯度降低</a:t>
            </a:r>
            <a:r>
              <a:rPr lang="zh-CN" altLang="en-US" sz="2300" dirty="0">
                <a:solidFill>
                  <a:srgbClr val="FF0000"/>
                </a:solidFill>
                <a:ea typeface="宋体" pitchFamily="2" charset="-122"/>
              </a:rPr>
              <a:t>, </a:t>
            </a:r>
            <a:r>
              <a:rPr lang="zh-CN" altLang="en-US" sz="2300" b="1" dirty="0">
                <a:solidFill>
                  <a:srgbClr val="FF0000"/>
                </a:solidFill>
                <a:latin typeface="Symbol" pitchFamily="18" charset="2"/>
                <a:ea typeface="宋体" pitchFamily="2" charset="-122"/>
              </a:rPr>
              <a:t>D</a:t>
            </a:r>
            <a:r>
              <a:rPr lang="zh-CN" altLang="en-US" sz="2300" b="1" dirty="0">
                <a:solidFill>
                  <a:srgbClr val="FF0000"/>
                </a:solidFill>
                <a:latin typeface="MathJax_Math" charset="0"/>
                <a:ea typeface="宋体" pitchFamily="2" charset="-122"/>
              </a:rPr>
              <a:t>gini(A)</a:t>
            </a:r>
            <a:r>
              <a:rPr lang="en-US" altLang="zh-CN" sz="2300" dirty="0">
                <a:ea typeface="宋体" pitchFamily="2" charset="-122"/>
              </a:rPr>
              <a:t>) </a:t>
            </a:r>
            <a:r>
              <a:rPr lang="zh-CN" altLang="en-US" sz="2300" dirty="0">
                <a:ea typeface="宋体" pitchFamily="2" charset="-122"/>
              </a:rPr>
              <a:t>被选为分裂点</a:t>
            </a:r>
            <a:r>
              <a:rPr lang="en-US" altLang="zh-CN" sz="2300" dirty="0">
                <a:ea typeface="宋体" pitchFamily="2" charset="-122"/>
              </a:rPr>
              <a:t>(</a:t>
            </a:r>
            <a:r>
              <a:rPr lang="zh-CN" altLang="en-US" sz="2300" i="1" dirty="0">
                <a:solidFill>
                  <a:srgbClr val="C00000"/>
                </a:solidFill>
                <a:ea typeface="宋体" pitchFamily="2" charset="-122"/>
              </a:rPr>
              <a:t>需要枚举每个属性的所有可能的分裂点</a:t>
            </a:r>
            <a:r>
              <a:rPr lang="en-US" altLang="zh-CN" sz="2300" dirty="0">
                <a:ea typeface="宋体" pitchFamily="2" charset="-122"/>
              </a:rPr>
              <a:t>)</a:t>
            </a:r>
          </a:p>
        </p:txBody>
      </p:sp>
      <p:graphicFrame>
        <p:nvGraphicFramePr>
          <p:cNvPr id="64516" name="Object 1024"/>
          <p:cNvGraphicFramePr>
            <a:graphicFrameLocks/>
          </p:cNvGraphicFramePr>
          <p:nvPr>
            <p:extLst>
              <p:ext uri="{D42A27DB-BD31-4B8C-83A1-F6EECF244321}">
                <p14:modId xmlns:p14="http://schemas.microsoft.com/office/powerpoint/2010/main" val="1882405468"/>
              </p:ext>
            </p:extLst>
          </p:nvPr>
        </p:nvGraphicFramePr>
        <p:xfrm>
          <a:off x="2501673" y="1876879"/>
          <a:ext cx="2406650" cy="852488"/>
        </p:xfrm>
        <a:graphic>
          <a:graphicData uri="http://schemas.openxmlformats.org/presentationml/2006/ole">
            <mc:AlternateContent xmlns:mc="http://schemas.openxmlformats.org/markup-compatibility/2006">
              <mc:Choice xmlns:v="urn:schemas-microsoft-com:vml" Requires="v">
                <p:oleObj spid="_x0000_s8308" r:id="rId4" imgW="1866407" imgH="774681" progId="Equation.3">
                  <p:embed/>
                </p:oleObj>
              </mc:Choice>
              <mc:Fallback>
                <p:oleObj r:id="rId4" imgW="1866407" imgH="774681" progId="Equation.3">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01673" y="1876879"/>
                        <a:ext cx="2406650"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4517" name="Object 1025"/>
          <p:cNvGraphicFramePr>
            <a:graphicFrameLocks noChangeAspect="1"/>
          </p:cNvGraphicFramePr>
          <p:nvPr/>
        </p:nvGraphicFramePr>
        <p:xfrm>
          <a:off x="2898775" y="3776663"/>
          <a:ext cx="4381500" cy="696912"/>
        </p:xfrm>
        <a:graphic>
          <a:graphicData uri="http://schemas.openxmlformats.org/presentationml/2006/ole">
            <mc:AlternateContent xmlns:mc="http://schemas.openxmlformats.org/markup-compatibility/2006">
              <mc:Choice xmlns:v="urn:schemas-microsoft-com:vml" Requires="v">
                <p:oleObj spid="_x0000_s8309" r:id="rId6" imgW="3607117" imgH="597217" progId="Equation.3">
                  <p:embed/>
                </p:oleObj>
              </mc:Choice>
              <mc:Fallback>
                <p:oleObj r:id="rId6" imgW="3607117" imgH="597217"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98775" y="3776663"/>
                        <a:ext cx="4381500" cy="696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4518" name="Object 1026"/>
          <p:cNvGraphicFramePr>
            <a:graphicFrameLocks noGrp="1" noChangeAspect="1"/>
          </p:cNvGraphicFramePr>
          <p:nvPr>
            <p:ph sz="half" idx="2"/>
          </p:nvPr>
        </p:nvGraphicFramePr>
        <p:xfrm>
          <a:off x="2854325" y="4808538"/>
          <a:ext cx="3768725" cy="409575"/>
        </p:xfrm>
        <a:graphic>
          <a:graphicData uri="http://schemas.openxmlformats.org/presentationml/2006/ole">
            <mc:AlternateContent xmlns:mc="http://schemas.openxmlformats.org/markup-compatibility/2006">
              <mc:Choice xmlns:v="urn:schemas-microsoft-com:vml" Requires="v">
                <p:oleObj spid="_x0000_s8310" r:id="rId8" imgW="2804583" imgH="304853" progId="Equation.3">
                  <p:embed/>
                </p:oleObj>
              </mc:Choice>
              <mc:Fallback>
                <p:oleObj r:id="rId8" imgW="2804583" imgH="304853" progId="Equation.3">
                  <p:embed/>
                  <p:pic>
                    <p:nvPicPr>
                      <p:cNvPr id="0" name=""/>
                      <p:cNvPicPr>
                        <a:picLocks noGrp="1"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54325" y="4808538"/>
                        <a:ext cx="3768725" cy="409575"/>
                      </a:xfrm>
                      <a:prstGeom prst="rect">
                        <a:avLst/>
                      </a:prstGeom>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946464158"/>
      </p:ext>
    </p:extLst>
  </p:cSld>
  <p:clrMapOvr>
    <a:masterClrMapping/>
  </p:clrMapOvr>
  <p:transition spd="med">
    <p:zo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p:cNvGraphicFramePr>
          <p:nvPr>
            <p:extLst>
              <p:ext uri="{D42A27DB-BD31-4B8C-83A1-F6EECF244321}">
                <p14:modId xmlns:p14="http://schemas.microsoft.com/office/powerpoint/2010/main" val="337242108"/>
              </p:ext>
            </p:extLst>
          </p:nvPr>
        </p:nvGraphicFramePr>
        <p:xfrm>
          <a:off x="468313" y="1454150"/>
          <a:ext cx="4808537" cy="2949575"/>
        </p:xfrm>
        <a:graphic>
          <a:graphicData uri="http://schemas.openxmlformats.org/presentationml/2006/ole">
            <mc:AlternateContent xmlns:mc="http://schemas.openxmlformats.org/markup-compatibility/2006">
              <mc:Choice xmlns:v="urn:schemas-microsoft-com:vml" Requires="v">
                <p:oleObj spid="_x0000_s11332" name="工作表" r:id="rId3" imgW="6286394" imgH="4366354" progId="Excel.Sheet.8">
                  <p:embed/>
                </p:oleObj>
              </mc:Choice>
              <mc:Fallback>
                <p:oleObj name="工作表" r:id="rId3" imgW="6286394" imgH="4366354" progId="Excel.Sheet.8">
                  <p:embed/>
                  <p:pic>
                    <p:nvPicPr>
                      <p:cNvPr id="0" name="Object 9"/>
                      <p:cNvPicPr>
                        <a:picLocks noChangeArrowheads="1"/>
                      </p:cNvPicPr>
                      <p:nvPr/>
                    </p:nvPicPr>
                    <p:blipFill>
                      <a:blip r:embed="rId4"/>
                      <a:srcRect/>
                      <a:stretch>
                        <a:fillRect/>
                      </a:stretch>
                    </p:blipFill>
                    <p:spPr bwMode="auto">
                      <a:xfrm>
                        <a:off x="468313" y="1454150"/>
                        <a:ext cx="4808537" cy="294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3402632325"/>
              </p:ext>
            </p:extLst>
          </p:nvPr>
        </p:nvGraphicFramePr>
        <p:xfrm>
          <a:off x="5475514" y="2507343"/>
          <a:ext cx="2830286" cy="1483360"/>
        </p:xfrm>
        <a:graphic>
          <a:graphicData uri="http://schemas.openxmlformats.org/drawingml/2006/table">
            <a:tbl>
              <a:tblPr firstRow="1" bandRow="1">
                <a:tableStyleId>{5C22544A-7EE6-4342-B048-85BDC9FD1C3A}</a:tableStyleId>
              </a:tblPr>
              <a:tblGrid>
                <a:gridCol w="777129">
                  <a:extLst>
                    <a:ext uri="{9D8B030D-6E8A-4147-A177-3AD203B41FA5}">
                      <a16:colId xmlns:a16="http://schemas.microsoft.com/office/drawing/2014/main" val="20000"/>
                    </a:ext>
                  </a:extLst>
                </a:gridCol>
                <a:gridCol w="2053157">
                  <a:extLst>
                    <a:ext uri="{9D8B030D-6E8A-4147-A177-3AD203B41FA5}">
                      <a16:colId xmlns:a16="http://schemas.microsoft.com/office/drawing/2014/main" val="20001"/>
                    </a:ext>
                  </a:extLst>
                </a:gridCol>
              </a:tblGrid>
              <a:tr h="370840">
                <a:tc>
                  <a:txBody>
                    <a:bodyPr/>
                    <a:lstStyle/>
                    <a:p>
                      <a:pPr algn="ctr"/>
                      <a:endParaRPr lang="zh-CN" altLang="en-US" dirty="0"/>
                    </a:p>
                  </a:txBody>
                  <a:tcPr/>
                </a:tc>
                <a:tc>
                  <a:txBody>
                    <a:bodyPr/>
                    <a:lstStyle/>
                    <a:p>
                      <a:pPr algn="ctr"/>
                      <a:r>
                        <a:rPr lang="en-US" altLang="zh-CN" dirty="0" err="1"/>
                        <a:t>buys_computer</a:t>
                      </a:r>
                      <a:endParaRPr lang="zh-CN" altLang="en-US" dirty="0"/>
                    </a:p>
                  </a:txBody>
                  <a:tcPr/>
                </a:tc>
                <a:extLst>
                  <a:ext uri="{0D108BD9-81ED-4DB2-BD59-A6C34878D82A}">
                    <a16:rowId xmlns:a16="http://schemas.microsoft.com/office/drawing/2014/main" val="10000"/>
                  </a:ext>
                </a:extLst>
              </a:tr>
              <a:tr h="370840">
                <a:tc>
                  <a:txBody>
                    <a:bodyPr/>
                    <a:lstStyle/>
                    <a:p>
                      <a:pPr algn="ctr"/>
                      <a:r>
                        <a:rPr lang="en-US" altLang="zh-CN" dirty="0"/>
                        <a:t>yes</a:t>
                      </a:r>
                      <a:endParaRPr lang="zh-CN" altLang="en-US" dirty="0"/>
                    </a:p>
                  </a:txBody>
                  <a:tcPr/>
                </a:tc>
                <a:tc>
                  <a:txBody>
                    <a:bodyPr/>
                    <a:lstStyle/>
                    <a:p>
                      <a:pPr algn="ctr"/>
                      <a:r>
                        <a:rPr lang="en-US" altLang="zh-CN" dirty="0"/>
                        <a:t>9</a:t>
                      </a:r>
                      <a:endParaRPr lang="zh-CN" altLang="en-US" dirty="0"/>
                    </a:p>
                  </a:txBody>
                  <a:tcPr/>
                </a:tc>
                <a:extLst>
                  <a:ext uri="{0D108BD9-81ED-4DB2-BD59-A6C34878D82A}">
                    <a16:rowId xmlns:a16="http://schemas.microsoft.com/office/drawing/2014/main" val="10001"/>
                  </a:ext>
                </a:extLst>
              </a:tr>
              <a:tr h="370840">
                <a:tc>
                  <a:txBody>
                    <a:bodyPr/>
                    <a:lstStyle/>
                    <a:p>
                      <a:pPr algn="ctr"/>
                      <a:r>
                        <a:rPr lang="en-US" altLang="zh-CN" dirty="0"/>
                        <a:t>no</a:t>
                      </a:r>
                      <a:endParaRPr lang="zh-CN" altLang="en-US" dirty="0"/>
                    </a:p>
                  </a:txBody>
                  <a:tcPr/>
                </a:tc>
                <a:tc>
                  <a:txBody>
                    <a:bodyPr/>
                    <a:lstStyle/>
                    <a:p>
                      <a:pPr algn="ctr"/>
                      <a:r>
                        <a:rPr lang="en-US" altLang="zh-CN" dirty="0"/>
                        <a:t>4</a:t>
                      </a:r>
                      <a:endParaRPr lang="zh-CN" altLang="en-US" dirty="0"/>
                    </a:p>
                  </a:txBody>
                  <a:tcPr/>
                </a:tc>
                <a:extLst>
                  <a:ext uri="{0D108BD9-81ED-4DB2-BD59-A6C34878D82A}">
                    <a16:rowId xmlns:a16="http://schemas.microsoft.com/office/drawing/2014/main" val="10002"/>
                  </a:ext>
                </a:extLst>
              </a:tr>
              <a:tr h="370840">
                <a:tc gridSpan="2">
                  <a:txBody>
                    <a:bodyPr/>
                    <a:lstStyle/>
                    <a:p>
                      <a:pPr algn="ctr"/>
                      <a:r>
                        <a:rPr lang="en-US" altLang="zh-CN" dirty="0"/>
                        <a:t>Gini=0.459</a:t>
                      </a:r>
                      <a:endParaRPr lang="zh-CN" altLang="en-US" dirty="0"/>
                    </a:p>
                  </a:txBody>
                  <a:tcPr/>
                </a:tc>
                <a:tc hMerge="1">
                  <a:txBody>
                    <a:bodyPr/>
                    <a:lstStyle/>
                    <a:p>
                      <a:endParaRPr lang="zh-CN" altLang="en-US" dirty="0"/>
                    </a:p>
                  </a:txBody>
                  <a:tcPr/>
                </a:tc>
                <a:extLst>
                  <a:ext uri="{0D108BD9-81ED-4DB2-BD59-A6C34878D82A}">
                    <a16:rowId xmlns:a16="http://schemas.microsoft.com/office/drawing/2014/main" val="10003"/>
                  </a:ext>
                </a:extLst>
              </a:tr>
            </a:tbl>
          </a:graphicData>
        </a:graphic>
      </p:graphicFrame>
      <p:sp>
        <p:nvSpPr>
          <p:cNvPr id="6" name="矩形 5"/>
          <p:cNvSpPr/>
          <p:nvPr/>
        </p:nvSpPr>
        <p:spPr>
          <a:xfrm>
            <a:off x="293913" y="4624790"/>
            <a:ext cx="8273143" cy="1237262"/>
          </a:xfrm>
          <a:prstGeom prst="rect">
            <a:avLst/>
          </a:prstGeom>
        </p:spPr>
        <p:txBody>
          <a:bodyPr wrap="square">
            <a:spAutoFit/>
          </a:bodyPr>
          <a:lstStyle/>
          <a:p>
            <a:pPr eaLnBrk="1" hangingPunct="1">
              <a:lnSpc>
                <a:spcPct val="110000"/>
              </a:lnSpc>
              <a:spcBef>
                <a:spcPts val="25"/>
              </a:spcBef>
            </a:pPr>
            <a:r>
              <a:rPr lang="en-US" altLang="zh-CN" dirty="0">
                <a:ea typeface="宋体" pitchFamily="2" charset="-122"/>
              </a:rPr>
              <a:t>Ex.  </a:t>
            </a:r>
            <a:r>
              <a:rPr lang="en-US" altLang="zh-CN" dirty="0">
                <a:latin typeface="MathJax_Math" charset="0"/>
                <a:ea typeface="宋体" pitchFamily="2" charset="-122"/>
              </a:rPr>
              <a:t>D</a:t>
            </a:r>
            <a:r>
              <a:rPr lang="en-US" altLang="zh-CN" dirty="0">
                <a:ea typeface="宋体" pitchFamily="2" charset="-122"/>
              </a:rPr>
              <a:t> has 9 tuples in </a:t>
            </a:r>
            <a:r>
              <a:rPr lang="en-US" altLang="zh-CN" dirty="0" err="1">
                <a:ea typeface="宋体" pitchFamily="2" charset="-122"/>
              </a:rPr>
              <a:t>buys_computer</a:t>
            </a:r>
            <a:r>
              <a:rPr lang="en-US" altLang="zh-CN" dirty="0">
                <a:ea typeface="宋体" pitchFamily="2" charset="-122"/>
              </a:rPr>
              <a:t> = “yes” and 5 in “no”</a:t>
            </a:r>
          </a:p>
          <a:p>
            <a:pPr eaLnBrk="1" hangingPunct="1">
              <a:lnSpc>
                <a:spcPct val="200000"/>
              </a:lnSpc>
              <a:spcBef>
                <a:spcPts val="25"/>
              </a:spcBef>
            </a:pPr>
            <a:endParaRPr lang="en-US" altLang="zh-CN" dirty="0">
              <a:ea typeface="宋体" pitchFamily="2" charset="-122"/>
            </a:endParaRPr>
          </a:p>
        </p:txBody>
      </p:sp>
      <p:graphicFrame>
        <p:nvGraphicFramePr>
          <p:cNvPr id="7" name="对象 6"/>
          <p:cNvGraphicFramePr>
            <a:graphicFrameLocks noGrp="1" noChangeAspect="1"/>
          </p:cNvGraphicFramePr>
          <p:nvPr>
            <p:extLst>
              <p:ext uri="{D42A27DB-BD31-4B8C-83A1-F6EECF244321}">
                <p14:modId xmlns:p14="http://schemas.microsoft.com/office/powerpoint/2010/main" val="3855801145"/>
              </p:ext>
            </p:extLst>
          </p:nvPr>
        </p:nvGraphicFramePr>
        <p:xfrm>
          <a:off x="718004" y="5107989"/>
          <a:ext cx="3430588" cy="754063"/>
        </p:xfrm>
        <a:graphic>
          <a:graphicData uri="http://schemas.openxmlformats.org/presentationml/2006/ole">
            <mc:AlternateContent xmlns:mc="http://schemas.openxmlformats.org/markup-compatibility/2006">
              <mc:Choice xmlns:v="urn:schemas-microsoft-com:vml" Requires="v">
                <p:oleObj spid="_x0000_s11333" r:id="rId5" imgW="2223465" imgH="470104" progId="Equation.3">
                  <p:embed/>
                </p:oleObj>
              </mc:Choice>
              <mc:Fallback>
                <p:oleObj r:id="rId5" imgW="2223465" imgH="470104" progId="Equation.3">
                  <p:embed/>
                  <p:pic>
                    <p:nvPicPr>
                      <p:cNvPr id="0" name="Object 2"/>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8004" y="5107989"/>
                        <a:ext cx="3430588" cy="754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 name="Rectangle 1026"/>
          <p:cNvSpPr txBox="1">
            <a:spLocks noChangeArrowheads="1"/>
          </p:cNvSpPr>
          <p:nvPr/>
        </p:nvSpPr>
        <p:spPr>
          <a:xfrm>
            <a:off x="304800" y="307975"/>
            <a:ext cx="8402638" cy="609600"/>
          </a:xfrm>
          <a:prstGeom prst="rect">
            <a:avLst/>
          </a:prstGeom>
        </p:spPr>
        <p:txBody>
          <a:bodyPr/>
          <a:lstStyle>
            <a:lvl1pPr algn="ctr" rtl="0" eaLnBrk="0" fontAlgn="base" hangingPunct="0">
              <a:spcBef>
                <a:spcPct val="0"/>
              </a:spcBef>
              <a:spcAft>
                <a:spcPct val="0"/>
              </a:spcAft>
              <a:defRPr sz="3600">
                <a:solidFill>
                  <a:schemeClr val="tx2"/>
                </a:solidFill>
                <a:latin typeface="+mj-lt"/>
                <a:ea typeface="+mj-ea"/>
                <a:cs typeface="Arial" pitchFamily="34" charset="0"/>
              </a:defRPr>
            </a:lvl1pPr>
            <a:lvl2pPr algn="ctr" rtl="0" eaLnBrk="0" fontAlgn="base" hangingPunct="0">
              <a:spcBef>
                <a:spcPct val="0"/>
              </a:spcBef>
              <a:spcAft>
                <a:spcPct val="0"/>
              </a:spcAft>
              <a:defRPr sz="3600">
                <a:solidFill>
                  <a:schemeClr val="tx2"/>
                </a:solidFill>
                <a:latin typeface="Berlin Sans FB Demi" pitchFamily="34" charset="0"/>
                <a:cs typeface="Arial" pitchFamily="34" charset="0"/>
              </a:defRPr>
            </a:lvl2pPr>
            <a:lvl3pPr algn="ctr" rtl="0" eaLnBrk="0" fontAlgn="base" hangingPunct="0">
              <a:spcBef>
                <a:spcPct val="0"/>
              </a:spcBef>
              <a:spcAft>
                <a:spcPct val="0"/>
              </a:spcAft>
              <a:defRPr sz="3600">
                <a:solidFill>
                  <a:schemeClr val="tx2"/>
                </a:solidFill>
                <a:latin typeface="Berlin Sans FB Demi" pitchFamily="34" charset="0"/>
                <a:cs typeface="Arial" pitchFamily="34" charset="0"/>
              </a:defRPr>
            </a:lvl3pPr>
            <a:lvl4pPr algn="ctr" rtl="0" eaLnBrk="0" fontAlgn="base" hangingPunct="0">
              <a:spcBef>
                <a:spcPct val="0"/>
              </a:spcBef>
              <a:spcAft>
                <a:spcPct val="0"/>
              </a:spcAft>
              <a:defRPr sz="3600">
                <a:solidFill>
                  <a:schemeClr val="tx2"/>
                </a:solidFill>
                <a:latin typeface="Berlin Sans FB Demi" pitchFamily="34" charset="0"/>
                <a:cs typeface="Arial" pitchFamily="34" charset="0"/>
              </a:defRPr>
            </a:lvl4pPr>
            <a:lvl5pPr algn="ctr" rtl="0" eaLnBrk="0" fontAlgn="base" hangingPunct="0">
              <a:spcBef>
                <a:spcPct val="0"/>
              </a:spcBef>
              <a:spcAft>
                <a:spcPct val="0"/>
              </a:spcAft>
              <a:defRPr sz="3600">
                <a:solidFill>
                  <a:schemeClr val="tx2"/>
                </a:solidFill>
                <a:latin typeface="Berlin Sans FB Demi" pitchFamily="34" charset="0"/>
                <a:cs typeface="Arial" pitchFamily="34" charset="0"/>
              </a:defRPr>
            </a:lvl5pPr>
            <a:lvl6pPr marL="457200" algn="ctr" rtl="0" fontAlgn="base">
              <a:spcBef>
                <a:spcPct val="0"/>
              </a:spcBef>
              <a:spcAft>
                <a:spcPct val="0"/>
              </a:spcAft>
              <a:defRPr sz="3600">
                <a:solidFill>
                  <a:schemeClr val="tx2"/>
                </a:solidFill>
                <a:latin typeface="Berlin Sans FB Demi" pitchFamily="34" charset="0"/>
              </a:defRPr>
            </a:lvl6pPr>
            <a:lvl7pPr marL="914400" algn="ctr" rtl="0" fontAlgn="base">
              <a:spcBef>
                <a:spcPct val="0"/>
              </a:spcBef>
              <a:spcAft>
                <a:spcPct val="0"/>
              </a:spcAft>
              <a:defRPr sz="3600">
                <a:solidFill>
                  <a:schemeClr val="tx2"/>
                </a:solidFill>
                <a:latin typeface="Berlin Sans FB Demi" pitchFamily="34" charset="0"/>
              </a:defRPr>
            </a:lvl7pPr>
            <a:lvl8pPr marL="1371600" algn="ctr" rtl="0" fontAlgn="base">
              <a:spcBef>
                <a:spcPct val="0"/>
              </a:spcBef>
              <a:spcAft>
                <a:spcPct val="0"/>
              </a:spcAft>
              <a:defRPr sz="3600">
                <a:solidFill>
                  <a:schemeClr val="tx2"/>
                </a:solidFill>
                <a:latin typeface="Berlin Sans FB Demi" pitchFamily="34" charset="0"/>
              </a:defRPr>
            </a:lvl8pPr>
            <a:lvl9pPr marL="1828800" algn="ctr" rtl="0" fontAlgn="base">
              <a:spcBef>
                <a:spcPct val="0"/>
              </a:spcBef>
              <a:spcAft>
                <a:spcPct val="0"/>
              </a:spcAft>
              <a:defRPr sz="3600">
                <a:solidFill>
                  <a:schemeClr val="tx2"/>
                </a:solidFill>
                <a:latin typeface="Berlin Sans FB Demi" pitchFamily="34" charset="0"/>
              </a:defRPr>
            </a:lvl9pPr>
          </a:lstStyle>
          <a:p>
            <a:pPr eaLnBrk="1" hangingPunct="1">
              <a:buFontTx/>
            </a:pPr>
            <a:r>
              <a:rPr lang="en-US" altLang="zh-CN" kern="0">
                <a:ea typeface="宋体" pitchFamily="2" charset="-122"/>
              </a:rPr>
              <a:t>Computation of Gini Index </a:t>
            </a:r>
            <a:endParaRPr lang="en-US" altLang="zh-CN" kern="0" dirty="0">
              <a:ea typeface="宋体" pitchFamily="2" charset="-122"/>
            </a:endParaRPr>
          </a:p>
        </p:txBody>
      </p:sp>
    </p:spTree>
    <p:extLst>
      <p:ext uri="{BB962C8B-B14F-4D97-AF65-F5344CB8AC3E}">
        <p14:creationId xmlns:p14="http://schemas.microsoft.com/office/powerpoint/2010/main" val="663041783"/>
      </p:ext>
    </p:extLst>
  </p:cSld>
  <p:clrMapOvr>
    <a:masterClrMapping/>
  </p:clrMapOvr>
  <p:transition spd="med">
    <p:zo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1027"/>
          <p:cNvSpPr>
            <a:spLocks noGrp="1" noChangeArrowheads="1"/>
          </p:cNvSpPr>
          <p:nvPr>
            <p:ph type="body" sz="half" idx="1"/>
          </p:nvPr>
        </p:nvSpPr>
        <p:spPr>
          <a:xfrm>
            <a:off x="185057" y="2834368"/>
            <a:ext cx="8686800" cy="3871232"/>
          </a:xfrm>
        </p:spPr>
        <p:txBody>
          <a:bodyPr/>
          <a:lstStyle/>
          <a:p>
            <a:pPr marL="0" indent="0" eaLnBrk="1" hangingPunct="1">
              <a:lnSpc>
                <a:spcPct val="110000"/>
              </a:lnSpc>
              <a:spcBef>
                <a:spcPts val="25"/>
              </a:spcBef>
              <a:buNone/>
            </a:pPr>
            <a:r>
              <a:rPr lang="en-US" altLang="zh-CN" sz="2100" dirty="0">
                <a:ea typeface="宋体" pitchFamily="2" charset="-122"/>
              </a:rPr>
              <a:t>Suppose the attribute income partitions </a:t>
            </a:r>
            <a:r>
              <a:rPr lang="en-US" altLang="zh-CN" sz="2100" dirty="0">
                <a:latin typeface="MathJax_Math" charset="0"/>
                <a:ea typeface="宋体" pitchFamily="2" charset="-122"/>
              </a:rPr>
              <a:t>D</a:t>
            </a:r>
            <a:r>
              <a:rPr lang="en-US" altLang="zh-CN" sz="2100" dirty="0">
                <a:ea typeface="宋体" pitchFamily="2" charset="-122"/>
              </a:rPr>
              <a:t> into 10 in </a:t>
            </a:r>
            <a:r>
              <a:rPr lang="en-US" altLang="zh-CN" sz="2100" dirty="0">
                <a:latin typeface="MathJax_Math" charset="0"/>
                <a:ea typeface="宋体" pitchFamily="2" charset="-122"/>
              </a:rPr>
              <a:t>D</a:t>
            </a:r>
            <a:r>
              <a:rPr lang="en-US" altLang="zh-CN" sz="2100" baseline="-25000" dirty="0">
                <a:latin typeface="MathJax_Math" charset="0"/>
                <a:ea typeface="宋体" pitchFamily="2" charset="-122"/>
              </a:rPr>
              <a:t>1</a:t>
            </a:r>
            <a:r>
              <a:rPr lang="en-US" altLang="zh-CN" sz="2100" dirty="0">
                <a:ea typeface="宋体" pitchFamily="2" charset="-122"/>
              </a:rPr>
              <a:t>: {low, medium} and 4 in </a:t>
            </a:r>
            <a:r>
              <a:rPr lang="en-US" altLang="zh-CN" sz="2100" dirty="0">
                <a:latin typeface="MathJax_Math" charset="0"/>
                <a:ea typeface="宋体" pitchFamily="2" charset="-122"/>
              </a:rPr>
              <a:t>D</a:t>
            </a:r>
            <a:r>
              <a:rPr lang="en-US" altLang="zh-CN" sz="2100" baseline="-25000" dirty="0">
                <a:latin typeface="MathJax_Math" charset="0"/>
                <a:ea typeface="宋体" pitchFamily="2" charset="-122"/>
              </a:rPr>
              <a:t>2</a:t>
            </a:r>
            <a:r>
              <a:rPr lang="zh-CN" altLang="en-US" sz="2100" dirty="0">
                <a:ea typeface="宋体" pitchFamily="2" charset="-122"/>
              </a:rPr>
              <a:t>: {high}</a:t>
            </a:r>
          </a:p>
          <a:p>
            <a:pPr eaLnBrk="1" hangingPunct="1">
              <a:lnSpc>
                <a:spcPct val="150000"/>
              </a:lnSpc>
              <a:spcBef>
                <a:spcPts val="25"/>
              </a:spcBef>
            </a:pPr>
            <a:endParaRPr lang="en-US" altLang="zh-CN" sz="2100" dirty="0">
              <a:ea typeface="宋体" pitchFamily="2" charset="-122"/>
            </a:endParaRPr>
          </a:p>
          <a:p>
            <a:pPr eaLnBrk="1" hangingPunct="1">
              <a:lnSpc>
                <a:spcPct val="110000"/>
              </a:lnSpc>
              <a:spcBef>
                <a:spcPts val="25"/>
              </a:spcBef>
            </a:pPr>
            <a:endParaRPr lang="en-US" altLang="zh-CN" sz="2100" dirty="0">
              <a:ea typeface="宋体" pitchFamily="2" charset="-122"/>
            </a:endParaRPr>
          </a:p>
          <a:p>
            <a:pPr eaLnBrk="1" hangingPunct="1">
              <a:lnSpc>
                <a:spcPct val="300000"/>
              </a:lnSpc>
              <a:spcBef>
                <a:spcPts val="25"/>
              </a:spcBef>
            </a:pPr>
            <a:endParaRPr lang="en-US" altLang="zh-CN" sz="2100" dirty="0">
              <a:ea typeface="宋体" pitchFamily="2" charset="-122"/>
            </a:endParaRPr>
          </a:p>
          <a:p>
            <a:pPr marL="381000" lvl="1" indent="0" eaLnBrk="1" hangingPunct="1">
              <a:lnSpc>
                <a:spcPct val="110000"/>
              </a:lnSpc>
              <a:spcBef>
                <a:spcPct val="0"/>
              </a:spcBef>
              <a:buFont typeface="Wingdings" pitchFamily="2" charset="2"/>
              <a:buNone/>
            </a:pPr>
            <a:r>
              <a:rPr lang="en-US" altLang="zh-CN" sz="2100" dirty="0">
                <a:latin typeface="MathJax_Math" charset="0"/>
                <a:ea typeface="宋体" pitchFamily="2" charset="-122"/>
              </a:rPr>
              <a:t>Gini</a:t>
            </a:r>
            <a:r>
              <a:rPr lang="en-US" altLang="zh-CN" sz="2100" baseline="-25000" dirty="0">
                <a:latin typeface="MathJax_Math" charset="0"/>
                <a:ea typeface="宋体" pitchFamily="2" charset="-122"/>
              </a:rPr>
              <a:t>{</a:t>
            </a:r>
            <a:r>
              <a:rPr lang="en-US" altLang="zh-CN" sz="2100" baseline="-25000" dirty="0" err="1">
                <a:latin typeface="MathJax_Math" charset="0"/>
                <a:ea typeface="宋体" pitchFamily="2" charset="-122"/>
              </a:rPr>
              <a:t>low,high</a:t>
            </a:r>
            <a:r>
              <a:rPr lang="en-US" altLang="zh-CN" sz="2100" baseline="-25000" dirty="0">
                <a:latin typeface="MathJax_Math" charset="0"/>
                <a:ea typeface="宋体" pitchFamily="2" charset="-122"/>
              </a:rPr>
              <a:t>}</a:t>
            </a:r>
            <a:r>
              <a:rPr lang="en-US" altLang="zh-CN" sz="2100" dirty="0">
                <a:ea typeface="宋体" pitchFamily="2" charset="-122"/>
              </a:rPr>
              <a:t> is 0.458; </a:t>
            </a:r>
            <a:r>
              <a:rPr lang="en-US" altLang="zh-CN" sz="2100" dirty="0">
                <a:latin typeface="MathJax_Math" charset="0"/>
                <a:ea typeface="宋体" pitchFamily="2" charset="-122"/>
              </a:rPr>
              <a:t>Gini</a:t>
            </a:r>
            <a:r>
              <a:rPr lang="en-US" altLang="zh-CN" sz="2100" baseline="-25000" dirty="0">
                <a:latin typeface="MathJax_Math" charset="0"/>
                <a:ea typeface="宋体" pitchFamily="2" charset="-122"/>
              </a:rPr>
              <a:t>{</a:t>
            </a:r>
            <a:r>
              <a:rPr lang="en-US" altLang="zh-CN" sz="2100" baseline="-25000" dirty="0" err="1">
                <a:latin typeface="MathJax_Math" charset="0"/>
                <a:ea typeface="宋体" pitchFamily="2" charset="-122"/>
              </a:rPr>
              <a:t>medium,high</a:t>
            </a:r>
            <a:r>
              <a:rPr lang="en-US" altLang="zh-CN" sz="2100" baseline="-25000" dirty="0">
                <a:latin typeface="MathJax_Math" charset="0"/>
                <a:ea typeface="宋体" pitchFamily="2" charset="-122"/>
              </a:rPr>
              <a:t>}</a:t>
            </a:r>
            <a:r>
              <a:rPr lang="en-US" altLang="zh-CN" sz="2100" dirty="0">
                <a:ea typeface="宋体" pitchFamily="2" charset="-122"/>
              </a:rPr>
              <a:t> is 0.450. Thus, split on the {</a:t>
            </a:r>
            <a:r>
              <a:rPr lang="en-US" altLang="zh-CN" sz="2100" dirty="0" err="1">
                <a:ea typeface="宋体" pitchFamily="2" charset="-122"/>
              </a:rPr>
              <a:t>low,medium</a:t>
            </a:r>
            <a:r>
              <a:rPr lang="en-US" altLang="zh-CN" sz="2100" dirty="0">
                <a:ea typeface="宋体" pitchFamily="2" charset="-122"/>
              </a:rPr>
              <a:t>} (and {high}) since it has the lowest Gini index</a:t>
            </a:r>
          </a:p>
          <a:p>
            <a:pPr eaLnBrk="1" hangingPunct="1">
              <a:lnSpc>
                <a:spcPct val="110000"/>
              </a:lnSpc>
              <a:spcBef>
                <a:spcPts val="25"/>
              </a:spcBef>
            </a:pPr>
            <a:r>
              <a:rPr lang="en-US" altLang="zh-CN" sz="2100" dirty="0">
                <a:ea typeface="宋体" pitchFamily="2" charset="-122"/>
              </a:rPr>
              <a:t>All attributes are assumed continuous-valued</a:t>
            </a:r>
          </a:p>
        </p:txBody>
      </p:sp>
      <p:graphicFrame>
        <p:nvGraphicFramePr>
          <p:cNvPr id="68613" name="Object 3"/>
          <p:cNvGraphicFramePr>
            <a:graphicFrameLocks noChangeAspect="1"/>
          </p:cNvGraphicFramePr>
          <p:nvPr>
            <p:extLst>
              <p:ext uri="{D42A27DB-BD31-4B8C-83A1-F6EECF244321}">
                <p14:modId xmlns:p14="http://schemas.microsoft.com/office/powerpoint/2010/main" val="3749868585"/>
              </p:ext>
            </p:extLst>
          </p:nvPr>
        </p:nvGraphicFramePr>
        <p:xfrm>
          <a:off x="1430338" y="3562577"/>
          <a:ext cx="5040312" cy="652462"/>
        </p:xfrm>
        <a:graphic>
          <a:graphicData uri="http://schemas.openxmlformats.org/presentationml/2006/ole">
            <mc:AlternateContent xmlns:mc="http://schemas.openxmlformats.org/markup-compatibility/2006">
              <mc:Choice xmlns:v="urn:schemas-microsoft-com:vml" Requires="v">
                <p:oleObj spid="_x0000_s9265" r:id="rId4" imgW="3340417" imgH="432117" progId="Equation.3">
                  <p:embed/>
                </p:oleObj>
              </mc:Choice>
              <mc:Fallback>
                <p:oleObj r:id="rId4" imgW="3340417" imgH="432117"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30338" y="3562577"/>
                        <a:ext cx="5040312" cy="652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68614" name="Picture 14" descr="8gini"/>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13125" y="4291920"/>
            <a:ext cx="441960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9" name="表格 8"/>
          <p:cNvGraphicFramePr>
            <a:graphicFrameLocks noGrp="1"/>
          </p:cNvGraphicFramePr>
          <p:nvPr>
            <p:extLst>
              <p:ext uri="{D42A27DB-BD31-4B8C-83A1-F6EECF244321}">
                <p14:modId xmlns:p14="http://schemas.microsoft.com/office/powerpoint/2010/main" val="2811144429"/>
              </p:ext>
            </p:extLst>
          </p:nvPr>
        </p:nvGraphicFramePr>
        <p:xfrm>
          <a:off x="321581" y="1050155"/>
          <a:ext cx="4391934" cy="1828800"/>
        </p:xfrm>
        <a:graphic>
          <a:graphicData uri="http://schemas.openxmlformats.org/drawingml/2006/table">
            <a:tbl>
              <a:tblPr firstRow="1" bandRow="1">
                <a:tableStyleId>{5C22544A-7EE6-4342-B048-85BDC9FD1C3A}</a:tableStyleId>
              </a:tblPr>
              <a:tblGrid>
                <a:gridCol w="622655">
                  <a:extLst>
                    <a:ext uri="{9D8B030D-6E8A-4147-A177-3AD203B41FA5}">
                      <a16:colId xmlns:a16="http://schemas.microsoft.com/office/drawing/2014/main" val="20000"/>
                    </a:ext>
                  </a:extLst>
                </a:gridCol>
                <a:gridCol w="1701179">
                  <a:extLst>
                    <a:ext uri="{9D8B030D-6E8A-4147-A177-3AD203B41FA5}">
                      <a16:colId xmlns:a16="http://schemas.microsoft.com/office/drawing/2014/main" val="20001"/>
                    </a:ext>
                  </a:extLst>
                </a:gridCol>
                <a:gridCol w="2068100">
                  <a:extLst>
                    <a:ext uri="{9D8B030D-6E8A-4147-A177-3AD203B41FA5}">
                      <a16:colId xmlns:a16="http://schemas.microsoft.com/office/drawing/2014/main" val="20002"/>
                    </a:ext>
                  </a:extLst>
                </a:gridCol>
              </a:tblGrid>
              <a:tr h="280126">
                <a:tc>
                  <a:txBody>
                    <a:bodyPr/>
                    <a:lstStyle/>
                    <a:p>
                      <a:pPr algn="ctr"/>
                      <a:endParaRPr lang="zh-CN" altLang="en-US" dirty="0"/>
                    </a:p>
                  </a:txBody>
                  <a:tcPr/>
                </a:tc>
                <a:tc gridSpan="2">
                  <a:txBody>
                    <a:bodyPr/>
                    <a:lstStyle/>
                    <a:p>
                      <a:pPr algn="ctr"/>
                      <a:r>
                        <a:rPr lang="en-US" altLang="zh-CN" dirty="0"/>
                        <a:t>income</a:t>
                      </a:r>
                      <a:endParaRPr lang="zh-CN" altLang="en-US" dirty="0"/>
                    </a:p>
                  </a:txBody>
                  <a:tcPr/>
                </a:tc>
                <a:tc hMerge="1">
                  <a:txBody>
                    <a:bodyPr/>
                    <a:lstStyle/>
                    <a:p>
                      <a:endParaRPr lang="zh-CN" altLang="en-US" dirty="0"/>
                    </a:p>
                  </a:txBody>
                  <a:tcPr/>
                </a:tc>
                <a:extLst>
                  <a:ext uri="{0D108BD9-81ED-4DB2-BD59-A6C34878D82A}">
                    <a16:rowId xmlns:a16="http://schemas.microsoft.com/office/drawing/2014/main" val="10000"/>
                  </a:ext>
                </a:extLst>
              </a:tr>
              <a:tr h="280126">
                <a:tc>
                  <a:txBody>
                    <a:bodyPr/>
                    <a:lstStyle/>
                    <a:p>
                      <a:pPr algn="ctr"/>
                      <a:endParaRPr lang="zh-CN" altLang="en-US" dirty="0"/>
                    </a:p>
                  </a:txBody>
                  <a:tcPr/>
                </a:tc>
                <a:tc>
                  <a:txBody>
                    <a:bodyPr/>
                    <a:lstStyle/>
                    <a:p>
                      <a:pPr algn="ctr"/>
                      <a:r>
                        <a:rPr lang="en-US" altLang="zh-CN" dirty="0"/>
                        <a:t>{</a:t>
                      </a:r>
                      <a:r>
                        <a:rPr lang="en-US" altLang="zh-CN" dirty="0" err="1"/>
                        <a:t>low,medium</a:t>
                      </a:r>
                      <a:r>
                        <a:rPr lang="en-US" altLang="zh-CN" dirty="0"/>
                        <a:t>}</a:t>
                      </a:r>
                      <a:endParaRPr lang="zh-CN" altLang="en-US" dirty="0"/>
                    </a:p>
                  </a:txBody>
                  <a:tcPr/>
                </a:tc>
                <a:tc>
                  <a:txBody>
                    <a:bodyPr/>
                    <a:lstStyle/>
                    <a:p>
                      <a:pPr algn="ctr"/>
                      <a:r>
                        <a:rPr lang="en-US" altLang="zh-CN" dirty="0"/>
                        <a:t>high</a:t>
                      </a:r>
                      <a:endParaRPr lang="zh-CN" altLang="en-US" dirty="0"/>
                    </a:p>
                  </a:txBody>
                  <a:tcPr/>
                </a:tc>
                <a:extLst>
                  <a:ext uri="{0D108BD9-81ED-4DB2-BD59-A6C34878D82A}">
                    <a16:rowId xmlns:a16="http://schemas.microsoft.com/office/drawing/2014/main" val="10001"/>
                  </a:ext>
                </a:extLst>
              </a:tr>
              <a:tr h="280126">
                <a:tc>
                  <a:txBody>
                    <a:bodyPr/>
                    <a:lstStyle/>
                    <a:p>
                      <a:pPr algn="ctr"/>
                      <a:r>
                        <a:rPr lang="en-US" altLang="zh-CN" dirty="0"/>
                        <a:t>yes</a:t>
                      </a:r>
                      <a:endParaRPr lang="zh-CN" altLang="en-US" dirty="0"/>
                    </a:p>
                  </a:txBody>
                  <a:tcPr/>
                </a:tc>
                <a:tc>
                  <a:txBody>
                    <a:bodyPr/>
                    <a:lstStyle/>
                    <a:p>
                      <a:pPr algn="ctr"/>
                      <a:r>
                        <a:rPr lang="en-US" altLang="zh-CN" dirty="0"/>
                        <a:t>7</a:t>
                      </a:r>
                      <a:endParaRPr lang="zh-CN" altLang="en-US" dirty="0"/>
                    </a:p>
                  </a:txBody>
                  <a:tcPr/>
                </a:tc>
                <a:tc>
                  <a:txBody>
                    <a:bodyPr/>
                    <a:lstStyle/>
                    <a:p>
                      <a:pPr algn="ctr"/>
                      <a:r>
                        <a:rPr lang="en-US" altLang="zh-CN" dirty="0"/>
                        <a:t>2</a:t>
                      </a:r>
                      <a:endParaRPr lang="zh-CN" altLang="en-US" dirty="0"/>
                    </a:p>
                  </a:txBody>
                  <a:tcPr/>
                </a:tc>
                <a:extLst>
                  <a:ext uri="{0D108BD9-81ED-4DB2-BD59-A6C34878D82A}">
                    <a16:rowId xmlns:a16="http://schemas.microsoft.com/office/drawing/2014/main" val="10002"/>
                  </a:ext>
                </a:extLst>
              </a:tr>
              <a:tr h="280126">
                <a:tc>
                  <a:txBody>
                    <a:bodyPr/>
                    <a:lstStyle/>
                    <a:p>
                      <a:pPr algn="ctr"/>
                      <a:r>
                        <a:rPr lang="en-US" altLang="zh-CN" dirty="0"/>
                        <a:t>no</a:t>
                      </a:r>
                      <a:endParaRPr lang="zh-CN" altLang="en-US" dirty="0"/>
                    </a:p>
                  </a:txBody>
                  <a:tcPr/>
                </a:tc>
                <a:tc>
                  <a:txBody>
                    <a:bodyPr/>
                    <a:lstStyle/>
                    <a:p>
                      <a:pPr algn="ctr"/>
                      <a:r>
                        <a:rPr lang="en-US" altLang="zh-CN" dirty="0"/>
                        <a:t>3</a:t>
                      </a:r>
                      <a:endParaRPr lang="zh-CN" altLang="en-US" dirty="0"/>
                    </a:p>
                  </a:txBody>
                  <a:tcPr/>
                </a:tc>
                <a:tc>
                  <a:txBody>
                    <a:bodyPr/>
                    <a:lstStyle/>
                    <a:p>
                      <a:pPr algn="ctr"/>
                      <a:r>
                        <a:rPr lang="en-US" altLang="zh-CN" dirty="0"/>
                        <a:t>2</a:t>
                      </a:r>
                      <a:endParaRPr lang="zh-CN" altLang="en-US" dirty="0"/>
                    </a:p>
                  </a:txBody>
                  <a:tcPr/>
                </a:tc>
                <a:extLst>
                  <a:ext uri="{0D108BD9-81ED-4DB2-BD59-A6C34878D82A}">
                    <a16:rowId xmlns:a16="http://schemas.microsoft.com/office/drawing/2014/main" val="10003"/>
                  </a:ext>
                </a:extLst>
              </a:tr>
              <a:tr h="280126">
                <a:tc>
                  <a:txBody>
                    <a:bodyPr/>
                    <a:lstStyle/>
                    <a:p>
                      <a:pPr algn="ctr"/>
                      <a:r>
                        <a:rPr lang="en-US" altLang="zh-CN" dirty="0"/>
                        <a:t>Gini</a:t>
                      </a:r>
                      <a:endParaRPr lang="zh-CN" altLang="en-US" dirty="0"/>
                    </a:p>
                  </a:txBody>
                  <a:tcPr/>
                </a:tc>
                <a:tc gridSpan="2">
                  <a:txBody>
                    <a:bodyPr/>
                    <a:lstStyle/>
                    <a:p>
                      <a:pPr algn="ctr"/>
                      <a:r>
                        <a:rPr lang="en-US" altLang="zh-CN" dirty="0"/>
                        <a:t>0.443</a:t>
                      </a:r>
                      <a:endParaRPr lang="zh-CN" altLang="en-US" dirty="0"/>
                    </a:p>
                  </a:txBody>
                  <a:tcPr/>
                </a:tc>
                <a:tc hMerge="1">
                  <a:txBody>
                    <a:bodyPr/>
                    <a:lstStyle/>
                    <a:p>
                      <a:endParaRPr lang="zh-CN" altLang="en-US"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339739766"/>
      </p:ext>
    </p:extLst>
  </p:cSld>
  <p:clrMapOvr>
    <a:masterClrMapping/>
  </p:clrMapOvr>
  <p:transition spd="med">
    <p:zo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Slide Number Placeholder 5"/>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9AF8BC7C-EC17-4C12-931D-6ECE5B3AC3A5}" type="slidenum">
              <a:rPr lang="en-US" altLang="en-US"/>
              <a:pPr/>
              <a:t>15</a:t>
            </a:fld>
            <a:endParaRPr lang="en-US" altLang="en-US"/>
          </a:p>
        </p:txBody>
      </p:sp>
      <p:sp>
        <p:nvSpPr>
          <p:cNvPr id="70658" name="Rectangle 2"/>
          <p:cNvSpPr>
            <a:spLocks noGrp="1" noChangeArrowheads="1"/>
          </p:cNvSpPr>
          <p:nvPr>
            <p:ph type="title"/>
          </p:nvPr>
        </p:nvSpPr>
        <p:spPr>
          <a:xfrm>
            <a:off x="0" y="304800"/>
            <a:ext cx="9144000" cy="685800"/>
          </a:xfrm>
        </p:spPr>
        <p:txBody>
          <a:bodyPr lIns="92075" tIns="46038" rIns="92075" bIns="46038" anchor="ctr"/>
          <a:lstStyle/>
          <a:p>
            <a:pPr eaLnBrk="1" hangingPunct="1"/>
            <a:r>
              <a:rPr lang="zh-CN" altLang="en-US" dirty="0">
                <a:ea typeface="宋体" pitchFamily="2" charset="-122"/>
              </a:rPr>
              <a:t>比较属性选择度量</a:t>
            </a:r>
            <a:endParaRPr lang="en-US" altLang="zh-CN" sz="2800" dirty="0">
              <a:ea typeface="宋体" pitchFamily="2" charset="-122"/>
            </a:endParaRPr>
          </a:p>
        </p:txBody>
      </p:sp>
      <p:sp>
        <p:nvSpPr>
          <p:cNvPr id="70659" name="Rectangle 3"/>
          <p:cNvSpPr>
            <a:spLocks noGrp="1" noChangeArrowheads="1"/>
          </p:cNvSpPr>
          <p:nvPr>
            <p:ph idx="1"/>
          </p:nvPr>
        </p:nvSpPr>
        <p:spPr>
          <a:xfrm>
            <a:off x="304800" y="1371600"/>
            <a:ext cx="8458200" cy="5257800"/>
          </a:xfrm>
        </p:spPr>
        <p:txBody>
          <a:bodyPr lIns="92075" tIns="46038" rIns="92075" bIns="46038"/>
          <a:lstStyle/>
          <a:p>
            <a:pPr eaLnBrk="1" hangingPunct="1">
              <a:lnSpc>
                <a:spcPct val="110000"/>
              </a:lnSpc>
            </a:pPr>
            <a:r>
              <a:rPr lang="zh-CN" altLang="en-US" sz="2400" dirty="0">
                <a:ea typeface="宋体" pitchFamily="2" charset="-122"/>
              </a:rPr>
              <a:t>总的来说，这三项度量产生相当好的结果，但是</a:t>
            </a:r>
            <a:endParaRPr lang="en-US" altLang="zh-CN" sz="2400" dirty="0">
              <a:ea typeface="宋体" pitchFamily="2" charset="-122"/>
            </a:endParaRPr>
          </a:p>
          <a:p>
            <a:pPr lvl="1" eaLnBrk="1" hangingPunct="1">
              <a:lnSpc>
                <a:spcPct val="110000"/>
              </a:lnSpc>
            </a:pPr>
            <a:r>
              <a:rPr lang="zh-CN" altLang="en-US" sz="2400" dirty="0">
                <a:ea typeface="宋体" pitchFamily="2" charset="-122"/>
              </a:rPr>
              <a:t>信息增益</a:t>
            </a:r>
            <a:r>
              <a:rPr lang="en-US" altLang="zh-CN" sz="2400" dirty="0">
                <a:ea typeface="宋体" pitchFamily="2" charset="-122"/>
              </a:rPr>
              <a:t>: </a:t>
            </a:r>
          </a:p>
          <a:p>
            <a:pPr lvl="2" eaLnBrk="1" hangingPunct="1">
              <a:lnSpc>
                <a:spcPct val="110000"/>
              </a:lnSpc>
            </a:pPr>
            <a:r>
              <a:rPr lang="zh-CN" altLang="en-US" dirty="0">
                <a:ea typeface="宋体" pitchFamily="2" charset="-122"/>
              </a:rPr>
              <a:t>偏向于多值属性</a:t>
            </a:r>
            <a:endParaRPr lang="en-US" altLang="zh-CN" dirty="0">
              <a:ea typeface="宋体" pitchFamily="2" charset="-122"/>
            </a:endParaRPr>
          </a:p>
          <a:p>
            <a:pPr lvl="1" eaLnBrk="1" hangingPunct="1">
              <a:lnSpc>
                <a:spcPct val="110000"/>
              </a:lnSpc>
            </a:pPr>
            <a:r>
              <a:rPr lang="zh-CN" altLang="en-US" sz="2400" dirty="0">
                <a:ea typeface="宋体" pitchFamily="2" charset="-122"/>
              </a:rPr>
              <a:t>信息增益率</a:t>
            </a:r>
            <a:r>
              <a:rPr lang="en-US" altLang="zh-CN" sz="2400" dirty="0">
                <a:ea typeface="宋体" pitchFamily="2" charset="-122"/>
              </a:rPr>
              <a:t>: </a:t>
            </a:r>
          </a:p>
          <a:p>
            <a:pPr lvl="2" eaLnBrk="1" hangingPunct="1">
              <a:lnSpc>
                <a:spcPct val="110000"/>
              </a:lnSpc>
            </a:pPr>
            <a:r>
              <a:rPr lang="zh-CN" altLang="en-US" dirty="0">
                <a:ea typeface="宋体" pitchFamily="2" charset="-122"/>
              </a:rPr>
              <a:t>倾向于偏向不平衡的分裂，其中一个分区比其他分区小得多</a:t>
            </a:r>
            <a:endParaRPr lang="en-US" altLang="zh-CN" dirty="0">
              <a:ea typeface="宋体" pitchFamily="2" charset="-122"/>
            </a:endParaRPr>
          </a:p>
          <a:p>
            <a:pPr lvl="1" eaLnBrk="1" hangingPunct="1">
              <a:lnSpc>
                <a:spcPct val="110000"/>
              </a:lnSpc>
            </a:pPr>
            <a:r>
              <a:rPr lang="zh-CN" altLang="en-US" sz="2400" dirty="0">
                <a:ea typeface="宋体" pitchFamily="2" charset="-122"/>
              </a:rPr>
              <a:t>基尼指数</a:t>
            </a:r>
            <a:r>
              <a:rPr lang="en-US" altLang="zh-CN" sz="2400" dirty="0">
                <a:ea typeface="宋体" pitchFamily="2" charset="-122"/>
              </a:rPr>
              <a:t>: </a:t>
            </a:r>
          </a:p>
          <a:p>
            <a:pPr lvl="2" eaLnBrk="1" hangingPunct="1">
              <a:lnSpc>
                <a:spcPct val="110000"/>
              </a:lnSpc>
            </a:pPr>
            <a:r>
              <a:rPr lang="zh-CN" altLang="en-US" dirty="0">
                <a:ea typeface="宋体" pitchFamily="2" charset="-122"/>
              </a:rPr>
              <a:t>偏向于多值属性</a:t>
            </a:r>
            <a:endParaRPr lang="en-US" altLang="zh-CN" dirty="0">
              <a:ea typeface="宋体" pitchFamily="2" charset="-122"/>
            </a:endParaRPr>
          </a:p>
          <a:p>
            <a:pPr lvl="2" eaLnBrk="1" hangingPunct="1">
              <a:lnSpc>
                <a:spcPct val="110000"/>
              </a:lnSpc>
            </a:pPr>
            <a:r>
              <a:rPr lang="zh-CN" altLang="en-US" dirty="0">
                <a:ea typeface="宋体" pitchFamily="2" charset="-122"/>
              </a:rPr>
              <a:t>当类的数量很大时会有困难</a:t>
            </a:r>
            <a:endParaRPr lang="en-US" altLang="zh-CN" dirty="0">
              <a:ea typeface="宋体" pitchFamily="2" charset="-122"/>
            </a:endParaRPr>
          </a:p>
          <a:p>
            <a:pPr lvl="2" eaLnBrk="1" hangingPunct="1">
              <a:lnSpc>
                <a:spcPct val="110000"/>
              </a:lnSpc>
            </a:pPr>
            <a:r>
              <a:rPr lang="zh-CN" altLang="en-US" dirty="0">
                <a:ea typeface="宋体" pitchFamily="2" charset="-122"/>
              </a:rPr>
              <a:t>倾向于导致大小相等的划分和纯度</a:t>
            </a:r>
            <a:endParaRPr lang="en-US" altLang="zh-CN" dirty="0">
              <a:ea typeface="宋体" pitchFamily="2" charset="-122"/>
            </a:endParaRPr>
          </a:p>
        </p:txBody>
      </p:sp>
      <p:sp>
        <p:nvSpPr>
          <p:cNvPr id="6" name="矩形 5"/>
          <p:cNvSpPr/>
          <p:nvPr/>
        </p:nvSpPr>
        <p:spPr>
          <a:xfrm>
            <a:off x="239483" y="6267940"/>
            <a:ext cx="3262432" cy="461665"/>
          </a:xfrm>
          <a:prstGeom prst="rect">
            <a:avLst/>
          </a:prstGeom>
        </p:spPr>
        <p:txBody>
          <a:bodyPr wrap="none">
            <a:spAutoFit/>
          </a:bodyPr>
          <a:lstStyle/>
          <a:p>
            <a:r>
              <a:rPr lang="zh-CN" altLang="en-US" dirty="0"/>
              <a:t>应用：评估系统、分析</a:t>
            </a:r>
          </a:p>
        </p:txBody>
      </p:sp>
    </p:spTree>
    <p:extLst>
      <p:ext uri="{BB962C8B-B14F-4D97-AF65-F5344CB8AC3E}">
        <p14:creationId xmlns:p14="http://schemas.microsoft.com/office/powerpoint/2010/main" val="1529623579"/>
      </p:ext>
    </p:extLst>
  </p:cSld>
  <p:clrMapOvr>
    <a:masterClrMapping/>
  </p:clrMapOvr>
  <p:transition spd="med">
    <p:zo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436113" y="2967335"/>
            <a:ext cx="2271776" cy="923330"/>
          </a:xfrm>
          <a:prstGeom prst="rect">
            <a:avLst/>
          </a:prstGeom>
          <a:noFill/>
        </p:spPr>
        <p:txBody>
          <a:bodyPr wrap="none" lIns="91440" tIns="45720" rIns="91440" bIns="45720">
            <a:spAutoFit/>
          </a:bodyPr>
          <a:lstStyle/>
          <a:p>
            <a:pPr algn="ctr"/>
            <a:r>
              <a:rPr lang="zh-CN" altLang="en-US" sz="5400" b="1" cap="all" spc="0"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谢谢！</a:t>
            </a:r>
          </a:p>
        </p:txBody>
      </p:sp>
    </p:spTree>
    <p:extLst>
      <p:ext uri="{BB962C8B-B14F-4D97-AF65-F5344CB8AC3E}">
        <p14:creationId xmlns:p14="http://schemas.microsoft.com/office/powerpoint/2010/main" val="4026065640"/>
      </p:ext>
    </p:extLst>
  </p:cSld>
  <p:clrMapOvr>
    <a:masterClrMapping/>
  </p:clrMapOvr>
  <p:transition spd="med">
    <p:zoom/>
  </p:transition>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Berlin Sans FB Demi"/>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Designs\Blends.pot</Template>
  <TotalTime>961</TotalTime>
  <Pages>0</Pages>
  <Words>1524</Words>
  <Characters>0</Characters>
  <Application>Microsoft Office PowerPoint</Application>
  <DocSecurity>0</DocSecurity>
  <PresentationFormat>全屏显示(4:3)</PresentationFormat>
  <Lines>0</Lines>
  <Paragraphs>161</Paragraphs>
  <Slides>16</Slides>
  <Notes>13</Notes>
  <HiddenSlides>2</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3</vt:i4>
      </vt:variant>
      <vt:variant>
        <vt:lpstr>幻灯片标题</vt:lpstr>
      </vt:variant>
      <vt:variant>
        <vt:i4>16</vt:i4>
      </vt:variant>
    </vt:vector>
  </HeadingPairs>
  <TitlesOfParts>
    <vt:vector size="29" baseType="lpstr">
      <vt:lpstr>MathJax_Math</vt:lpstr>
      <vt:lpstr>Arial</vt:lpstr>
      <vt:lpstr>Berlin Sans FB Demi</vt:lpstr>
      <vt:lpstr>Calibri</vt:lpstr>
      <vt:lpstr>Symbol</vt:lpstr>
      <vt:lpstr>Tahoma</vt:lpstr>
      <vt:lpstr>Times New Roman</vt:lpstr>
      <vt:lpstr>Wingdings</vt:lpstr>
      <vt:lpstr>Wingdings 2</vt:lpstr>
      <vt:lpstr>Blends</vt:lpstr>
      <vt:lpstr>Equation.3</vt:lpstr>
      <vt:lpstr>Microsoft Excel 97-2003 Worksheet</vt:lpstr>
      <vt:lpstr>工作表</vt:lpstr>
      <vt:lpstr>决策树   </vt:lpstr>
      <vt:lpstr>PowerPoint 演示文稿</vt:lpstr>
      <vt:lpstr>PowerPoint 演示文稿</vt:lpstr>
      <vt:lpstr>Attribute Selection: Information Gain(ID3)</vt:lpstr>
      <vt:lpstr>PowerPoint 演示文稿</vt:lpstr>
      <vt:lpstr>PowerPoint 演示文稿</vt:lpstr>
      <vt:lpstr>Gain Ratio for Attribute Selection (C4.5)</vt:lpstr>
      <vt:lpstr>PowerPoint 演示文稿</vt:lpstr>
      <vt:lpstr>PowerPoint 演示文稿</vt:lpstr>
      <vt:lpstr>PowerPoint 演示文稿</vt:lpstr>
      <vt:lpstr>Gini index (CART)</vt:lpstr>
      <vt:lpstr>Gini Index (CART)</vt:lpstr>
      <vt:lpstr>PowerPoint 演示文稿</vt:lpstr>
      <vt:lpstr>PowerPoint 演示文稿</vt:lpstr>
      <vt:lpstr>比较属性选择度量</vt:lpstr>
      <vt:lpstr>PowerPoint 演示文稿</vt:lpstr>
    </vt:vector>
  </TitlesOfParts>
  <Company>S.F.U.</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Jiawei Han</dc:creator>
  <cp:lastModifiedBy>JX L</cp:lastModifiedBy>
  <cp:revision>731</cp:revision>
  <cp:lastPrinted>2010-10-03T12:10:01Z</cp:lastPrinted>
  <dcterms:created xsi:type="dcterms:W3CDTF">1998-06-20T20:38:52Z</dcterms:created>
  <dcterms:modified xsi:type="dcterms:W3CDTF">2019-07-23T10:51:59Z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2052-10.1.0.5672</vt:lpwstr>
  </property>
</Properties>
</file>