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342" r:id="rId2"/>
    <p:sldId id="325" r:id="rId3"/>
    <p:sldId id="326" r:id="rId4"/>
    <p:sldId id="321" r:id="rId5"/>
    <p:sldId id="292" r:id="rId6"/>
    <p:sldId id="327" r:id="rId7"/>
    <p:sldId id="306" r:id="rId8"/>
    <p:sldId id="332" r:id="rId9"/>
    <p:sldId id="333" r:id="rId10"/>
    <p:sldId id="335" r:id="rId11"/>
    <p:sldId id="345" r:id="rId12"/>
    <p:sldId id="340" r:id="rId13"/>
    <p:sldId id="338" r:id="rId14"/>
  </p:sldIdLst>
  <p:sldSz cx="9144000" cy="5143500" type="screen16x9"/>
  <p:notesSz cx="6858000" cy="9144000"/>
  <p:custDataLst>
    <p:tags r:id="rId16"/>
  </p:custDataLst>
  <p:defaultTextStyle>
    <a:defPPr>
      <a:defRPr lang="zh-CN"/>
    </a:defPPr>
    <a:lvl1pPr algn="l" defTabSz="685800" rtl="0" eaLnBrk="0" fontAlgn="base" hangingPunct="0">
      <a:spcBef>
        <a:spcPct val="0"/>
      </a:spcBef>
      <a:spcAft>
        <a:spcPct val="0"/>
      </a:spcAft>
      <a:defRPr sz="1300" kern="1200">
        <a:solidFill>
          <a:schemeClr val="tx1"/>
        </a:solidFill>
        <a:latin typeface="方正正黑简体" pitchFamily="2" charset="-122"/>
        <a:ea typeface="方正正黑简体" pitchFamily="2" charset="-122"/>
        <a:cs typeface="+mn-cs"/>
      </a:defRPr>
    </a:lvl1pPr>
    <a:lvl2pPr marL="342900" indent="114300" algn="l" defTabSz="685800" rtl="0" eaLnBrk="0" fontAlgn="base" hangingPunct="0">
      <a:spcBef>
        <a:spcPct val="0"/>
      </a:spcBef>
      <a:spcAft>
        <a:spcPct val="0"/>
      </a:spcAft>
      <a:defRPr sz="1300" kern="1200">
        <a:solidFill>
          <a:schemeClr val="tx1"/>
        </a:solidFill>
        <a:latin typeface="方正正黑简体" pitchFamily="2" charset="-122"/>
        <a:ea typeface="方正正黑简体" pitchFamily="2" charset="-122"/>
        <a:cs typeface="+mn-cs"/>
      </a:defRPr>
    </a:lvl2pPr>
    <a:lvl3pPr marL="685800" indent="228600" algn="l" defTabSz="685800" rtl="0" eaLnBrk="0" fontAlgn="base" hangingPunct="0">
      <a:spcBef>
        <a:spcPct val="0"/>
      </a:spcBef>
      <a:spcAft>
        <a:spcPct val="0"/>
      </a:spcAft>
      <a:defRPr sz="1300" kern="1200">
        <a:solidFill>
          <a:schemeClr val="tx1"/>
        </a:solidFill>
        <a:latin typeface="方正正黑简体" pitchFamily="2" charset="-122"/>
        <a:ea typeface="方正正黑简体" pitchFamily="2" charset="-122"/>
        <a:cs typeface="+mn-cs"/>
      </a:defRPr>
    </a:lvl3pPr>
    <a:lvl4pPr marL="1028700" indent="342900" algn="l" defTabSz="685800" rtl="0" eaLnBrk="0" fontAlgn="base" hangingPunct="0">
      <a:spcBef>
        <a:spcPct val="0"/>
      </a:spcBef>
      <a:spcAft>
        <a:spcPct val="0"/>
      </a:spcAft>
      <a:defRPr sz="1300" kern="1200">
        <a:solidFill>
          <a:schemeClr val="tx1"/>
        </a:solidFill>
        <a:latin typeface="方正正黑简体" pitchFamily="2" charset="-122"/>
        <a:ea typeface="方正正黑简体" pitchFamily="2" charset="-122"/>
        <a:cs typeface="+mn-cs"/>
      </a:defRPr>
    </a:lvl4pPr>
    <a:lvl5pPr marL="1371600" indent="457200" algn="l" defTabSz="685800" rtl="0" eaLnBrk="0" fontAlgn="base" hangingPunct="0">
      <a:spcBef>
        <a:spcPct val="0"/>
      </a:spcBef>
      <a:spcAft>
        <a:spcPct val="0"/>
      </a:spcAft>
      <a:defRPr sz="1300" kern="1200">
        <a:solidFill>
          <a:schemeClr val="tx1"/>
        </a:solidFill>
        <a:latin typeface="方正正黑简体" pitchFamily="2" charset="-122"/>
        <a:ea typeface="方正正黑简体" pitchFamily="2" charset="-122"/>
        <a:cs typeface="+mn-cs"/>
      </a:defRPr>
    </a:lvl5pPr>
    <a:lvl6pPr marL="2286000" algn="l" defTabSz="914400" rtl="0" eaLnBrk="1" latinLnBrk="0" hangingPunct="1">
      <a:defRPr sz="1300" kern="1200">
        <a:solidFill>
          <a:schemeClr val="tx1"/>
        </a:solidFill>
        <a:latin typeface="方正正黑简体" pitchFamily="2" charset="-122"/>
        <a:ea typeface="方正正黑简体" pitchFamily="2" charset="-122"/>
        <a:cs typeface="+mn-cs"/>
      </a:defRPr>
    </a:lvl6pPr>
    <a:lvl7pPr marL="2743200" algn="l" defTabSz="914400" rtl="0" eaLnBrk="1" latinLnBrk="0" hangingPunct="1">
      <a:defRPr sz="1300" kern="1200">
        <a:solidFill>
          <a:schemeClr val="tx1"/>
        </a:solidFill>
        <a:latin typeface="方正正黑简体" pitchFamily="2" charset="-122"/>
        <a:ea typeface="方正正黑简体" pitchFamily="2" charset="-122"/>
        <a:cs typeface="+mn-cs"/>
      </a:defRPr>
    </a:lvl7pPr>
    <a:lvl8pPr marL="3200400" algn="l" defTabSz="914400" rtl="0" eaLnBrk="1" latinLnBrk="0" hangingPunct="1">
      <a:defRPr sz="1300" kern="1200">
        <a:solidFill>
          <a:schemeClr val="tx1"/>
        </a:solidFill>
        <a:latin typeface="方正正黑简体" pitchFamily="2" charset="-122"/>
        <a:ea typeface="方正正黑简体" pitchFamily="2" charset="-122"/>
        <a:cs typeface="+mn-cs"/>
      </a:defRPr>
    </a:lvl8pPr>
    <a:lvl9pPr marL="3657600" algn="l" defTabSz="914400" rtl="0" eaLnBrk="1" latinLnBrk="0" hangingPunct="1">
      <a:defRPr sz="1300" kern="1200">
        <a:solidFill>
          <a:schemeClr val="tx1"/>
        </a:solidFill>
        <a:latin typeface="方正正黑简体" pitchFamily="2" charset="-122"/>
        <a:ea typeface="方正正黑简体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6" d="100"/>
        <a:sy n="12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tags" Target="tags/tag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</a:defRPr>
            </a:lvl1pPr>
          </a:lstStyle>
          <a:p>
            <a:pPr>
              <a:defRPr/>
            </a:pPr>
            <a:fld id="{ED2B3528-981D-4363-A587-D683C98CDFB3}" type="datetimeFigureOut">
              <a:rPr lang="zh-CN" altLang="en-US"/>
              <a:pPr>
                <a:defRPr/>
              </a:pPr>
              <a:t>2020/1/2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noProof="0" smtClean="0"/>
              <a:t>单击此处编辑母版文本样式</a:t>
            </a:r>
          </a:p>
          <a:p>
            <a:pPr lvl="1"/>
            <a:r>
              <a:rPr lang="zh-CN" altLang="en-US" noProof="0" smtClean="0"/>
              <a:t>第二级</a:t>
            </a:r>
          </a:p>
          <a:p>
            <a:pPr lvl="2"/>
            <a:r>
              <a:rPr lang="zh-CN" altLang="en-US" noProof="0" smtClean="0"/>
              <a:t>第三级</a:t>
            </a:r>
          </a:p>
          <a:p>
            <a:pPr lvl="3"/>
            <a:r>
              <a:rPr lang="zh-CN" altLang="en-US" noProof="0" smtClean="0"/>
              <a:t>第四级</a:t>
            </a:r>
          </a:p>
          <a:p>
            <a:pPr lvl="4"/>
            <a:r>
              <a:rPr lang="zh-CN" altLang="en-US" noProof="0" smtClean="0"/>
              <a:t>第五级</a:t>
            </a:r>
            <a:endParaRPr lang="zh-CN" altLang="en-US" noProof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  <a:ea typeface="宋体" pitchFamily="2" charset="-122"/>
              </a:defRPr>
            </a:lvl1pPr>
          </a:lstStyle>
          <a:p>
            <a:fld id="{8D436607-AAFE-4D20-8825-19A84ACD65B4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967187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2291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1229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67B6836A-435F-4ED1-8E02-8752A145F1AF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1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185695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4339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14340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29A17FA0-49C6-4871-9994-725F6A6C2BDA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2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39778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0483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20484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E67F5214-A304-426F-B356-FB95E19280E7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3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718098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2531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2253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2761C7F9-7277-4737-8DFD-3F6F99CEA260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4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969357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id-ID" altLang="zh-CN" smtClean="0"/>
          </a:p>
        </p:txBody>
      </p:sp>
      <p:sp>
        <p:nvSpPr>
          <p:cNvPr id="24580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2F080903-15C4-4F40-900B-AE36E2F08991}" type="slidenum">
              <a:rPr lang="en-US" altLang="zh-CN" sz="1200">
                <a:latin typeface="Calibri" pitchFamily="34" charset="0"/>
              </a:rPr>
              <a:pPr/>
              <a:t>5</a:t>
            </a:fld>
            <a:endParaRPr lang="en-US" altLang="zh-CN" sz="1200">
              <a:latin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21053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2771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3277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BF5B0EBD-2B3C-4C46-B05C-CFFF9FC06081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6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616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47108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1AB00DAE-86AD-4D87-A3DE-564EB62E27B5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7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867355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9155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49156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C4481DDA-AE0E-4A25-8EA7-C7F8FDE091D5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8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302875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03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51204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3169D83D-FFFA-42FA-8F08-3AD58819F37B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9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032860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7347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57348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7484C8AB-A3F2-42FA-A545-9AE0154DF043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10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101858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3491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6349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B7F0C4B3-C764-4593-8C9B-19D18649863C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11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384820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5539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65540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EF30BDAD-884C-430D-A512-A49865D01C09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12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089521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69636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72605E8A-3431-499C-A587-B24BCCB3E13F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13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12615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5588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33244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  <a:lvl2pPr>
              <a:defRPr>
                <a:ea typeface="微软雅黑" panose="020B0503020204020204" pitchFamily="34" charset="-122"/>
              </a:defRPr>
            </a:lvl2pPr>
            <a:lvl3pPr>
              <a:defRPr>
                <a:ea typeface="微软雅黑" panose="020B0503020204020204" pitchFamily="34" charset="-122"/>
              </a:defRPr>
            </a:lvl3pPr>
            <a:lvl4pPr>
              <a:defRPr>
                <a:ea typeface="微软雅黑" panose="020B0503020204020204" pitchFamily="34" charset="-122"/>
              </a:defRPr>
            </a:lvl4pPr>
            <a:lvl5pPr>
              <a:defRPr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  <a:lvl2pPr>
              <a:defRPr>
                <a:ea typeface="微软雅黑" panose="020B0503020204020204" pitchFamily="34" charset="-122"/>
              </a:defRPr>
            </a:lvl2pPr>
            <a:lvl3pPr>
              <a:defRPr>
                <a:ea typeface="微软雅黑" panose="020B0503020204020204" pitchFamily="34" charset="-122"/>
              </a:defRPr>
            </a:lvl3pPr>
            <a:lvl4pPr>
              <a:defRPr>
                <a:ea typeface="微软雅黑" panose="020B0503020204020204" pitchFamily="34" charset="-122"/>
              </a:defRPr>
            </a:lvl4pPr>
            <a:lvl5pPr>
              <a:defRPr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smtClean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41315E1B-B345-4B8B-882E-264E3BBD6C58}" type="datetimeFigureOut">
              <a:rPr lang="zh-CN" altLang="en-US"/>
              <a:pPr>
                <a:defRPr/>
              </a:pPr>
              <a:t>2020/1/2</a:t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dirty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微软雅黑" pitchFamily="34" charset="-122"/>
              </a:defRPr>
            </a:lvl1pPr>
          </a:lstStyle>
          <a:p>
            <a:fld id="{4932FA15-0E4B-4DA3-81EA-A0412778641E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8252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>
                <a:ea typeface="微软雅黑" panose="020B0503020204020204" pitchFamily="34" charset="-122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  <a:lvl2pPr>
              <a:defRPr>
                <a:ea typeface="微软雅黑" panose="020B0503020204020204" pitchFamily="34" charset="-122"/>
              </a:defRPr>
            </a:lvl2pPr>
            <a:lvl3pPr>
              <a:defRPr>
                <a:ea typeface="微软雅黑" panose="020B0503020204020204" pitchFamily="34" charset="-122"/>
              </a:defRPr>
            </a:lvl3pPr>
            <a:lvl4pPr>
              <a:defRPr>
                <a:ea typeface="微软雅黑" panose="020B0503020204020204" pitchFamily="34" charset="-122"/>
              </a:defRPr>
            </a:lvl4pPr>
            <a:lvl5pPr>
              <a:defRPr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>
                <a:ea typeface="微软雅黑" panose="020B0503020204020204" pitchFamily="34" charset="-122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  <a:lvl2pPr>
              <a:defRPr>
                <a:ea typeface="微软雅黑" panose="020B0503020204020204" pitchFamily="34" charset="-122"/>
              </a:defRPr>
            </a:lvl2pPr>
            <a:lvl3pPr>
              <a:defRPr>
                <a:ea typeface="微软雅黑" panose="020B0503020204020204" pitchFamily="34" charset="-122"/>
              </a:defRPr>
            </a:lvl3pPr>
            <a:lvl4pPr>
              <a:defRPr>
                <a:ea typeface="微软雅黑" panose="020B0503020204020204" pitchFamily="34" charset="-122"/>
              </a:defRPr>
            </a:lvl4pPr>
            <a:lvl5pPr>
              <a:defRPr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smtClean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97A7F46E-DF77-43B7-B9D6-BB3739091B45}" type="datetimeFigureOut">
              <a:rPr lang="zh-CN" altLang="en-US"/>
              <a:pPr>
                <a:defRPr/>
              </a:pPr>
              <a:t>2020/1/2</a:t>
            </a:fld>
            <a:endParaRPr lang="zh-CN" alt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dirty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微软雅黑" pitchFamily="34" charset="-122"/>
              </a:defRPr>
            </a:lvl1pPr>
          </a:lstStyle>
          <a:p>
            <a:fld id="{AAA53F22-8BFA-4145-AB55-47DB99FFFD99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3443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smtClean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B75F34B3-CF30-49FF-8230-2D2307F14466}" type="datetimeFigureOut">
              <a:rPr lang="zh-CN" altLang="en-US"/>
              <a:pPr>
                <a:defRPr/>
              </a:pPr>
              <a:t>2020/1/2</a:t>
            </a:fld>
            <a:endParaRPr lang="zh-CN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dirty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微软雅黑" pitchFamily="34" charset="-122"/>
              </a:defRPr>
            </a:lvl1pPr>
          </a:lstStyle>
          <a:p>
            <a:fld id="{DECEF3C3-C0CF-4DF7-88A6-4CD39231D551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1211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smtClean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B188571A-3F6C-48B0-80F3-73AF143655C3}" type="datetimeFigureOut">
              <a:rPr lang="zh-CN" altLang="en-US"/>
              <a:pPr>
                <a:defRPr/>
              </a:pPr>
              <a:t>2020/1/2</a:t>
            </a:fld>
            <a:endParaRPr lang="zh-CN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dirty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微软雅黑" pitchFamily="34" charset="-122"/>
              </a:defRPr>
            </a:lvl1pPr>
          </a:lstStyle>
          <a:p>
            <a:fld id="{41CE9C92-15CF-4316-8562-DA1A8E38D543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93435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</p:spPr>
        <p:txBody>
          <a:bodyPr anchor="b"/>
          <a:lstStyle>
            <a:lvl1pPr>
              <a:defRPr sz="2400"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</p:spPr>
        <p:txBody>
          <a:bodyPr/>
          <a:lstStyle>
            <a:lvl1pPr>
              <a:defRPr sz="2400">
                <a:ea typeface="微软雅黑" panose="020B0503020204020204" pitchFamily="34" charset="-122"/>
              </a:defRPr>
            </a:lvl1pPr>
            <a:lvl2pPr>
              <a:defRPr sz="2100">
                <a:ea typeface="微软雅黑" panose="020B0503020204020204" pitchFamily="34" charset="-122"/>
              </a:defRPr>
            </a:lvl2pPr>
            <a:lvl3pPr>
              <a:defRPr sz="1800">
                <a:ea typeface="微软雅黑" panose="020B0503020204020204" pitchFamily="34" charset="-122"/>
              </a:defRPr>
            </a:lvl3pPr>
            <a:lvl4pPr>
              <a:defRPr sz="1500">
                <a:ea typeface="微软雅黑" panose="020B0503020204020204" pitchFamily="34" charset="-122"/>
              </a:defRPr>
            </a:lvl4pPr>
            <a:lvl5pPr>
              <a:defRPr sz="1500">
                <a:ea typeface="微软雅黑" panose="020B0503020204020204" pitchFamily="34" charset="-122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ea typeface="微软雅黑" panose="020B0503020204020204" pitchFamily="34" charset="-122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smtClean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C1A223E1-63B1-4E0D-92EA-CA9F05877906}" type="datetimeFigureOut">
              <a:rPr lang="zh-CN" altLang="en-US"/>
              <a:pPr>
                <a:defRPr/>
              </a:pPr>
              <a:t>2020/1/2</a:t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dirty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微软雅黑" pitchFamily="34" charset="-122"/>
              </a:defRPr>
            </a:lvl1pPr>
          </a:lstStyle>
          <a:p>
            <a:fld id="{D48D263A-ED8E-4C7D-B5B5-2C4AAE332A01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8846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</p:spPr>
        <p:txBody>
          <a:bodyPr anchor="b"/>
          <a:lstStyle>
            <a:lvl1pPr>
              <a:defRPr sz="2400"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>
                <a:ea typeface="微软雅黑" panose="020B0503020204020204" pitchFamily="34" charset="-122"/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zh-CN" altLang="en-US" noProof="0" dirty="0" smtClean="0"/>
              <a:t>单击图标添加图片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ea typeface="微软雅黑" panose="020B0503020204020204" pitchFamily="34" charset="-122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smtClean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D76B5FFC-A4A9-4F0C-B04C-FD978C26AE25}" type="datetimeFigureOut">
              <a:rPr lang="zh-CN" altLang="en-US"/>
              <a:pPr>
                <a:defRPr/>
              </a:pPr>
              <a:t>2020/1/2</a:t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dirty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微软雅黑" pitchFamily="34" charset="-122"/>
              </a:defRPr>
            </a:lvl1pPr>
          </a:lstStyle>
          <a:p>
            <a:fld id="{B3A72456-D0DF-49FA-9C4C-FBEC85E60E81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029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eaVert"/>
          <a:lstStyle>
            <a:lvl1pPr>
              <a:defRPr>
                <a:ea typeface="微软雅黑" panose="020B0503020204020204" pitchFamily="34" charset="-122"/>
              </a:defRPr>
            </a:lvl1pPr>
            <a:lvl2pPr>
              <a:defRPr>
                <a:ea typeface="微软雅黑" panose="020B0503020204020204" pitchFamily="34" charset="-122"/>
              </a:defRPr>
            </a:lvl2pPr>
            <a:lvl3pPr>
              <a:defRPr>
                <a:ea typeface="微软雅黑" panose="020B0503020204020204" pitchFamily="34" charset="-122"/>
              </a:defRPr>
            </a:lvl3pPr>
            <a:lvl4pPr>
              <a:defRPr>
                <a:ea typeface="微软雅黑" panose="020B0503020204020204" pitchFamily="34" charset="-122"/>
              </a:defRPr>
            </a:lvl4pPr>
            <a:lvl5pPr>
              <a:defRPr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smtClean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ECDE7D54-1A34-4789-BBE5-D56E065BD225}" type="datetimeFigureOut">
              <a:rPr lang="zh-CN" altLang="en-US"/>
              <a:pPr>
                <a:defRPr/>
              </a:pPr>
              <a:t>2020/1/2</a:t>
            </a:fld>
            <a:endParaRPr lang="zh-CN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dirty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微软雅黑" pitchFamily="34" charset="-122"/>
              </a:defRPr>
            </a:lvl1pPr>
          </a:lstStyle>
          <a:p>
            <a:fld id="{AD30895E-7897-4B72-A4D5-4A086836685F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2147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  <a:prstGeom prst="rect">
            <a:avLst/>
          </a:prstGeom>
        </p:spPr>
        <p:txBody>
          <a:bodyPr vert="eaVert"/>
          <a:lstStyle>
            <a:lvl1pPr>
              <a:defRPr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  <a:prstGeom prst="rect">
            <a:avLst/>
          </a:prstGeom>
        </p:spPr>
        <p:txBody>
          <a:bodyPr vert="eaVert"/>
          <a:lstStyle>
            <a:lvl1pPr>
              <a:defRPr>
                <a:ea typeface="微软雅黑" panose="020B0503020204020204" pitchFamily="34" charset="-122"/>
              </a:defRPr>
            </a:lvl1pPr>
            <a:lvl2pPr>
              <a:defRPr>
                <a:ea typeface="微软雅黑" panose="020B0503020204020204" pitchFamily="34" charset="-122"/>
              </a:defRPr>
            </a:lvl2pPr>
            <a:lvl3pPr>
              <a:defRPr>
                <a:ea typeface="微软雅黑" panose="020B0503020204020204" pitchFamily="34" charset="-122"/>
              </a:defRPr>
            </a:lvl3pPr>
            <a:lvl4pPr>
              <a:defRPr>
                <a:ea typeface="微软雅黑" panose="020B0503020204020204" pitchFamily="34" charset="-122"/>
              </a:defRPr>
            </a:lvl4pPr>
            <a:lvl5pPr>
              <a:defRPr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smtClean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2CF99E48-8F3D-4358-B110-7EA48AB7155A}" type="datetimeFigureOut">
              <a:rPr lang="zh-CN" altLang="en-US"/>
              <a:pPr>
                <a:defRPr/>
              </a:pPr>
              <a:t>2020/1/2</a:t>
            </a:fld>
            <a:endParaRPr lang="zh-CN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dirty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微软雅黑" pitchFamily="34" charset="-122"/>
              </a:defRPr>
            </a:lvl1pPr>
          </a:lstStyle>
          <a:p>
            <a:fld id="{2B610F1B-4F20-4C96-92AC-6394C9480677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1777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</p:sldLayoutIdLst>
  <p:timing>
    <p:tnLst>
      <p:par>
        <p:cTn id="1" dur="indefinite" restart="never" nodeType="tmRoot"/>
      </p:par>
    </p:tnLst>
  </p:timing>
  <p:txStyles>
    <p:titleStyle>
      <a:lvl1pPr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方正正黑简体" pitchFamily="2" charset="-122"/>
          <a:ea typeface="方正正黑简体" pitchFamily="2" charset="-122"/>
        </a:defRPr>
      </a:lvl2pPr>
      <a:lvl3pPr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方正正黑简体" pitchFamily="2" charset="-122"/>
          <a:ea typeface="方正正黑简体" pitchFamily="2" charset="-122"/>
        </a:defRPr>
      </a:lvl3pPr>
      <a:lvl4pPr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方正正黑简体" pitchFamily="2" charset="-122"/>
          <a:ea typeface="方正正黑简体" pitchFamily="2" charset="-122"/>
        </a:defRPr>
      </a:lvl4pPr>
      <a:lvl5pPr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方正正黑简体" pitchFamily="2" charset="-122"/>
          <a:ea typeface="方正正黑简体" pitchFamily="2" charset="-122"/>
        </a:defRPr>
      </a:lvl5pPr>
      <a:lvl6pPr marL="457200"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方正正黑简体" pitchFamily="2" charset="-122"/>
          <a:ea typeface="方正正黑简体" pitchFamily="2" charset="-122"/>
        </a:defRPr>
      </a:lvl6pPr>
      <a:lvl7pPr marL="914400"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方正正黑简体" pitchFamily="2" charset="-122"/>
          <a:ea typeface="方正正黑简体" pitchFamily="2" charset="-122"/>
        </a:defRPr>
      </a:lvl7pPr>
      <a:lvl8pPr marL="1371600"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方正正黑简体" pitchFamily="2" charset="-122"/>
          <a:ea typeface="方正正黑简体" pitchFamily="2" charset="-122"/>
        </a:defRPr>
      </a:lvl8pPr>
      <a:lvl9pPr marL="1828800"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方正正黑简体" pitchFamily="2" charset="-122"/>
          <a:ea typeface="方正正黑简体" pitchFamily="2" charset="-122"/>
        </a:defRPr>
      </a:lvl9pPr>
    </p:titleStyle>
    <p:bodyStyle>
      <a:lvl1pPr marL="171450" indent="-171450" algn="l" defTabSz="685800" rtl="0" fontAlgn="base">
        <a:lnSpc>
          <a:spcPct val="90000"/>
        </a:lnSpc>
        <a:spcBef>
          <a:spcPts val="750"/>
        </a:spcBef>
        <a:spcAft>
          <a:spcPct val="0"/>
        </a:spcAft>
        <a:buFont typeface="Arial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fontAlgn="base">
        <a:lnSpc>
          <a:spcPct val="90000"/>
        </a:lnSpc>
        <a:spcBef>
          <a:spcPts val="375"/>
        </a:spcBef>
        <a:spcAft>
          <a:spcPct val="0"/>
        </a:spcAft>
        <a:buFont typeface="Arial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fontAlgn="base">
        <a:lnSpc>
          <a:spcPct val="90000"/>
        </a:lnSpc>
        <a:spcBef>
          <a:spcPts val="375"/>
        </a:spcBef>
        <a:spcAft>
          <a:spcPct val="0"/>
        </a:spcAft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fontAlgn="base">
        <a:lnSpc>
          <a:spcPct val="90000"/>
        </a:lnSpc>
        <a:spcBef>
          <a:spcPts val="375"/>
        </a:spcBef>
        <a:spcAft>
          <a:spcPct val="0"/>
        </a:spcAft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fontAlgn="base">
        <a:lnSpc>
          <a:spcPct val="90000"/>
        </a:lnSpc>
        <a:spcBef>
          <a:spcPts val="375"/>
        </a:spcBef>
        <a:spcAft>
          <a:spcPct val="0"/>
        </a:spcAft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J-Hype-Meant To Be">
            <a:hlinkClick r:id="" action="ppaction://media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7200" y="-927100"/>
            <a:ext cx="6096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4" name="文本框 213"/>
          <p:cNvSpPr txBox="1">
            <a:spLocks noChangeArrowheads="1"/>
          </p:cNvSpPr>
          <p:nvPr/>
        </p:nvSpPr>
        <p:spPr bwMode="auto">
          <a:xfrm>
            <a:off x="1757363" y="1968500"/>
            <a:ext cx="552926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pPr algn="ctr" eaLnBrk="1" hangingPunct="1"/>
            <a:r>
              <a:rPr lang="zh-CN" altLang="en-US" sz="4400" b="1" dirty="0" smtClean="0">
                <a:solidFill>
                  <a:schemeClr val="bg1"/>
                </a:solidFill>
                <a:latin typeface="方正正纤黑简体" pitchFamily="2" charset="-122"/>
                <a:ea typeface="方正正纤黑简体" pitchFamily="2" charset="-122"/>
              </a:rPr>
              <a:t>年终</a:t>
            </a:r>
            <a:r>
              <a:rPr lang="en-US" altLang="zh-CN" sz="4400" b="1" dirty="0" smtClean="0">
                <a:solidFill>
                  <a:schemeClr val="bg1"/>
                </a:solidFill>
                <a:latin typeface="方正正纤黑简体" pitchFamily="2" charset="-122"/>
                <a:ea typeface="方正正纤黑简体" pitchFamily="2" charset="-122"/>
              </a:rPr>
              <a:t>·</a:t>
            </a:r>
            <a:r>
              <a:rPr lang="zh-CN" altLang="en-US" sz="4400" b="1" dirty="0" smtClean="0">
                <a:solidFill>
                  <a:schemeClr val="bg1"/>
                </a:solidFill>
                <a:latin typeface="方正正纤黑简体" pitchFamily="2" charset="-122"/>
                <a:ea typeface="方正正纤黑简体" pitchFamily="2" charset="-122"/>
              </a:rPr>
              <a:t>总结</a:t>
            </a:r>
            <a:endParaRPr lang="zh-CN" altLang="en-US" sz="4400" b="1" dirty="0">
              <a:solidFill>
                <a:schemeClr val="bg1"/>
              </a:solidFill>
              <a:latin typeface="方正正纤黑简体" pitchFamily="2" charset="-122"/>
              <a:ea typeface="方正正纤黑简体" pitchFamily="2" charset="-122"/>
            </a:endParaRPr>
          </a:p>
        </p:txBody>
      </p:sp>
      <p:sp>
        <p:nvSpPr>
          <p:cNvPr id="215" name="文本框 214"/>
          <p:cNvSpPr txBox="1"/>
          <p:nvPr/>
        </p:nvSpPr>
        <p:spPr>
          <a:xfrm>
            <a:off x="2873375" y="2944813"/>
            <a:ext cx="3413125" cy="369332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800" dirty="0">
                <a:solidFill>
                  <a:schemeClr val="bg1"/>
                </a:solidFill>
                <a:latin typeface="+mn-ea"/>
                <a:ea typeface="+mn-ea"/>
              </a:rPr>
              <a:t>王杰</a:t>
            </a:r>
            <a:endParaRPr lang="en-US" altLang="zh-CN" sz="1800" dirty="0" smtClean="0">
              <a:solidFill>
                <a:schemeClr val="bg1"/>
              </a:solidFill>
              <a:latin typeface="+mn-ea"/>
              <a:ea typeface="+mn-ea"/>
            </a:endParaRPr>
          </a:p>
        </p:txBody>
      </p:sp>
      <p:sp>
        <p:nvSpPr>
          <p:cNvPr id="218" name="矩形 217"/>
          <p:cNvSpPr/>
          <p:nvPr/>
        </p:nvSpPr>
        <p:spPr>
          <a:xfrm>
            <a:off x="2727325" y="2787650"/>
            <a:ext cx="896938" cy="82550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400">
              <a:solidFill>
                <a:schemeClr val="bg1"/>
              </a:solidFill>
            </a:endParaRPr>
          </a:p>
        </p:txBody>
      </p:sp>
      <p:sp>
        <p:nvSpPr>
          <p:cNvPr id="219" name="矩形 218"/>
          <p:cNvSpPr/>
          <p:nvPr/>
        </p:nvSpPr>
        <p:spPr>
          <a:xfrm>
            <a:off x="3624263" y="2787650"/>
            <a:ext cx="896937" cy="82550"/>
          </a:xfrm>
          <a:prstGeom prst="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400">
              <a:solidFill>
                <a:schemeClr val="bg1"/>
              </a:solidFill>
            </a:endParaRPr>
          </a:p>
        </p:txBody>
      </p:sp>
      <p:sp>
        <p:nvSpPr>
          <p:cNvPr id="220" name="矩形 219"/>
          <p:cNvSpPr/>
          <p:nvPr/>
        </p:nvSpPr>
        <p:spPr>
          <a:xfrm>
            <a:off x="4521200" y="2792413"/>
            <a:ext cx="896938" cy="82550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400">
              <a:solidFill>
                <a:schemeClr val="bg1"/>
              </a:solidFill>
            </a:endParaRPr>
          </a:p>
        </p:txBody>
      </p:sp>
      <p:sp>
        <p:nvSpPr>
          <p:cNvPr id="221" name="矩形 220"/>
          <p:cNvSpPr/>
          <p:nvPr/>
        </p:nvSpPr>
        <p:spPr>
          <a:xfrm>
            <a:off x="5418138" y="2794000"/>
            <a:ext cx="896937" cy="8413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400">
              <a:solidFill>
                <a:schemeClr val="bg1"/>
              </a:solidFill>
            </a:endParaRPr>
          </a:p>
        </p:txBody>
      </p:sp>
      <p:grpSp>
        <p:nvGrpSpPr>
          <p:cNvPr id="222" name="组合 221"/>
          <p:cNvGrpSpPr>
            <a:grpSpLocks/>
          </p:cNvGrpSpPr>
          <p:nvPr/>
        </p:nvGrpSpPr>
        <p:grpSpPr bwMode="auto">
          <a:xfrm>
            <a:off x="3954463" y="708025"/>
            <a:ext cx="1128712" cy="1130300"/>
            <a:chOff x="1928879" y="1944350"/>
            <a:chExt cx="1129689" cy="1129689"/>
          </a:xfrm>
        </p:grpSpPr>
        <p:sp>
          <p:nvSpPr>
            <p:cNvPr id="223" name="椭圆 222"/>
            <p:cNvSpPr/>
            <p:nvPr/>
          </p:nvSpPr>
          <p:spPr>
            <a:xfrm>
              <a:off x="1928879" y="1944350"/>
              <a:ext cx="1129689" cy="1129689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>
                <a:solidFill>
                  <a:schemeClr val="bg1"/>
                </a:solidFill>
              </a:endParaRPr>
            </a:p>
          </p:txBody>
        </p:sp>
        <p:sp>
          <p:nvSpPr>
            <p:cNvPr id="224" name="Freeform 7"/>
            <p:cNvSpPr>
              <a:spLocks noEditPoints="1"/>
            </p:cNvSpPr>
            <p:nvPr/>
          </p:nvSpPr>
          <p:spPr bwMode="auto">
            <a:xfrm>
              <a:off x="2108421" y="2226772"/>
              <a:ext cx="751538" cy="615617"/>
            </a:xfrm>
            <a:custGeom>
              <a:avLst/>
              <a:gdLst>
                <a:gd name="T0" fmla="*/ 310 w 563"/>
                <a:gd name="T1" fmla="*/ 372 h 461"/>
                <a:gd name="T2" fmla="*/ 321 w 563"/>
                <a:gd name="T3" fmla="*/ 370 h 461"/>
                <a:gd name="T4" fmla="*/ 552 w 563"/>
                <a:gd name="T5" fmla="*/ 248 h 461"/>
                <a:gd name="T6" fmla="*/ 559 w 563"/>
                <a:gd name="T7" fmla="*/ 226 h 461"/>
                <a:gd name="T8" fmla="*/ 537 w 563"/>
                <a:gd name="T9" fmla="*/ 220 h 461"/>
                <a:gd name="T10" fmla="*/ 311 w 563"/>
                <a:gd name="T11" fmla="*/ 339 h 461"/>
                <a:gd name="T12" fmla="*/ 59 w 563"/>
                <a:gd name="T13" fmla="*/ 285 h 461"/>
                <a:gd name="T14" fmla="*/ 38 w 563"/>
                <a:gd name="T15" fmla="*/ 253 h 461"/>
                <a:gd name="T16" fmla="*/ 71 w 563"/>
                <a:gd name="T17" fmla="*/ 232 h 461"/>
                <a:gd name="T18" fmla="*/ 313 w 563"/>
                <a:gd name="T19" fmla="*/ 283 h 461"/>
                <a:gd name="T20" fmla="*/ 321 w 563"/>
                <a:gd name="T21" fmla="*/ 281 h 461"/>
                <a:gd name="T22" fmla="*/ 552 w 563"/>
                <a:gd name="T23" fmla="*/ 159 h 461"/>
                <a:gd name="T24" fmla="*/ 559 w 563"/>
                <a:gd name="T25" fmla="*/ 138 h 461"/>
                <a:gd name="T26" fmla="*/ 537 w 563"/>
                <a:gd name="T27" fmla="*/ 131 h 461"/>
                <a:gd name="T28" fmla="*/ 310 w 563"/>
                <a:gd name="T29" fmla="*/ 251 h 461"/>
                <a:gd name="T30" fmla="*/ 59 w 563"/>
                <a:gd name="T31" fmla="*/ 197 h 461"/>
                <a:gd name="T32" fmla="*/ 38 w 563"/>
                <a:gd name="T33" fmla="*/ 164 h 461"/>
                <a:gd name="T34" fmla="*/ 71 w 563"/>
                <a:gd name="T35" fmla="*/ 143 h 461"/>
                <a:gd name="T36" fmla="*/ 298 w 563"/>
                <a:gd name="T37" fmla="*/ 191 h 461"/>
                <a:gd name="T38" fmla="*/ 306 w 563"/>
                <a:gd name="T39" fmla="*/ 189 h 461"/>
                <a:gd name="T40" fmla="*/ 538 w 563"/>
                <a:gd name="T41" fmla="*/ 69 h 461"/>
                <a:gd name="T42" fmla="*/ 535 w 563"/>
                <a:gd name="T43" fmla="*/ 48 h 461"/>
                <a:gd name="T44" fmla="*/ 310 w 563"/>
                <a:gd name="T45" fmla="*/ 4 h 461"/>
                <a:gd name="T46" fmla="*/ 249 w 563"/>
                <a:gd name="T47" fmla="*/ 12 h 461"/>
                <a:gd name="T48" fmla="*/ 41 w 563"/>
                <a:gd name="T49" fmla="*/ 114 h 461"/>
                <a:gd name="T50" fmla="*/ 33 w 563"/>
                <a:gd name="T51" fmla="*/ 119 h 461"/>
                <a:gd name="T52" fmla="*/ 7 w 563"/>
                <a:gd name="T53" fmla="*/ 157 h 461"/>
                <a:gd name="T54" fmla="*/ 25 w 563"/>
                <a:gd name="T55" fmla="*/ 214 h 461"/>
                <a:gd name="T56" fmla="*/ 7 w 563"/>
                <a:gd name="T57" fmla="*/ 246 h 461"/>
                <a:gd name="T58" fmla="*/ 25 w 563"/>
                <a:gd name="T59" fmla="*/ 303 h 461"/>
                <a:gd name="T60" fmla="*/ 7 w 563"/>
                <a:gd name="T61" fmla="*/ 335 h 461"/>
                <a:gd name="T62" fmla="*/ 52 w 563"/>
                <a:gd name="T63" fmla="*/ 405 h 461"/>
                <a:gd name="T64" fmla="*/ 311 w 563"/>
                <a:gd name="T65" fmla="*/ 460 h 461"/>
                <a:gd name="T66" fmla="*/ 321 w 563"/>
                <a:gd name="T67" fmla="*/ 459 h 461"/>
                <a:gd name="T68" fmla="*/ 552 w 563"/>
                <a:gd name="T69" fmla="*/ 337 h 461"/>
                <a:gd name="T70" fmla="*/ 559 w 563"/>
                <a:gd name="T71" fmla="*/ 315 h 461"/>
                <a:gd name="T72" fmla="*/ 537 w 563"/>
                <a:gd name="T73" fmla="*/ 308 h 461"/>
                <a:gd name="T74" fmla="*/ 310 w 563"/>
                <a:gd name="T75" fmla="*/ 428 h 461"/>
                <a:gd name="T76" fmla="*/ 59 w 563"/>
                <a:gd name="T77" fmla="*/ 374 h 461"/>
                <a:gd name="T78" fmla="*/ 38 w 563"/>
                <a:gd name="T79" fmla="*/ 341 h 461"/>
                <a:gd name="T80" fmla="*/ 71 w 563"/>
                <a:gd name="T81" fmla="*/ 320 h 461"/>
                <a:gd name="T82" fmla="*/ 310 w 563"/>
                <a:gd name="T83" fmla="*/ 372 h 461"/>
                <a:gd name="T84" fmla="*/ 296 w 563"/>
                <a:gd name="T85" fmla="*/ 57 h 461"/>
                <a:gd name="T86" fmla="*/ 404 w 563"/>
                <a:gd name="T87" fmla="*/ 78 h 461"/>
                <a:gd name="T88" fmla="*/ 357 w 563"/>
                <a:gd name="T89" fmla="*/ 101 h 461"/>
                <a:gd name="T90" fmla="*/ 249 w 563"/>
                <a:gd name="T91" fmla="*/ 79 h 461"/>
                <a:gd name="T92" fmla="*/ 296 w 563"/>
                <a:gd name="T93" fmla="*/ 57 h 4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563" h="461">
                  <a:moveTo>
                    <a:pt x="310" y="372"/>
                  </a:moveTo>
                  <a:cubicBezTo>
                    <a:pt x="314" y="372"/>
                    <a:pt x="318" y="371"/>
                    <a:pt x="321" y="370"/>
                  </a:cubicBezTo>
                  <a:cubicBezTo>
                    <a:pt x="552" y="248"/>
                    <a:pt x="552" y="248"/>
                    <a:pt x="552" y="248"/>
                  </a:cubicBezTo>
                  <a:cubicBezTo>
                    <a:pt x="560" y="244"/>
                    <a:pt x="563" y="234"/>
                    <a:pt x="559" y="226"/>
                  </a:cubicBezTo>
                  <a:cubicBezTo>
                    <a:pt x="555" y="218"/>
                    <a:pt x="545" y="215"/>
                    <a:pt x="537" y="220"/>
                  </a:cubicBezTo>
                  <a:cubicBezTo>
                    <a:pt x="311" y="339"/>
                    <a:pt x="311" y="339"/>
                    <a:pt x="311" y="339"/>
                  </a:cubicBezTo>
                  <a:cubicBezTo>
                    <a:pt x="59" y="285"/>
                    <a:pt x="59" y="285"/>
                    <a:pt x="59" y="285"/>
                  </a:cubicBezTo>
                  <a:cubicBezTo>
                    <a:pt x="44" y="282"/>
                    <a:pt x="35" y="268"/>
                    <a:pt x="38" y="253"/>
                  </a:cubicBezTo>
                  <a:cubicBezTo>
                    <a:pt x="41" y="238"/>
                    <a:pt x="56" y="228"/>
                    <a:pt x="71" y="232"/>
                  </a:cubicBezTo>
                  <a:cubicBezTo>
                    <a:pt x="71" y="232"/>
                    <a:pt x="313" y="283"/>
                    <a:pt x="313" y="283"/>
                  </a:cubicBezTo>
                  <a:cubicBezTo>
                    <a:pt x="316" y="283"/>
                    <a:pt x="318" y="283"/>
                    <a:pt x="321" y="281"/>
                  </a:cubicBezTo>
                  <a:cubicBezTo>
                    <a:pt x="552" y="159"/>
                    <a:pt x="552" y="159"/>
                    <a:pt x="552" y="159"/>
                  </a:cubicBezTo>
                  <a:cubicBezTo>
                    <a:pt x="560" y="155"/>
                    <a:pt x="563" y="146"/>
                    <a:pt x="559" y="138"/>
                  </a:cubicBezTo>
                  <a:cubicBezTo>
                    <a:pt x="555" y="130"/>
                    <a:pt x="545" y="127"/>
                    <a:pt x="537" y="131"/>
                  </a:cubicBezTo>
                  <a:cubicBezTo>
                    <a:pt x="310" y="251"/>
                    <a:pt x="310" y="251"/>
                    <a:pt x="310" y="251"/>
                  </a:cubicBezTo>
                  <a:cubicBezTo>
                    <a:pt x="59" y="197"/>
                    <a:pt x="59" y="197"/>
                    <a:pt x="59" y="197"/>
                  </a:cubicBezTo>
                  <a:cubicBezTo>
                    <a:pt x="44" y="194"/>
                    <a:pt x="35" y="179"/>
                    <a:pt x="38" y="164"/>
                  </a:cubicBezTo>
                  <a:cubicBezTo>
                    <a:pt x="41" y="149"/>
                    <a:pt x="56" y="140"/>
                    <a:pt x="71" y="143"/>
                  </a:cubicBezTo>
                  <a:cubicBezTo>
                    <a:pt x="71" y="143"/>
                    <a:pt x="297" y="191"/>
                    <a:pt x="298" y="191"/>
                  </a:cubicBezTo>
                  <a:cubicBezTo>
                    <a:pt x="301" y="191"/>
                    <a:pt x="303" y="191"/>
                    <a:pt x="306" y="189"/>
                  </a:cubicBezTo>
                  <a:cubicBezTo>
                    <a:pt x="306" y="189"/>
                    <a:pt x="538" y="69"/>
                    <a:pt x="538" y="69"/>
                  </a:cubicBezTo>
                  <a:cubicBezTo>
                    <a:pt x="554" y="61"/>
                    <a:pt x="553" y="51"/>
                    <a:pt x="535" y="48"/>
                  </a:cubicBezTo>
                  <a:cubicBezTo>
                    <a:pt x="310" y="4"/>
                    <a:pt x="310" y="4"/>
                    <a:pt x="310" y="4"/>
                  </a:cubicBezTo>
                  <a:cubicBezTo>
                    <a:pt x="292" y="0"/>
                    <a:pt x="265" y="4"/>
                    <a:pt x="249" y="12"/>
                  </a:cubicBezTo>
                  <a:cubicBezTo>
                    <a:pt x="41" y="114"/>
                    <a:pt x="41" y="114"/>
                    <a:pt x="41" y="114"/>
                  </a:cubicBezTo>
                  <a:cubicBezTo>
                    <a:pt x="38" y="116"/>
                    <a:pt x="35" y="118"/>
                    <a:pt x="33" y="119"/>
                  </a:cubicBezTo>
                  <a:cubicBezTo>
                    <a:pt x="20" y="128"/>
                    <a:pt x="10" y="141"/>
                    <a:pt x="7" y="157"/>
                  </a:cubicBezTo>
                  <a:cubicBezTo>
                    <a:pt x="2" y="179"/>
                    <a:pt x="10" y="200"/>
                    <a:pt x="25" y="214"/>
                  </a:cubicBezTo>
                  <a:cubicBezTo>
                    <a:pt x="16" y="222"/>
                    <a:pt x="9" y="233"/>
                    <a:pt x="7" y="246"/>
                  </a:cubicBezTo>
                  <a:cubicBezTo>
                    <a:pt x="2" y="268"/>
                    <a:pt x="10" y="289"/>
                    <a:pt x="25" y="303"/>
                  </a:cubicBezTo>
                  <a:cubicBezTo>
                    <a:pt x="16" y="311"/>
                    <a:pt x="9" y="322"/>
                    <a:pt x="7" y="335"/>
                  </a:cubicBezTo>
                  <a:cubicBezTo>
                    <a:pt x="0" y="367"/>
                    <a:pt x="20" y="399"/>
                    <a:pt x="52" y="405"/>
                  </a:cubicBezTo>
                  <a:cubicBezTo>
                    <a:pt x="52" y="405"/>
                    <a:pt x="310" y="461"/>
                    <a:pt x="311" y="460"/>
                  </a:cubicBezTo>
                  <a:cubicBezTo>
                    <a:pt x="314" y="460"/>
                    <a:pt x="318" y="460"/>
                    <a:pt x="321" y="459"/>
                  </a:cubicBezTo>
                  <a:cubicBezTo>
                    <a:pt x="552" y="337"/>
                    <a:pt x="552" y="337"/>
                    <a:pt x="552" y="337"/>
                  </a:cubicBezTo>
                  <a:cubicBezTo>
                    <a:pt x="560" y="332"/>
                    <a:pt x="563" y="323"/>
                    <a:pt x="559" y="315"/>
                  </a:cubicBezTo>
                  <a:cubicBezTo>
                    <a:pt x="555" y="307"/>
                    <a:pt x="545" y="304"/>
                    <a:pt x="537" y="308"/>
                  </a:cubicBezTo>
                  <a:cubicBezTo>
                    <a:pt x="310" y="428"/>
                    <a:pt x="310" y="428"/>
                    <a:pt x="310" y="428"/>
                  </a:cubicBezTo>
                  <a:cubicBezTo>
                    <a:pt x="59" y="374"/>
                    <a:pt x="59" y="374"/>
                    <a:pt x="59" y="374"/>
                  </a:cubicBezTo>
                  <a:cubicBezTo>
                    <a:pt x="44" y="371"/>
                    <a:pt x="35" y="356"/>
                    <a:pt x="38" y="341"/>
                  </a:cubicBezTo>
                  <a:cubicBezTo>
                    <a:pt x="41" y="327"/>
                    <a:pt x="56" y="317"/>
                    <a:pt x="71" y="320"/>
                  </a:cubicBezTo>
                  <a:cubicBezTo>
                    <a:pt x="71" y="320"/>
                    <a:pt x="309" y="372"/>
                    <a:pt x="310" y="372"/>
                  </a:cubicBezTo>
                  <a:close/>
                  <a:moveTo>
                    <a:pt x="296" y="57"/>
                  </a:moveTo>
                  <a:cubicBezTo>
                    <a:pt x="404" y="78"/>
                    <a:pt x="404" y="78"/>
                    <a:pt x="404" y="78"/>
                  </a:cubicBezTo>
                  <a:cubicBezTo>
                    <a:pt x="357" y="101"/>
                    <a:pt x="357" y="101"/>
                    <a:pt x="357" y="101"/>
                  </a:cubicBezTo>
                  <a:cubicBezTo>
                    <a:pt x="249" y="79"/>
                    <a:pt x="249" y="79"/>
                    <a:pt x="249" y="79"/>
                  </a:cubicBezTo>
                  <a:lnTo>
                    <a:pt x="296" y="5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>
                <a:solidFill>
                  <a:schemeClr val="bg1"/>
                </a:solidFill>
                <a:latin typeface="+mn-lt"/>
                <a:ea typeface="+mn-ea"/>
              </a:endParaRPr>
            </a:p>
          </p:txBody>
        </p:sp>
      </p:grpSp>
    </p:spTree>
  </p:cSld>
  <p:clrMapOvr>
    <a:masterClrMapping/>
  </p:clrMapOvr>
  <p:transition spd="med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6" presetClass="emp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11" dur="250" fill="hold"/>
                                        <p:tgtEl>
                                          <p:spTgt spid="222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2" presetID="6" presetClass="emph" presetSubtype="0" decel="10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3" dur="250" fill="hold"/>
                                        <p:tgtEl>
                                          <p:spTgt spid="222"/>
                                        </p:tgtEl>
                                      </p:cBhvr>
                                      <p:by x="91000" y="91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650"/>
                            </p:stCondLst>
                            <p:childTnLst>
                              <p:par>
                                <p:cTn id="15" presetID="17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40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25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25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decel="66667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decel="66667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decel="66667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4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decel="66667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 nodeType="afterGroup">
                            <p:stCondLst>
                              <p:cond delay="19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4" grpId="0"/>
      <p:bldP spid="215" grpId="0"/>
      <p:bldP spid="218" grpId="0" animBg="1"/>
      <p:bldP spid="219" grpId="0" animBg="1"/>
      <p:bldP spid="220" grpId="0" animBg="1"/>
      <p:bldP spid="2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组合 67"/>
          <p:cNvGrpSpPr>
            <a:grpSpLocks/>
          </p:cNvGrpSpPr>
          <p:nvPr/>
        </p:nvGrpSpPr>
        <p:grpSpPr bwMode="auto">
          <a:xfrm>
            <a:off x="282575" y="1746250"/>
            <a:ext cx="2765425" cy="963613"/>
            <a:chOff x="219753" y="1976522"/>
            <a:chExt cx="2765362" cy="964005"/>
          </a:xfrm>
        </p:grpSpPr>
        <p:sp>
          <p:nvSpPr>
            <p:cNvPr id="13340" name="文本框 38"/>
            <p:cNvSpPr txBox="1">
              <a:spLocks noChangeArrowheads="1"/>
            </p:cNvSpPr>
            <p:nvPr/>
          </p:nvSpPr>
          <p:spPr bwMode="auto">
            <a:xfrm>
              <a:off x="219753" y="2417307"/>
              <a:ext cx="2741158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r" eaLnBrk="1" hangingPunct="1"/>
              <a:r>
                <a:rPr lang="en-US" altLang="zh-CN" sz="28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CONTENTS</a:t>
              </a:r>
              <a:endParaRPr lang="zh-CN" altLang="en-US" sz="28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341" name="文本框 11"/>
            <p:cNvSpPr txBox="1">
              <a:spLocks noChangeArrowheads="1"/>
            </p:cNvSpPr>
            <p:nvPr/>
          </p:nvSpPr>
          <p:spPr bwMode="auto">
            <a:xfrm>
              <a:off x="1979712" y="1976522"/>
              <a:ext cx="1005403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zh-CN" altLang="en-US" sz="3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目录</a:t>
              </a:r>
            </a:p>
          </p:txBody>
        </p:sp>
      </p:grpSp>
      <p:sp>
        <p:nvSpPr>
          <p:cNvPr id="71" name="文本框 18"/>
          <p:cNvSpPr txBox="1">
            <a:spLocks noChangeArrowheads="1"/>
          </p:cNvSpPr>
          <p:nvPr/>
        </p:nvSpPr>
        <p:spPr bwMode="auto">
          <a:xfrm>
            <a:off x="4052888" y="1890713"/>
            <a:ext cx="141577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pPr eaLnBrk="1" hangingPunct="1"/>
            <a:r>
              <a:rPr lang="en-US" altLang="zh-CN" sz="1800" dirty="0" smtClean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2019</a:t>
            </a:r>
            <a:r>
              <a:rPr lang="zh-CN" altLang="en-US" sz="1800" dirty="0" smtClean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年总述</a:t>
            </a:r>
            <a:endParaRPr lang="zh-CN" altLang="en-US" sz="1800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72" name="组合 71"/>
          <p:cNvGrpSpPr>
            <a:grpSpLocks/>
          </p:cNvGrpSpPr>
          <p:nvPr/>
        </p:nvGrpSpPr>
        <p:grpSpPr bwMode="auto">
          <a:xfrm>
            <a:off x="3578225" y="1817688"/>
            <a:ext cx="466725" cy="523875"/>
            <a:chOff x="3516783" y="2047768"/>
            <a:chExt cx="466304" cy="523220"/>
          </a:xfrm>
        </p:grpSpPr>
        <p:sp>
          <p:nvSpPr>
            <p:cNvPr id="13338" name="文本框 16"/>
            <p:cNvSpPr txBox="1">
              <a:spLocks noChangeArrowheads="1"/>
            </p:cNvSpPr>
            <p:nvPr/>
          </p:nvSpPr>
          <p:spPr bwMode="auto">
            <a:xfrm>
              <a:off x="3516783" y="2047768"/>
              <a:ext cx="39465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en-US" altLang="zh-CN" sz="28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1</a:t>
              </a:r>
              <a:endParaRPr lang="zh-CN" altLang="en-US" sz="28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cxnSp>
          <p:nvCxnSpPr>
            <p:cNvPr id="74" name="直接连接符 73"/>
            <p:cNvCxnSpPr/>
            <p:nvPr/>
          </p:nvCxnSpPr>
          <p:spPr>
            <a:xfrm flipH="1">
              <a:off x="3737247" y="2226931"/>
              <a:ext cx="245840" cy="24734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文本框 24"/>
          <p:cNvSpPr txBox="1">
            <a:spLocks noChangeArrowheads="1"/>
          </p:cNvSpPr>
          <p:nvPr/>
        </p:nvSpPr>
        <p:spPr bwMode="auto">
          <a:xfrm>
            <a:off x="4052888" y="2470150"/>
            <a:ext cx="141577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pPr eaLnBrk="1" hangingPunct="1"/>
            <a:r>
              <a:rPr lang="en-US" altLang="zh-CN" sz="1800" dirty="0" smtClean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2020</a:t>
            </a:r>
            <a:r>
              <a:rPr lang="zh-CN" altLang="en-US" sz="1800" dirty="0" smtClean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年计划</a:t>
            </a:r>
            <a:endParaRPr lang="zh-CN" altLang="en-US" sz="1800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80" name="组合 79"/>
          <p:cNvGrpSpPr>
            <a:grpSpLocks/>
          </p:cNvGrpSpPr>
          <p:nvPr/>
        </p:nvGrpSpPr>
        <p:grpSpPr bwMode="auto">
          <a:xfrm>
            <a:off x="3578225" y="2397125"/>
            <a:ext cx="466725" cy="523875"/>
            <a:chOff x="3516783" y="2627150"/>
            <a:chExt cx="466304" cy="523220"/>
          </a:xfrm>
        </p:grpSpPr>
        <p:sp>
          <p:nvSpPr>
            <p:cNvPr id="13334" name="文本框 23"/>
            <p:cNvSpPr txBox="1">
              <a:spLocks noChangeArrowheads="1"/>
            </p:cNvSpPr>
            <p:nvPr/>
          </p:nvSpPr>
          <p:spPr bwMode="auto">
            <a:xfrm>
              <a:off x="3516783" y="2627150"/>
              <a:ext cx="39465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en-US" altLang="zh-CN" sz="28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2</a:t>
              </a:r>
              <a:endParaRPr lang="zh-CN" altLang="en-US" sz="28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cxnSp>
          <p:nvCxnSpPr>
            <p:cNvPr id="82" name="直接连接符 81"/>
            <p:cNvCxnSpPr/>
            <p:nvPr/>
          </p:nvCxnSpPr>
          <p:spPr>
            <a:xfrm flipH="1">
              <a:off x="3737247" y="2806314"/>
              <a:ext cx="245840" cy="24734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文本框 30"/>
          <p:cNvSpPr txBox="1">
            <a:spLocks noChangeArrowheads="1"/>
          </p:cNvSpPr>
          <p:nvPr/>
        </p:nvSpPr>
        <p:spPr bwMode="auto">
          <a:xfrm>
            <a:off x="4052888" y="3043238"/>
            <a:ext cx="11080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pPr eaLnBrk="1" hangingPunct="1"/>
            <a:r>
              <a:rPr lang="zh-CN" altLang="en-US" sz="18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研究目标</a:t>
            </a:r>
          </a:p>
        </p:txBody>
      </p:sp>
      <p:grpSp>
        <p:nvGrpSpPr>
          <p:cNvPr id="88" name="组合 87"/>
          <p:cNvGrpSpPr>
            <a:grpSpLocks/>
          </p:cNvGrpSpPr>
          <p:nvPr/>
        </p:nvGrpSpPr>
        <p:grpSpPr bwMode="auto">
          <a:xfrm>
            <a:off x="3578225" y="2970213"/>
            <a:ext cx="466725" cy="523875"/>
            <a:chOff x="3516783" y="3200893"/>
            <a:chExt cx="466304" cy="523220"/>
          </a:xfrm>
        </p:grpSpPr>
        <p:sp>
          <p:nvSpPr>
            <p:cNvPr id="13330" name="文本框 29"/>
            <p:cNvSpPr txBox="1">
              <a:spLocks noChangeArrowheads="1"/>
            </p:cNvSpPr>
            <p:nvPr/>
          </p:nvSpPr>
          <p:spPr bwMode="auto">
            <a:xfrm>
              <a:off x="3516783" y="3200893"/>
              <a:ext cx="39465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en-US" altLang="zh-CN" sz="2800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3</a:t>
              </a:r>
              <a:endParaRPr lang="zh-CN" altLang="en-US" sz="28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cxnSp>
          <p:nvCxnSpPr>
            <p:cNvPr id="90" name="直接连接符 89"/>
            <p:cNvCxnSpPr/>
            <p:nvPr/>
          </p:nvCxnSpPr>
          <p:spPr>
            <a:xfrm flipH="1">
              <a:off x="3737247" y="3380056"/>
              <a:ext cx="245840" cy="24734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5" name="直接连接符 94"/>
          <p:cNvCxnSpPr/>
          <p:nvPr/>
        </p:nvCxnSpPr>
        <p:spPr>
          <a:xfrm>
            <a:off x="3340100" y="1909763"/>
            <a:ext cx="0" cy="15462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6666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6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3733 0.04136 L 2.22222E-6 -9.87654E-7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58" y="-206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6" presetClass="path" presetSubtype="0" accel="50000" decel="5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-0.03733 0.04104 L 2.22222E-6 4.69136E-6 " pathEditMode="relative" rAng="0" ptsTypes="AA">
                                      <p:cBhvr>
                                        <p:cTn id="27" dur="7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58" y="-2068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6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3733 0.04104 L 2.22222E-6 4.93827E-6 " pathEditMode="relative" rAng="0" ptsTypes="AA">
                                      <p:cBhvr>
                                        <p:cTn id="35" dur="7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58" y="-2068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" grpId="0"/>
      <p:bldP spid="79" grpId="0"/>
      <p:bldP spid="8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/>
          <p:cNvGrpSpPr>
            <a:grpSpLocks/>
          </p:cNvGrpSpPr>
          <p:nvPr/>
        </p:nvGrpSpPr>
        <p:grpSpPr bwMode="auto">
          <a:xfrm>
            <a:off x="238125" y="296863"/>
            <a:ext cx="1363663" cy="474662"/>
            <a:chOff x="184527" y="297451"/>
            <a:chExt cx="1363137" cy="473415"/>
          </a:xfrm>
        </p:grpSpPr>
        <p:pic>
          <p:nvPicPr>
            <p:cNvPr id="19465" name="图片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4527" y="297451"/>
              <a:ext cx="422017" cy="4734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文本框 2"/>
            <p:cNvSpPr txBox="1"/>
            <p:nvPr/>
          </p:nvSpPr>
          <p:spPr>
            <a:xfrm>
              <a:off x="539990" y="376617"/>
              <a:ext cx="1007674" cy="368915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800" dirty="0">
                  <a:solidFill>
                    <a:schemeClr val="bg1">
                      <a:lumMod val="95000"/>
                    </a:schemeClr>
                  </a:solidFill>
                  <a:latin typeface="+mn-lt"/>
                  <a:ea typeface="微软雅黑" panose="020B0503020204020204" pitchFamily="34" charset="-122"/>
                </a:rPr>
                <a:t>目录页</a:t>
              </a:r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539990" y="745533"/>
              <a:ext cx="863267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组合 33"/>
          <p:cNvGrpSpPr>
            <a:grpSpLocks/>
          </p:cNvGrpSpPr>
          <p:nvPr/>
        </p:nvGrpSpPr>
        <p:grpSpPr bwMode="auto">
          <a:xfrm>
            <a:off x="3235325" y="1957388"/>
            <a:ext cx="1128713" cy="1128712"/>
            <a:chOff x="2558424" y="1401428"/>
            <a:chExt cx="1318727" cy="1318727"/>
          </a:xfrm>
        </p:grpSpPr>
        <p:sp>
          <p:nvSpPr>
            <p:cNvPr id="35" name="椭圆 34"/>
            <p:cNvSpPr/>
            <p:nvPr/>
          </p:nvSpPr>
          <p:spPr>
            <a:xfrm>
              <a:off x="2558424" y="1401428"/>
              <a:ext cx="1318727" cy="131872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ea typeface="微软雅黑" panose="020B0503020204020204" pitchFamily="34" charset="-122"/>
              </a:endParaRPr>
            </a:p>
          </p:txBody>
        </p:sp>
        <p:sp>
          <p:nvSpPr>
            <p:cNvPr id="36" name="Freeform 11"/>
            <p:cNvSpPr>
              <a:spLocks/>
            </p:cNvSpPr>
            <p:nvPr/>
          </p:nvSpPr>
          <p:spPr bwMode="auto">
            <a:xfrm>
              <a:off x="2675274" y="1815037"/>
              <a:ext cx="1085027" cy="597230"/>
            </a:xfrm>
            <a:custGeom>
              <a:avLst/>
              <a:gdLst>
                <a:gd name="T0" fmla="*/ 7 w 683"/>
                <a:gd name="T1" fmla="*/ 118 h 376"/>
                <a:gd name="T2" fmla="*/ 334 w 683"/>
                <a:gd name="T3" fmla="*/ 1 h 376"/>
                <a:gd name="T4" fmla="*/ 341 w 683"/>
                <a:gd name="T5" fmla="*/ 1 h 376"/>
                <a:gd name="T6" fmla="*/ 675 w 683"/>
                <a:gd name="T7" fmla="*/ 118 h 376"/>
                <a:gd name="T8" fmla="*/ 683 w 683"/>
                <a:gd name="T9" fmla="*/ 129 h 376"/>
                <a:gd name="T10" fmla="*/ 675 w 683"/>
                <a:gd name="T11" fmla="*/ 139 h 376"/>
                <a:gd name="T12" fmla="*/ 561 w 683"/>
                <a:gd name="T13" fmla="*/ 172 h 376"/>
                <a:gd name="T14" fmla="*/ 338 w 683"/>
                <a:gd name="T15" fmla="*/ 119 h 376"/>
                <a:gd name="T16" fmla="*/ 328 w 683"/>
                <a:gd name="T17" fmla="*/ 130 h 376"/>
                <a:gd name="T18" fmla="*/ 338 w 683"/>
                <a:gd name="T19" fmla="*/ 140 h 376"/>
                <a:gd name="T20" fmla="*/ 545 w 683"/>
                <a:gd name="T21" fmla="*/ 185 h 376"/>
                <a:gd name="T22" fmla="*/ 545 w 683"/>
                <a:gd name="T23" fmla="*/ 255 h 376"/>
                <a:gd name="T24" fmla="*/ 545 w 683"/>
                <a:gd name="T25" fmla="*/ 256 h 376"/>
                <a:gd name="T26" fmla="*/ 337 w 683"/>
                <a:gd name="T27" fmla="*/ 305 h 376"/>
                <a:gd name="T28" fmla="*/ 130 w 683"/>
                <a:gd name="T29" fmla="*/ 256 h 376"/>
                <a:gd name="T30" fmla="*/ 130 w 683"/>
                <a:gd name="T31" fmla="*/ 255 h 376"/>
                <a:gd name="T32" fmla="*/ 130 w 683"/>
                <a:gd name="T33" fmla="*/ 174 h 376"/>
                <a:gd name="T34" fmla="*/ 71 w 683"/>
                <a:gd name="T35" fmla="*/ 157 h 376"/>
                <a:gd name="T36" fmla="*/ 71 w 683"/>
                <a:gd name="T37" fmla="*/ 249 h 376"/>
                <a:gd name="T38" fmla="*/ 92 w 683"/>
                <a:gd name="T39" fmla="*/ 277 h 376"/>
                <a:gd name="T40" fmla="*/ 75 w 683"/>
                <a:gd name="T41" fmla="*/ 303 h 376"/>
                <a:gd name="T42" fmla="*/ 82 w 683"/>
                <a:gd name="T43" fmla="*/ 338 h 376"/>
                <a:gd name="T44" fmla="*/ 28 w 683"/>
                <a:gd name="T45" fmla="*/ 361 h 376"/>
                <a:gd name="T46" fmla="*/ 39 w 683"/>
                <a:gd name="T47" fmla="*/ 301 h 376"/>
                <a:gd name="T48" fmla="*/ 26 w 683"/>
                <a:gd name="T49" fmla="*/ 277 h 376"/>
                <a:gd name="T50" fmla="*/ 46 w 683"/>
                <a:gd name="T51" fmla="*/ 249 h 376"/>
                <a:gd name="T52" fmla="*/ 46 w 683"/>
                <a:gd name="T53" fmla="*/ 150 h 376"/>
                <a:gd name="T54" fmla="*/ 8 w 683"/>
                <a:gd name="T55" fmla="*/ 139 h 376"/>
                <a:gd name="T56" fmla="*/ 0 w 683"/>
                <a:gd name="T57" fmla="*/ 129 h 376"/>
                <a:gd name="T58" fmla="*/ 7 w 683"/>
                <a:gd name="T59" fmla="*/ 118 h 3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683" h="376">
                  <a:moveTo>
                    <a:pt x="7" y="118"/>
                  </a:moveTo>
                  <a:cubicBezTo>
                    <a:pt x="334" y="1"/>
                    <a:pt x="334" y="1"/>
                    <a:pt x="334" y="1"/>
                  </a:cubicBezTo>
                  <a:cubicBezTo>
                    <a:pt x="336" y="0"/>
                    <a:pt x="339" y="0"/>
                    <a:pt x="341" y="1"/>
                  </a:cubicBezTo>
                  <a:cubicBezTo>
                    <a:pt x="675" y="118"/>
                    <a:pt x="675" y="118"/>
                    <a:pt x="675" y="118"/>
                  </a:cubicBezTo>
                  <a:cubicBezTo>
                    <a:pt x="680" y="120"/>
                    <a:pt x="683" y="124"/>
                    <a:pt x="683" y="129"/>
                  </a:cubicBezTo>
                  <a:cubicBezTo>
                    <a:pt x="682" y="134"/>
                    <a:pt x="679" y="138"/>
                    <a:pt x="675" y="139"/>
                  </a:cubicBezTo>
                  <a:cubicBezTo>
                    <a:pt x="561" y="172"/>
                    <a:pt x="561" y="172"/>
                    <a:pt x="561" y="172"/>
                  </a:cubicBezTo>
                  <a:cubicBezTo>
                    <a:pt x="537" y="136"/>
                    <a:pt x="430" y="119"/>
                    <a:pt x="338" y="119"/>
                  </a:cubicBezTo>
                  <a:cubicBezTo>
                    <a:pt x="333" y="119"/>
                    <a:pt x="328" y="124"/>
                    <a:pt x="328" y="130"/>
                  </a:cubicBezTo>
                  <a:cubicBezTo>
                    <a:pt x="328" y="136"/>
                    <a:pt x="333" y="140"/>
                    <a:pt x="338" y="140"/>
                  </a:cubicBezTo>
                  <a:cubicBezTo>
                    <a:pt x="452" y="140"/>
                    <a:pt x="534" y="164"/>
                    <a:pt x="545" y="185"/>
                  </a:cubicBezTo>
                  <a:cubicBezTo>
                    <a:pt x="545" y="255"/>
                    <a:pt x="545" y="255"/>
                    <a:pt x="545" y="255"/>
                  </a:cubicBezTo>
                  <a:cubicBezTo>
                    <a:pt x="545" y="255"/>
                    <a:pt x="545" y="255"/>
                    <a:pt x="545" y="256"/>
                  </a:cubicBezTo>
                  <a:cubicBezTo>
                    <a:pt x="545" y="283"/>
                    <a:pt x="452" y="305"/>
                    <a:pt x="337" y="305"/>
                  </a:cubicBezTo>
                  <a:cubicBezTo>
                    <a:pt x="223" y="305"/>
                    <a:pt x="130" y="283"/>
                    <a:pt x="130" y="256"/>
                  </a:cubicBezTo>
                  <a:cubicBezTo>
                    <a:pt x="130" y="255"/>
                    <a:pt x="130" y="255"/>
                    <a:pt x="130" y="255"/>
                  </a:cubicBezTo>
                  <a:cubicBezTo>
                    <a:pt x="130" y="174"/>
                    <a:pt x="130" y="174"/>
                    <a:pt x="130" y="174"/>
                  </a:cubicBezTo>
                  <a:cubicBezTo>
                    <a:pt x="71" y="157"/>
                    <a:pt x="71" y="157"/>
                    <a:pt x="71" y="157"/>
                  </a:cubicBezTo>
                  <a:cubicBezTo>
                    <a:pt x="71" y="249"/>
                    <a:pt x="71" y="249"/>
                    <a:pt x="71" y="249"/>
                  </a:cubicBezTo>
                  <a:cubicBezTo>
                    <a:pt x="83" y="253"/>
                    <a:pt x="92" y="264"/>
                    <a:pt x="92" y="277"/>
                  </a:cubicBezTo>
                  <a:cubicBezTo>
                    <a:pt x="92" y="288"/>
                    <a:pt x="85" y="298"/>
                    <a:pt x="75" y="303"/>
                  </a:cubicBezTo>
                  <a:cubicBezTo>
                    <a:pt x="82" y="338"/>
                    <a:pt x="82" y="338"/>
                    <a:pt x="82" y="338"/>
                  </a:cubicBezTo>
                  <a:cubicBezTo>
                    <a:pt x="86" y="354"/>
                    <a:pt x="26" y="376"/>
                    <a:pt x="28" y="361"/>
                  </a:cubicBezTo>
                  <a:cubicBezTo>
                    <a:pt x="39" y="301"/>
                    <a:pt x="39" y="301"/>
                    <a:pt x="39" y="301"/>
                  </a:cubicBezTo>
                  <a:cubicBezTo>
                    <a:pt x="31" y="296"/>
                    <a:pt x="26" y="287"/>
                    <a:pt x="26" y="277"/>
                  </a:cubicBezTo>
                  <a:cubicBezTo>
                    <a:pt x="26" y="264"/>
                    <a:pt x="34" y="253"/>
                    <a:pt x="46" y="249"/>
                  </a:cubicBezTo>
                  <a:cubicBezTo>
                    <a:pt x="46" y="150"/>
                    <a:pt x="46" y="150"/>
                    <a:pt x="46" y="150"/>
                  </a:cubicBezTo>
                  <a:cubicBezTo>
                    <a:pt x="8" y="139"/>
                    <a:pt x="8" y="139"/>
                    <a:pt x="8" y="139"/>
                  </a:cubicBezTo>
                  <a:cubicBezTo>
                    <a:pt x="3" y="138"/>
                    <a:pt x="0" y="134"/>
                    <a:pt x="0" y="129"/>
                  </a:cubicBezTo>
                  <a:cubicBezTo>
                    <a:pt x="0" y="124"/>
                    <a:pt x="3" y="120"/>
                    <a:pt x="7" y="11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+mn-lt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7" name="组合 36"/>
          <p:cNvGrpSpPr>
            <a:grpSpLocks/>
          </p:cNvGrpSpPr>
          <p:nvPr/>
        </p:nvGrpSpPr>
        <p:grpSpPr bwMode="auto">
          <a:xfrm>
            <a:off x="4448175" y="2164431"/>
            <a:ext cx="1460500" cy="822683"/>
            <a:chOff x="4447677" y="2151864"/>
            <a:chExt cx="1461654" cy="822863"/>
          </a:xfrm>
        </p:grpSpPr>
        <p:sp>
          <p:nvSpPr>
            <p:cNvPr id="19461" name="文本框 37"/>
            <p:cNvSpPr txBox="1">
              <a:spLocks noChangeArrowheads="1"/>
            </p:cNvSpPr>
            <p:nvPr/>
          </p:nvSpPr>
          <p:spPr bwMode="auto">
            <a:xfrm>
              <a:off x="4447677" y="2605314"/>
              <a:ext cx="1461654" cy="3694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en-US" altLang="zh-CN" sz="1800" dirty="0" smtClean="0">
                  <a:solidFill>
                    <a:schemeClr val="bg1"/>
                  </a:solidFill>
                  <a:ea typeface="微软雅黑" pitchFamily="34" charset="-122"/>
                </a:rPr>
                <a:t>2019</a:t>
              </a:r>
              <a:r>
                <a:rPr lang="zh-CN" altLang="en-US" sz="1800" dirty="0" smtClean="0">
                  <a:solidFill>
                    <a:schemeClr val="bg1"/>
                  </a:solidFill>
                  <a:ea typeface="微软雅黑" pitchFamily="34" charset="-122"/>
                </a:rPr>
                <a:t>年总述</a:t>
              </a:r>
              <a:endParaRPr lang="zh-CN" altLang="en-US" sz="1800" dirty="0">
                <a:solidFill>
                  <a:schemeClr val="bg1"/>
                </a:solidFill>
                <a:ea typeface="微软雅黑" pitchFamily="34" charset="-122"/>
              </a:endParaRPr>
            </a:p>
          </p:txBody>
        </p:sp>
        <p:sp>
          <p:nvSpPr>
            <p:cNvPr id="19462" name="文本框 38"/>
            <p:cNvSpPr txBox="1">
              <a:spLocks noChangeArrowheads="1"/>
            </p:cNvSpPr>
            <p:nvPr/>
          </p:nvSpPr>
          <p:spPr bwMode="auto">
            <a:xfrm>
              <a:off x="4535462" y="2151864"/>
              <a:ext cx="128684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en-US" altLang="zh-CN" sz="1400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PART ONE</a:t>
              </a:r>
              <a:endParaRPr lang="zh-CN" altLang="en-US" sz="14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</p:cSld>
  <p:clrMapOvr>
    <a:masterClrMapping/>
  </p:clrMapOvr>
  <p:transition spd="slow" advClick="0" advTm="0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2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6" presetClass="emp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16" dur="250" fill="hold"/>
                                        <p:tgtEl>
                                          <p:spTgt spid="34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6" presetClass="emph" presetSubtype="0" decel="10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8" dur="250" fill="hold"/>
                                        <p:tgtEl>
                                          <p:spTgt spid="34"/>
                                        </p:tgtEl>
                                      </p:cBhvr>
                                      <p:by x="91000" y="91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1150"/>
                            </p:stCondLst>
                            <p:childTnLst>
                              <p:par>
                                <p:cTn id="20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图片 2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7" name="组合 26"/>
          <p:cNvGrpSpPr>
            <a:grpSpLocks/>
          </p:cNvGrpSpPr>
          <p:nvPr/>
        </p:nvGrpSpPr>
        <p:grpSpPr bwMode="auto">
          <a:xfrm>
            <a:off x="3351213" y="2749550"/>
            <a:ext cx="1958975" cy="1871663"/>
            <a:chOff x="3065829" y="2668267"/>
            <a:chExt cx="1872107" cy="1761728"/>
          </a:xfrm>
        </p:grpSpPr>
        <p:sp>
          <p:nvSpPr>
            <p:cNvPr id="28" name="椭圆 27"/>
            <p:cNvSpPr/>
            <p:nvPr/>
          </p:nvSpPr>
          <p:spPr>
            <a:xfrm>
              <a:off x="3114376" y="2668267"/>
              <a:ext cx="1762875" cy="1761728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椭圆 28"/>
            <p:cNvSpPr/>
            <p:nvPr/>
          </p:nvSpPr>
          <p:spPr>
            <a:xfrm>
              <a:off x="4441842" y="2760911"/>
              <a:ext cx="119852" cy="11954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椭圆 29"/>
            <p:cNvSpPr/>
            <p:nvPr/>
          </p:nvSpPr>
          <p:spPr>
            <a:xfrm>
              <a:off x="3439037" y="2760911"/>
              <a:ext cx="119851" cy="11954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椭圆 30"/>
            <p:cNvSpPr/>
            <p:nvPr/>
          </p:nvSpPr>
          <p:spPr>
            <a:xfrm>
              <a:off x="3065829" y="3493096"/>
              <a:ext cx="119851" cy="11954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椭圆 31"/>
            <p:cNvSpPr/>
            <p:nvPr/>
          </p:nvSpPr>
          <p:spPr>
            <a:xfrm>
              <a:off x="4818084" y="3493096"/>
              <a:ext cx="119852" cy="11954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椭圆 44"/>
            <p:cNvSpPr/>
            <p:nvPr/>
          </p:nvSpPr>
          <p:spPr>
            <a:xfrm>
              <a:off x="4441842" y="4223788"/>
              <a:ext cx="119852" cy="11954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椭圆 45"/>
            <p:cNvSpPr/>
            <p:nvPr/>
          </p:nvSpPr>
          <p:spPr>
            <a:xfrm>
              <a:off x="3439037" y="4201373"/>
              <a:ext cx="119851" cy="11954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21528" name="组合 46"/>
            <p:cNvGrpSpPr>
              <a:grpSpLocks/>
            </p:cNvGrpSpPr>
            <p:nvPr/>
          </p:nvGrpSpPr>
          <p:grpSpPr bwMode="auto">
            <a:xfrm>
              <a:off x="3269294" y="2943617"/>
              <a:ext cx="1465544" cy="1202498"/>
              <a:chOff x="3269294" y="2943617"/>
              <a:chExt cx="1465544" cy="1202498"/>
            </a:xfrm>
          </p:grpSpPr>
          <p:sp>
            <p:nvSpPr>
              <p:cNvPr id="48" name="任意多边形 47"/>
              <p:cNvSpPr/>
              <p:nvPr/>
            </p:nvSpPr>
            <p:spPr>
              <a:xfrm>
                <a:off x="4281029" y="2955164"/>
                <a:ext cx="153228" cy="213679"/>
              </a:xfrm>
              <a:custGeom>
                <a:avLst/>
                <a:gdLst>
                  <a:gd name="connsiteX0" fmla="*/ 0 w 425885"/>
                  <a:gd name="connsiteY0" fmla="*/ 588724 h 588724"/>
                  <a:gd name="connsiteX1" fmla="*/ 425885 w 425885"/>
                  <a:gd name="connsiteY1" fmla="*/ 0 h 588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25885" h="588724">
                    <a:moveTo>
                      <a:pt x="0" y="588724"/>
                    </a:moveTo>
                    <a:lnTo>
                      <a:pt x="425885" y="0"/>
                    </a:lnTo>
                  </a:path>
                </a:pathLst>
              </a:custGeom>
              <a:noFill/>
              <a:ln w="38100">
                <a:solidFill>
                  <a:schemeClr val="bg1"/>
                </a:solidFill>
                <a:tailEnd type="stealt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9" name="任意多边形 48"/>
              <p:cNvSpPr/>
              <p:nvPr/>
            </p:nvSpPr>
            <p:spPr>
              <a:xfrm flipV="1">
                <a:off x="4475219" y="3525970"/>
                <a:ext cx="259425" cy="43334"/>
              </a:xfrm>
              <a:custGeom>
                <a:avLst/>
                <a:gdLst>
                  <a:gd name="connsiteX0" fmla="*/ 0 w 739035"/>
                  <a:gd name="connsiteY0" fmla="*/ 0 h 0"/>
                  <a:gd name="connsiteX1" fmla="*/ 739035 w 739035"/>
                  <a:gd name="connsiteY1" fmla="*/ 0 h 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39035">
                    <a:moveTo>
                      <a:pt x="0" y="0"/>
                    </a:moveTo>
                    <a:lnTo>
                      <a:pt x="739035" y="0"/>
                    </a:lnTo>
                  </a:path>
                </a:pathLst>
              </a:custGeom>
              <a:noFill/>
              <a:ln w="38100">
                <a:solidFill>
                  <a:schemeClr val="bg1"/>
                </a:solidFill>
                <a:tailEnd type="stealt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0" name="任意多边形 49"/>
              <p:cNvSpPr/>
              <p:nvPr/>
            </p:nvSpPr>
            <p:spPr>
              <a:xfrm>
                <a:off x="3595298" y="2943210"/>
                <a:ext cx="142608" cy="213679"/>
              </a:xfrm>
              <a:custGeom>
                <a:avLst/>
                <a:gdLst>
                  <a:gd name="connsiteX0" fmla="*/ 413359 w 413359"/>
                  <a:gd name="connsiteY0" fmla="*/ 588724 h 588724"/>
                  <a:gd name="connsiteX1" fmla="*/ 0 w 413359"/>
                  <a:gd name="connsiteY1" fmla="*/ 0 h 588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3359" h="588724">
                    <a:moveTo>
                      <a:pt x="413359" y="588724"/>
                    </a:moveTo>
                    <a:lnTo>
                      <a:pt x="0" y="0"/>
                    </a:lnTo>
                  </a:path>
                </a:pathLst>
              </a:custGeom>
              <a:noFill/>
              <a:ln w="38100">
                <a:solidFill>
                  <a:schemeClr val="bg1"/>
                </a:solidFill>
                <a:tailEnd type="stealt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1" name="任意多边形 50"/>
              <p:cNvSpPr/>
              <p:nvPr/>
            </p:nvSpPr>
            <p:spPr>
              <a:xfrm>
                <a:off x="3269121" y="3557350"/>
                <a:ext cx="247288" cy="43333"/>
              </a:xfrm>
              <a:custGeom>
                <a:avLst/>
                <a:gdLst>
                  <a:gd name="connsiteX0" fmla="*/ 726510 w 726510"/>
                  <a:gd name="connsiteY0" fmla="*/ 0 h 0"/>
                  <a:gd name="connsiteX1" fmla="*/ 0 w 726510"/>
                  <a:gd name="connsiteY1" fmla="*/ 0 h 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26510">
                    <a:moveTo>
                      <a:pt x="726510" y="0"/>
                    </a:moveTo>
                    <a:lnTo>
                      <a:pt x="0" y="0"/>
                    </a:lnTo>
                  </a:path>
                </a:pathLst>
              </a:custGeom>
              <a:noFill/>
              <a:ln w="38100">
                <a:solidFill>
                  <a:schemeClr val="bg1"/>
                </a:solidFill>
                <a:tailEnd type="stealt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2" name="任意多边形 51"/>
              <p:cNvSpPr/>
              <p:nvPr/>
            </p:nvSpPr>
            <p:spPr>
              <a:xfrm>
                <a:off x="3581645" y="3936891"/>
                <a:ext cx="156261" cy="209196"/>
              </a:xfrm>
              <a:custGeom>
                <a:avLst/>
                <a:gdLst>
                  <a:gd name="connsiteX0" fmla="*/ 425885 w 425885"/>
                  <a:gd name="connsiteY0" fmla="*/ 0 h 576197"/>
                  <a:gd name="connsiteX1" fmla="*/ 0 w 425885"/>
                  <a:gd name="connsiteY1" fmla="*/ 576197 h 57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25885" h="576197">
                    <a:moveTo>
                      <a:pt x="425885" y="0"/>
                    </a:moveTo>
                    <a:lnTo>
                      <a:pt x="0" y="576197"/>
                    </a:lnTo>
                  </a:path>
                </a:pathLst>
              </a:custGeom>
              <a:noFill/>
              <a:ln w="38100">
                <a:solidFill>
                  <a:schemeClr val="bg1"/>
                </a:solidFill>
                <a:tailEnd type="stealt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3" name="任意多边形 52"/>
              <p:cNvSpPr/>
              <p:nvPr/>
            </p:nvSpPr>
            <p:spPr>
              <a:xfrm>
                <a:off x="4267376" y="3936891"/>
                <a:ext cx="141090" cy="209196"/>
              </a:xfrm>
              <a:custGeom>
                <a:avLst/>
                <a:gdLst>
                  <a:gd name="connsiteX0" fmla="*/ 0 w 388307"/>
                  <a:gd name="connsiteY0" fmla="*/ 0 h 576197"/>
                  <a:gd name="connsiteX1" fmla="*/ 388307 w 388307"/>
                  <a:gd name="connsiteY1" fmla="*/ 576197 h 57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88307" h="576197">
                    <a:moveTo>
                      <a:pt x="0" y="0"/>
                    </a:moveTo>
                    <a:lnTo>
                      <a:pt x="388307" y="576197"/>
                    </a:lnTo>
                  </a:path>
                </a:pathLst>
              </a:custGeom>
              <a:noFill/>
              <a:ln w="38100">
                <a:solidFill>
                  <a:schemeClr val="bg1"/>
                </a:solidFill>
                <a:tailEnd type="stealt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sp>
        <p:nvSpPr>
          <p:cNvPr id="21519" name="矩形 54"/>
          <p:cNvSpPr>
            <a:spLocks noChangeArrowheads="1"/>
          </p:cNvSpPr>
          <p:nvPr/>
        </p:nvSpPr>
        <p:spPr bwMode="auto">
          <a:xfrm>
            <a:off x="865188" y="1480863"/>
            <a:ext cx="7494587" cy="13083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eaLnBrk="1" hangingPunct="1">
              <a:lnSpc>
                <a:spcPct val="13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您的内容打在这里，或者通过复制您的文本后，在此框中选择粘贴，并选择只保留文字。您的内容打在这里，或者通过复制您的文本后，在此框中选择粘贴，并选择只保留文字。您的内容打在这里，或者通过复制您的文本后，在此框中选择粘贴，并选择只保留文字。您的内容打在这里，或者通过复制您的文本后，在此框中选择粘贴，并选择只保留文字。</a:t>
            </a:r>
            <a:endParaRPr lang="en-US" altLang="zh-CN" sz="1200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  <a:p>
            <a:pPr eaLnBrk="1" hangingPunct="1">
              <a:lnSpc>
                <a:spcPct val="130000"/>
              </a:lnSpc>
            </a:pPr>
            <a:endParaRPr lang="en-US" altLang="zh-CN" sz="1200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57" name="组合 56"/>
          <p:cNvGrpSpPr>
            <a:grpSpLocks/>
          </p:cNvGrpSpPr>
          <p:nvPr/>
        </p:nvGrpSpPr>
        <p:grpSpPr bwMode="auto">
          <a:xfrm>
            <a:off x="3833813" y="3189288"/>
            <a:ext cx="979487" cy="993775"/>
            <a:chOff x="3254772" y="2872916"/>
            <a:chExt cx="936104" cy="936104"/>
          </a:xfrm>
        </p:grpSpPr>
        <p:sp>
          <p:nvSpPr>
            <p:cNvPr id="58" name="椭圆 57"/>
            <p:cNvSpPr/>
            <p:nvPr/>
          </p:nvSpPr>
          <p:spPr>
            <a:xfrm>
              <a:off x="3254772" y="2872916"/>
              <a:ext cx="936104" cy="936104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518" name="矩形 58"/>
            <p:cNvSpPr>
              <a:spLocks noChangeArrowheads="1"/>
            </p:cNvSpPr>
            <p:nvPr/>
          </p:nvSpPr>
          <p:spPr bwMode="auto">
            <a:xfrm>
              <a:off x="3469765" y="3187079"/>
              <a:ext cx="605350" cy="3042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eaLnBrk="1" hangingPunct="1"/>
              <a:r>
                <a:rPr lang="zh-CN" altLang="en-US" sz="15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标题</a:t>
              </a:r>
              <a:r>
                <a:rPr lang="en-US" altLang="zh-CN" sz="15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 </a:t>
              </a:r>
              <a:endParaRPr lang="zh-CN" altLang="en-US" sz="15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60" name="组合 59"/>
          <p:cNvGrpSpPr>
            <a:grpSpLocks/>
          </p:cNvGrpSpPr>
          <p:nvPr/>
        </p:nvGrpSpPr>
        <p:grpSpPr bwMode="auto">
          <a:xfrm>
            <a:off x="5516563" y="3176588"/>
            <a:ext cx="2078037" cy="1214437"/>
            <a:chOff x="789157" y="3505487"/>
            <a:chExt cx="1985951" cy="1142552"/>
          </a:xfrm>
        </p:grpSpPr>
        <p:sp>
          <p:nvSpPr>
            <p:cNvPr id="61" name="TextBox 23"/>
            <p:cNvSpPr txBox="1"/>
            <p:nvPr/>
          </p:nvSpPr>
          <p:spPr>
            <a:xfrm>
              <a:off x="789157" y="3505487"/>
              <a:ext cx="837468" cy="2822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添加标题</a:t>
              </a:r>
            </a:p>
          </p:txBody>
        </p:sp>
        <p:sp>
          <p:nvSpPr>
            <p:cNvPr id="21516" name="矩形 61"/>
            <p:cNvSpPr>
              <a:spLocks noChangeArrowheads="1"/>
            </p:cNvSpPr>
            <p:nvPr/>
          </p:nvSpPr>
          <p:spPr bwMode="auto">
            <a:xfrm>
              <a:off x="812496" y="3800585"/>
              <a:ext cx="1962612" cy="8474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algn="r" eaLnBrk="1" hangingPunct="1">
                <a:lnSpc>
                  <a:spcPts val="2100"/>
                </a:lnSpc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您的内容打在这里，或者通过复制您的文本后，在此框中选择粘贴，并选择只保留</a:t>
              </a:r>
              <a:endParaRPr lang="en-US" altLang="zh-CN" sz="12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63" name="组合 62"/>
          <p:cNvGrpSpPr>
            <a:grpSpLocks/>
          </p:cNvGrpSpPr>
          <p:nvPr/>
        </p:nvGrpSpPr>
        <p:grpSpPr bwMode="auto">
          <a:xfrm>
            <a:off x="992188" y="3186113"/>
            <a:ext cx="2054225" cy="1204912"/>
            <a:chOff x="812496" y="3514973"/>
            <a:chExt cx="1962612" cy="1133066"/>
          </a:xfrm>
        </p:grpSpPr>
        <p:sp>
          <p:nvSpPr>
            <p:cNvPr id="64" name="TextBox 26"/>
            <p:cNvSpPr txBox="1"/>
            <p:nvPr/>
          </p:nvSpPr>
          <p:spPr>
            <a:xfrm>
              <a:off x="864064" y="3514973"/>
              <a:ext cx="838736" cy="28214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添加标题</a:t>
              </a:r>
            </a:p>
          </p:txBody>
        </p:sp>
        <p:sp>
          <p:nvSpPr>
            <p:cNvPr id="21514" name="矩形 64"/>
            <p:cNvSpPr>
              <a:spLocks noChangeArrowheads="1"/>
            </p:cNvSpPr>
            <p:nvPr/>
          </p:nvSpPr>
          <p:spPr bwMode="auto">
            <a:xfrm>
              <a:off x="812496" y="3800585"/>
              <a:ext cx="1962612" cy="8474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algn="r" eaLnBrk="1" hangingPunct="1">
                <a:lnSpc>
                  <a:spcPts val="2100"/>
                </a:lnSpc>
              </a:pPr>
              <a:r>
                <a:rPr lang="zh-CN" altLang="en-US" sz="1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您的内容打在这里，或者通过复制您的文本后，在此框中选择粘贴，并选择只保留</a:t>
              </a:r>
              <a:endParaRPr lang="en-US" altLang="zh-CN" sz="12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图片 3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" name="文本框 31"/>
          <p:cNvSpPr txBox="1"/>
          <p:nvPr/>
        </p:nvSpPr>
        <p:spPr>
          <a:xfrm>
            <a:off x="411163" y="35877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选题背景及意义</a:t>
            </a:r>
          </a:p>
        </p:txBody>
      </p:sp>
      <p:grpSp>
        <p:nvGrpSpPr>
          <p:cNvPr id="33" name="组合 32"/>
          <p:cNvGrpSpPr>
            <a:grpSpLocks/>
          </p:cNvGrpSpPr>
          <p:nvPr/>
        </p:nvGrpSpPr>
        <p:grpSpPr bwMode="auto">
          <a:xfrm>
            <a:off x="928688" y="1857375"/>
            <a:ext cx="1743075" cy="2524125"/>
            <a:chOff x="928083" y="1857377"/>
            <a:chExt cx="1744093" cy="2524125"/>
          </a:xfrm>
        </p:grpSpPr>
        <p:sp>
          <p:nvSpPr>
            <p:cNvPr id="34" name="任意多边形 33"/>
            <p:cNvSpPr/>
            <p:nvPr/>
          </p:nvSpPr>
          <p:spPr>
            <a:xfrm>
              <a:off x="928083" y="1857377"/>
              <a:ext cx="1744093" cy="2524125"/>
            </a:xfrm>
            <a:custGeom>
              <a:avLst/>
              <a:gdLst>
                <a:gd name="connsiteX0" fmla="*/ 0 w 1744093"/>
                <a:gd name="connsiteY0" fmla="*/ 174409 h 2524125"/>
                <a:gd name="connsiteX1" fmla="*/ 174409 w 1744093"/>
                <a:gd name="connsiteY1" fmla="*/ 0 h 2524125"/>
                <a:gd name="connsiteX2" fmla="*/ 1569684 w 1744093"/>
                <a:gd name="connsiteY2" fmla="*/ 0 h 2524125"/>
                <a:gd name="connsiteX3" fmla="*/ 1744093 w 1744093"/>
                <a:gd name="connsiteY3" fmla="*/ 174409 h 2524125"/>
                <a:gd name="connsiteX4" fmla="*/ 1744093 w 1744093"/>
                <a:gd name="connsiteY4" fmla="*/ 2349716 h 2524125"/>
                <a:gd name="connsiteX5" fmla="*/ 1569684 w 1744093"/>
                <a:gd name="connsiteY5" fmla="*/ 2524125 h 2524125"/>
                <a:gd name="connsiteX6" fmla="*/ 174409 w 1744093"/>
                <a:gd name="connsiteY6" fmla="*/ 2524125 h 2524125"/>
                <a:gd name="connsiteX7" fmla="*/ 0 w 1744093"/>
                <a:gd name="connsiteY7" fmla="*/ 2349716 h 2524125"/>
                <a:gd name="connsiteX8" fmla="*/ 0 w 1744093"/>
                <a:gd name="connsiteY8" fmla="*/ 174409 h 2524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44093" h="2524125">
                  <a:moveTo>
                    <a:pt x="0" y="174409"/>
                  </a:moveTo>
                  <a:cubicBezTo>
                    <a:pt x="0" y="78086"/>
                    <a:pt x="78086" y="0"/>
                    <a:pt x="174409" y="0"/>
                  </a:cubicBezTo>
                  <a:lnTo>
                    <a:pt x="1569684" y="0"/>
                  </a:lnTo>
                  <a:cubicBezTo>
                    <a:pt x="1666007" y="0"/>
                    <a:pt x="1744093" y="78086"/>
                    <a:pt x="1744093" y="174409"/>
                  </a:cubicBezTo>
                  <a:lnTo>
                    <a:pt x="1744093" y="2349716"/>
                  </a:lnTo>
                  <a:cubicBezTo>
                    <a:pt x="1744093" y="2446039"/>
                    <a:pt x="1666007" y="2524125"/>
                    <a:pt x="1569684" y="2524125"/>
                  </a:cubicBezTo>
                  <a:lnTo>
                    <a:pt x="174409" y="2524125"/>
                  </a:lnTo>
                  <a:cubicBezTo>
                    <a:pt x="78086" y="2524125"/>
                    <a:pt x="0" y="2446039"/>
                    <a:pt x="0" y="2349716"/>
                  </a:cubicBezTo>
                  <a:lnTo>
                    <a:pt x="0" y="17440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lIns="76200" tIns="76200" rIns="76200" bIns="1843088" spcCol="1270" anchor="ctr"/>
            <a:lstStyle/>
            <a:p>
              <a:pPr algn="ctr" defTabSz="8890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800" dirty="0">
                  <a:solidFill>
                    <a:schemeClr val="bg1"/>
                  </a:solidFill>
                </a:rPr>
                <a:t>标题一</a:t>
              </a:r>
            </a:p>
          </p:txBody>
        </p:sp>
        <p:sp>
          <p:nvSpPr>
            <p:cNvPr id="35" name="任意多边形 34"/>
            <p:cNvSpPr/>
            <p:nvPr/>
          </p:nvSpPr>
          <p:spPr>
            <a:xfrm>
              <a:off x="1102492" y="2614676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36" name="任意多边形 35"/>
            <p:cNvSpPr/>
            <p:nvPr/>
          </p:nvSpPr>
          <p:spPr>
            <a:xfrm>
              <a:off x="1102492" y="3038958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45" name="任意多边形 44"/>
            <p:cNvSpPr/>
            <p:nvPr/>
          </p:nvSpPr>
          <p:spPr>
            <a:xfrm>
              <a:off x="1102492" y="3463240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46" name="任意多边形 45"/>
            <p:cNvSpPr/>
            <p:nvPr/>
          </p:nvSpPr>
          <p:spPr>
            <a:xfrm>
              <a:off x="1102492" y="3887522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</p:grpSp>
      <p:grpSp>
        <p:nvGrpSpPr>
          <p:cNvPr id="47" name="组合 46"/>
          <p:cNvGrpSpPr>
            <a:grpSpLocks/>
          </p:cNvGrpSpPr>
          <p:nvPr/>
        </p:nvGrpSpPr>
        <p:grpSpPr bwMode="auto">
          <a:xfrm>
            <a:off x="2803525" y="1857375"/>
            <a:ext cx="1743075" cy="2524125"/>
            <a:chOff x="2802983" y="1857377"/>
            <a:chExt cx="1744093" cy="2524125"/>
          </a:xfrm>
        </p:grpSpPr>
        <p:sp>
          <p:nvSpPr>
            <p:cNvPr id="48" name="任意多边形 47"/>
            <p:cNvSpPr/>
            <p:nvPr/>
          </p:nvSpPr>
          <p:spPr>
            <a:xfrm>
              <a:off x="2802983" y="1857377"/>
              <a:ext cx="1744093" cy="2524125"/>
            </a:xfrm>
            <a:custGeom>
              <a:avLst/>
              <a:gdLst>
                <a:gd name="connsiteX0" fmla="*/ 0 w 1744093"/>
                <a:gd name="connsiteY0" fmla="*/ 174409 h 2524125"/>
                <a:gd name="connsiteX1" fmla="*/ 174409 w 1744093"/>
                <a:gd name="connsiteY1" fmla="*/ 0 h 2524125"/>
                <a:gd name="connsiteX2" fmla="*/ 1569684 w 1744093"/>
                <a:gd name="connsiteY2" fmla="*/ 0 h 2524125"/>
                <a:gd name="connsiteX3" fmla="*/ 1744093 w 1744093"/>
                <a:gd name="connsiteY3" fmla="*/ 174409 h 2524125"/>
                <a:gd name="connsiteX4" fmla="*/ 1744093 w 1744093"/>
                <a:gd name="connsiteY4" fmla="*/ 2349716 h 2524125"/>
                <a:gd name="connsiteX5" fmla="*/ 1569684 w 1744093"/>
                <a:gd name="connsiteY5" fmla="*/ 2524125 h 2524125"/>
                <a:gd name="connsiteX6" fmla="*/ 174409 w 1744093"/>
                <a:gd name="connsiteY6" fmla="*/ 2524125 h 2524125"/>
                <a:gd name="connsiteX7" fmla="*/ 0 w 1744093"/>
                <a:gd name="connsiteY7" fmla="*/ 2349716 h 2524125"/>
                <a:gd name="connsiteX8" fmla="*/ 0 w 1744093"/>
                <a:gd name="connsiteY8" fmla="*/ 174409 h 2524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44093" h="2524125">
                  <a:moveTo>
                    <a:pt x="0" y="174409"/>
                  </a:moveTo>
                  <a:cubicBezTo>
                    <a:pt x="0" y="78086"/>
                    <a:pt x="78086" y="0"/>
                    <a:pt x="174409" y="0"/>
                  </a:cubicBezTo>
                  <a:lnTo>
                    <a:pt x="1569684" y="0"/>
                  </a:lnTo>
                  <a:cubicBezTo>
                    <a:pt x="1666007" y="0"/>
                    <a:pt x="1744093" y="78086"/>
                    <a:pt x="1744093" y="174409"/>
                  </a:cubicBezTo>
                  <a:lnTo>
                    <a:pt x="1744093" y="2349716"/>
                  </a:lnTo>
                  <a:cubicBezTo>
                    <a:pt x="1744093" y="2446039"/>
                    <a:pt x="1666007" y="2524125"/>
                    <a:pt x="1569684" y="2524125"/>
                  </a:cubicBezTo>
                  <a:lnTo>
                    <a:pt x="174409" y="2524125"/>
                  </a:lnTo>
                  <a:cubicBezTo>
                    <a:pt x="78086" y="2524125"/>
                    <a:pt x="0" y="2446039"/>
                    <a:pt x="0" y="2349716"/>
                  </a:cubicBezTo>
                  <a:lnTo>
                    <a:pt x="0" y="17440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lIns="76200" tIns="76200" rIns="76200" bIns="1843088" spcCol="1270" anchor="ctr"/>
            <a:lstStyle/>
            <a:p>
              <a:pPr algn="ctr" defTabSz="8890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2000" dirty="0">
                  <a:solidFill>
                    <a:schemeClr val="bg1"/>
                  </a:solidFill>
                </a:rPr>
                <a:t>标题二</a:t>
              </a:r>
            </a:p>
          </p:txBody>
        </p:sp>
        <p:sp>
          <p:nvSpPr>
            <p:cNvPr id="49" name="任意多边形 48"/>
            <p:cNvSpPr/>
            <p:nvPr/>
          </p:nvSpPr>
          <p:spPr>
            <a:xfrm>
              <a:off x="2977393" y="2614676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50" name="任意多边形 49"/>
            <p:cNvSpPr/>
            <p:nvPr/>
          </p:nvSpPr>
          <p:spPr>
            <a:xfrm>
              <a:off x="2977393" y="3038958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51" name="任意多边形 50"/>
            <p:cNvSpPr/>
            <p:nvPr/>
          </p:nvSpPr>
          <p:spPr>
            <a:xfrm>
              <a:off x="2977393" y="3463240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52" name="任意多边形 51"/>
            <p:cNvSpPr/>
            <p:nvPr/>
          </p:nvSpPr>
          <p:spPr>
            <a:xfrm>
              <a:off x="2977393" y="3887522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</p:grpSp>
      <p:grpSp>
        <p:nvGrpSpPr>
          <p:cNvPr id="53" name="组合 52"/>
          <p:cNvGrpSpPr>
            <a:grpSpLocks/>
          </p:cNvGrpSpPr>
          <p:nvPr/>
        </p:nvGrpSpPr>
        <p:grpSpPr bwMode="auto">
          <a:xfrm>
            <a:off x="4678363" y="1857375"/>
            <a:ext cx="1743075" cy="2524125"/>
            <a:chOff x="4677884" y="1857377"/>
            <a:chExt cx="1744093" cy="2524125"/>
          </a:xfrm>
        </p:grpSpPr>
        <p:sp>
          <p:nvSpPr>
            <p:cNvPr id="54" name="任意多边形 53"/>
            <p:cNvSpPr/>
            <p:nvPr/>
          </p:nvSpPr>
          <p:spPr>
            <a:xfrm>
              <a:off x="4677884" y="1857377"/>
              <a:ext cx="1744093" cy="2524125"/>
            </a:xfrm>
            <a:custGeom>
              <a:avLst/>
              <a:gdLst>
                <a:gd name="connsiteX0" fmla="*/ 0 w 1744093"/>
                <a:gd name="connsiteY0" fmla="*/ 174409 h 2524125"/>
                <a:gd name="connsiteX1" fmla="*/ 174409 w 1744093"/>
                <a:gd name="connsiteY1" fmla="*/ 0 h 2524125"/>
                <a:gd name="connsiteX2" fmla="*/ 1569684 w 1744093"/>
                <a:gd name="connsiteY2" fmla="*/ 0 h 2524125"/>
                <a:gd name="connsiteX3" fmla="*/ 1744093 w 1744093"/>
                <a:gd name="connsiteY3" fmla="*/ 174409 h 2524125"/>
                <a:gd name="connsiteX4" fmla="*/ 1744093 w 1744093"/>
                <a:gd name="connsiteY4" fmla="*/ 2349716 h 2524125"/>
                <a:gd name="connsiteX5" fmla="*/ 1569684 w 1744093"/>
                <a:gd name="connsiteY5" fmla="*/ 2524125 h 2524125"/>
                <a:gd name="connsiteX6" fmla="*/ 174409 w 1744093"/>
                <a:gd name="connsiteY6" fmla="*/ 2524125 h 2524125"/>
                <a:gd name="connsiteX7" fmla="*/ 0 w 1744093"/>
                <a:gd name="connsiteY7" fmla="*/ 2349716 h 2524125"/>
                <a:gd name="connsiteX8" fmla="*/ 0 w 1744093"/>
                <a:gd name="connsiteY8" fmla="*/ 174409 h 2524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44093" h="2524125">
                  <a:moveTo>
                    <a:pt x="0" y="174409"/>
                  </a:moveTo>
                  <a:cubicBezTo>
                    <a:pt x="0" y="78086"/>
                    <a:pt x="78086" y="0"/>
                    <a:pt x="174409" y="0"/>
                  </a:cubicBezTo>
                  <a:lnTo>
                    <a:pt x="1569684" y="0"/>
                  </a:lnTo>
                  <a:cubicBezTo>
                    <a:pt x="1666007" y="0"/>
                    <a:pt x="1744093" y="78086"/>
                    <a:pt x="1744093" y="174409"/>
                  </a:cubicBezTo>
                  <a:lnTo>
                    <a:pt x="1744093" y="2349716"/>
                  </a:lnTo>
                  <a:cubicBezTo>
                    <a:pt x="1744093" y="2446039"/>
                    <a:pt x="1666007" y="2524125"/>
                    <a:pt x="1569684" y="2524125"/>
                  </a:cubicBezTo>
                  <a:lnTo>
                    <a:pt x="174409" y="2524125"/>
                  </a:lnTo>
                  <a:cubicBezTo>
                    <a:pt x="78086" y="2524125"/>
                    <a:pt x="0" y="2446039"/>
                    <a:pt x="0" y="2349716"/>
                  </a:cubicBezTo>
                  <a:lnTo>
                    <a:pt x="0" y="17440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lIns="76200" tIns="76200" rIns="76200" bIns="1843088" spcCol="1270" anchor="ctr"/>
            <a:lstStyle/>
            <a:p>
              <a:pPr algn="ctr" defTabSz="8890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2000" dirty="0">
                  <a:solidFill>
                    <a:schemeClr val="bg1"/>
                  </a:solidFill>
                </a:rPr>
                <a:t>标题三</a:t>
              </a:r>
            </a:p>
          </p:txBody>
        </p:sp>
        <p:sp>
          <p:nvSpPr>
            <p:cNvPr id="55" name="任意多边形 54"/>
            <p:cNvSpPr/>
            <p:nvPr/>
          </p:nvSpPr>
          <p:spPr>
            <a:xfrm>
              <a:off x="4852293" y="2614676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>
                  <a:solidFill>
                    <a:schemeClr val="bg1"/>
                  </a:solidFill>
                </a:rPr>
                <a:t>点击添加文本</a:t>
              </a:r>
              <a:endParaRPr lang="zh-CN" alt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6" name="任意多边形 55"/>
            <p:cNvSpPr/>
            <p:nvPr/>
          </p:nvSpPr>
          <p:spPr>
            <a:xfrm>
              <a:off x="4852293" y="3038958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57" name="任意多边形 56"/>
            <p:cNvSpPr/>
            <p:nvPr/>
          </p:nvSpPr>
          <p:spPr>
            <a:xfrm>
              <a:off x="4852293" y="3463240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58" name="任意多边形 57"/>
            <p:cNvSpPr/>
            <p:nvPr/>
          </p:nvSpPr>
          <p:spPr>
            <a:xfrm>
              <a:off x="4852293" y="3887522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</p:grpSp>
      <p:grpSp>
        <p:nvGrpSpPr>
          <p:cNvPr id="59" name="组合 58"/>
          <p:cNvGrpSpPr>
            <a:grpSpLocks/>
          </p:cNvGrpSpPr>
          <p:nvPr/>
        </p:nvGrpSpPr>
        <p:grpSpPr bwMode="auto">
          <a:xfrm>
            <a:off x="6553200" y="1857375"/>
            <a:ext cx="1743075" cy="2524125"/>
            <a:chOff x="6552785" y="1857377"/>
            <a:chExt cx="1744093" cy="2524125"/>
          </a:xfrm>
        </p:grpSpPr>
        <p:sp>
          <p:nvSpPr>
            <p:cNvPr id="60" name="任意多边形 59"/>
            <p:cNvSpPr/>
            <p:nvPr/>
          </p:nvSpPr>
          <p:spPr>
            <a:xfrm>
              <a:off x="6552785" y="1857377"/>
              <a:ext cx="1744093" cy="2524125"/>
            </a:xfrm>
            <a:custGeom>
              <a:avLst/>
              <a:gdLst>
                <a:gd name="connsiteX0" fmla="*/ 0 w 1744093"/>
                <a:gd name="connsiteY0" fmla="*/ 174409 h 2524125"/>
                <a:gd name="connsiteX1" fmla="*/ 174409 w 1744093"/>
                <a:gd name="connsiteY1" fmla="*/ 0 h 2524125"/>
                <a:gd name="connsiteX2" fmla="*/ 1569684 w 1744093"/>
                <a:gd name="connsiteY2" fmla="*/ 0 h 2524125"/>
                <a:gd name="connsiteX3" fmla="*/ 1744093 w 1744093"/>
                <a:gd name="connsiteY3" fmla="*/ 174409 h 2524125"/>
                <a:gd name="connsiteX4" fmla="*/ 1744093 w 1744093"/>
                <a:gd name="connsiteY4" fmla="*/ 2349716 h 2524125"/>
                <a:gd name="connsiteX5" fmla="*/ 1569684 w 1744093"/>
                <a:gd name="connsiteY5" fmla="*/ 2524125 h 2524125"/>
                <a:gd name="connsiteX6" fmla="*/ 174409 w 1744093"/>
                <a:gd name="connsiteY6" fmla="*/ 2524125 h 2524125"/>
                <a:gd name="connsiteX7" fmla="*/ 0 w 1744093"/>
                <a:gd name="connsiteY7" fmla="*/ 2349716 h 2524125"/>
                <a:gd name="connsiteX8" fmla="*/ 0 w 1744093"/>
                <a:gd name="connsiteY8" fmla="*/ 174409 h 2524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44093" h="2524125">
                  <a:moveTo>
                    <a:pt x="0" y="174409"/>
                  </a:moveTo>
                  <a:cubicBezTo>
                    <a:pt x="0" y="78086"/>
                    <a:pt x="78086" y="0"/>
                    <a:pt x="174409" y="0"/>
                  </a:cubicBezTo>
                  <a:lnTo>
                    <a:pt x="1569684" y="0"/>
                  </a:lnTo>
                  <a:cubicBezTo>
                    <a:pt x="1666007" y="0"/>
                    <a:pt x="1744093" y="78086"/>
                    <a:pt x="1744093" y="174409"/>
                  </a:cubicBezTo>
                  <a:lnTo>
                    <a:pt x="1744093" y="2349716"/>
                  </a:lnTo>
                  <a:cubicBezTo>
                    <a:pt x="1744093" y="2446039"/>
                    <a:pt x="1666007" y="2524125"/>
                    <a:pt x="1569684" y="2524125"/>
                  </a:cubicBezTo>
                  <a:lnTo>
                    <a:pt x="174409" y="2524125"/>
                  </a:lnTo>
                  <a:cubicBezTo>
                    <a:pt x="78086" y="2524125"/>
                    <a:pt x="0" y="2446039"/>
                    <a:pt x="0" y="2349716"/>
                  </a:cubicBezTo>
                  <a:lnTo>
                    <a:pt x="0" y="17440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lIns="76200" tIns="76200" rIns="76200" bIns="1843088" spcCol="1270" anchor="ctr"/>
            <a:lstStyle/>
            <a:p>
              <a:pPr algn="ctr" defTabSz="8890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2000" dirty="0">
                  <a:solidFill>
                    <a:schemeClr val="bg1"/>
                  </a:solidFill>
                </a:rPr>
                <a:t>标题四</a:t>
              </a:r>
            </a:p>
          </p:txBody>
        </p:sp>
        <p:sp>
          <p:nvSpPr>
            <p:cNvPr id="61" name="任意多边形 60"/>
            <p:cNvSpPr/>
            <p:nvPr/>
          </p:nvSpPr>
          <p:spPr>
            <a:xfrm>
              <a:off x="6727194" y="2614676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>
                  <a:solidFill>
                    <a:schemeClr val="bg1"/>
                  </a:solidFill>
                </a:rPr>
                <a:t>点击添加文本</a:t>
              </a:r>
              <a:endParaRPr lang="zh-CN" alt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62" name="任意多边形 61"/>
            <p:cNvSpPr/>
            <p:nvPr/>
          </p:nvSpPr>
          <p:spPr>
            <a:xfrm>
              <a:off x="6727194" y="3038958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63" name="任意多边形 62"/>
            <p:cNvSpPr/>
            <p:nvPr/>
          </p:nvSpPr>
          <p:spPr>
            <a:xfrm>
              <a:off x="6727194" y="3463240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64" name="任意多边形 63"/>
            <p:cNvSpPr/>
            <p:nvPr/>
          </p:nvSpPr>
          <p:spPr>
            <a:xfrm>
              <a:off x="6727194" y="3887522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</p:grpSp>
      <p:sp>
        <p:nvSpPr>
          <p:cNvPr id="65" name="TextBox 29"/>
          <p:cNvSpPr txBox="1"/>
          <p:nvPr/>
        </p:nvSpPr>
        <p:spPr>
          <a:xfrm>
            <a:off x="498475" y="985838"/>
            <a:ext cx="8267700" cy="5492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05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您的内容打在这里，或者通过复制您的文本后，在此框中选择粘贴，并选择只保留文字。您的内容打在这里，或者通过复制您的文本后，在此框中选择粘贴，并选择只保留文字。您的内容打在这里，或者通过复制您的文本后，在此框中选择粘贴</a:t>
            </a:r>
          </a:p>
        </p:txBody>
      </p: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decel="6666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66667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66667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decel="66667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/>
          <p:cNvGrpSpPr>
            <a:grpSpLocks/>
          </p:cNvGrpSpPr>
          <p:nvPr/>
        </p:nvGrpSpPr>
        <p:grpSpPr bwMode="auto">
          <a:xfrm>
            <a:off x="238125" y="296863"/>
            <a:ext cx="1363663" cy="474662"/>
            <a:chOff x="184527" y="297451"/>
            <a:chExt cx="1363137" cy="473415"/>
          </a:xfrm>
        </p:grpSpPr>
        <p:pic>
          <p:nvPicPr>
            <p:cNvPr id="31753" name="图片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4527" y="297451"/>
              <a:ext cx="422017" cy="4734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文本框 2"/>
            <p:cNvSpPr txBox="1"/>
            <p:nvPr/>
          </p:nvSpPr>
          <p:spPr>
            <a:xfrm>
              <a:off x="539990" y="376617"/>
              <a:ext cx="1007674" cy="368915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800" dirty="0">
                  <a:solidFill>
                    <a:schemeClr val="bg1">
                      <a:lumMod val="95000"/>
                    </a:schemeClr>
                  </a:solidFill>
                  <a:latin typeface="+mn-lt"/>
                  <a:ea typeface="微软雅黑" panose="020B0503020204020204" pitchFamily="34" charset="-122"/>
                </a:rPr>
                <a:t>目录页</a:t>
              </a:r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539990" y="745533"/>
              <a:ext cx="863267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组合 11"/>
          <p:cNvGrpSpPr>
            <a:grpSpLocks/>
          </p:cNvGrpSpPr>
          <p:nvPr/>
        </p:nvGrpSpPr>
        <p:grpSpPr bwMode="auto">
          <a:xfrm>
            <a:off x="2867025" y="2019300"/>
            <a:ext cx="4348163" cy="939800"/>
            <a:chOff x="2866757" y="2019402"/>
            <a:chExt cx="4348365" cy="939618"/>
          </a:xfrm>
        </p:grpSpPr>
        <p:sp>
          <p:nvSpPr>
            <p:cNvPr id="31751" name="文本框 12"/>
            <p:cNvSpPr txBox="1">
              <a:spLocks noChangeArrowheads="1"/>
            </p:cNvSpPr>
            <p:nvPr/>
          </p:nvSpPr>
          <p:spPr bwMode="auto">
            <a:xfrm>
              <a:off x="2866757" y="2251134"/>
              <a:ext cx="4348365" cy="7078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40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研究方法与思路</a:t>
              </a:r>
            </a:p>
          </p:txBody>
        </p:sp>
        <p:sp>
          <p:nvSpPr>
            <p:cNvPr id="31752" name="文本框 14"/>
            <p:cNvSpPr txBox="1">
              <a:spLocks noChangeArrowheads="1"/>
            </p:cNvSpPr>
            <p:nvPr/>
          </p:nvSpPr>
          <p:spPr bwMode="auto">
            <a:xfrm>
              <a:off x="3229671" y="2019402"/>
              <a:ext cx="133126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en-US" altLang="zh-CN" sz="14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PART TWO</a:t>
              </a:r>
              <a:endParaRPr lang="zh-CN" altLang="en-US" sz="14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16" name="组合 15"/>
          <p:cNvGrpSpPr>
            <a:grpSpLocks/>
          </p:cNvGrpSpPr>
          <p:nvPr/>
        </p:nvGrpSpPr>
        <p:grpSpPr bwMode="auto">
          <a:xfrm>
            <a:off x="1928813" y="1944688"/>
            <a:ext cx="1130300" cy="1128712"/>
            <a:chOff x="1928879" y="1944350"/>
            <a:chExt cx="1129689" cy="1129689"/>
          </a:xfrm>
        </p:grpSpPr>
        <p:sp>
          <p:nvSpPr>
            <p:cNvPr id="17" name="椭圆 16"/>
            <p:cNvSpPr/>
            <p:nvPr/>
          </p:nvSpPr>
          <p:spPr>
            <a:xfrm>
              <a:off x="1928879" y="1944350"/>
              <a:ext cx="1129689" cy="1129689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Freeform 7"/>
            <p:cNvSpPr>
              <a:spLocks noEditPoints="1"/>
            </p:cNvSpPr>
            <p:nvPr/>
          </p:nvSpPr>
          <p:spPr bwMode="auto">
            <a:xfrm>
              <a:off x="2109756" y="2227170"/>
              <a:ext cx="750481" cy="614894"/>
            </a:xfrm>
            <a:custGeom>
              <a:avLst/>
              <a:gdLst>
                <a:gd name="T0" fmla="*/ 310 w 563"/>
                <a:gd name="T1" fmla="*/ 372 h 461"/>
                <a:gd name="T2" fmla="*/ 321 w 563"/>
                <a:gd name="T3" fmla="*/ 370 h 461"/>
                <a:gd name="T4" fmla="*/ 552 w 563"/>
                <a:gd name="T5" fmla="*/ 248 h 461"/>
                <a:gd name="T6" fmla="*/ 559 w 563"/>
                <a:gd name="T7" fmla="*/ 226 h 461"/>
                <a:gd name="T8" fmla="*/ 537 w 563"/>
                <a:gd name="T9" fmla="*/ 220 h 461"/>
                <a:gd name="T10" fmla="*/ 311 w 563"/>
                <a:gd name="T11" fmla="*/ 339 h 461"/>
                <a:gd name="T12" fmla="*/ 59 w 563"/>
                <a:gd name="T13" fmla="*/ 285 h 461"/>
                <a:gd name="T14" fmla="*/ 38 w 563"/>
                <a:gd name="T15" fmla="*/ 253 h 461"/>
                <a:gd name="T16" fmla="*/ 71 w 563"/>
                <a:gd name="T17" fmla="*/ 232 h 461"/>
                <a:gd name="T18" fmla="*/ 313 w 563"/>
                <a:gd name="T19" fmla="*/ 283 h 461"/>
                <a:gd name="T20" fmla="*/ 321 w 563"/>
                <a:gd name="T21" fmla="*/ 281 h 461"/>
                <a:gd name="T22" fmla="*/ 552 w 563"/>
                <a:gd name="T23" fmla="*/ 159 h 461"/>
                <a:gd name="T24" fmla="*/ 559 w 563"/>
                <a:gd name="T25" fmla="*/ 138 h 461"/>
                <a:gd name="T26" fmla="*/ 537 w 563"/>
                <a:gd name="T27" fmla="*/ 131 h 461"/>
                <a:gd name="T28" fmla="*/ 310 w 563"/>
                <a:gd name="T29" fmla="*/ 251 h 461"/>
                <a:gd name="T30" fmla="*/ 59 w 563"/>
                <a:gd name="T31" fmla="*/ 197 h 461"/>
                <a:gd name="T32" fmla="*/ 38 w 563"/>
                <a:gd name="T33" fmla="*/ 164 h 461"/>
                <a:gd name="T34" fmla="*/ 71 w 563"/>
                <a:gd name="T35" fmla="*/ 143 h 461"/>
                <a:gd name="T36" fmla="*/ 298 w 563"/>
                <a:gd name="T37" fmla="*/ 191 h 461"/>
                <a:gd name="T38" fmla="*/ 306 w 563"/>
                <a:gd name="T39" fmla="*/ 189 h 461"/>
                <a:gd name="T40" fmla="*/ 538 w 563"/>
                <a:gd name="T41" fmla="*/ 69 h 461"/>
                <a:gd name="T42" fmla="*/ 535 w 563"/>
                <a:gd name="T43" fmla="*/ 48 h 461"/>
                <a:gd name="T44" fmla="*/ 310 w 563"/>
                <a:gd name="T45" fmla="*/ 4 h 461"/>
                <a:gd name="T46" fmla="*/ 249 w 563"/>
                <a:gd name="T47" fmla="*/ 12 h 461"/>
                <a:gd name="T48" fmla="*/ 41 w 563"/>
                <a:gd name="T49" fmla="*/ 114 h 461"/>
                <a:gd name="T50" fmla="*/ 33 w 563"/>
                <a:gd name="T51" fmla="*/ 119 h 461"/>
                <a:gd name="T52" fmla="*/ 7 w 563"/>
                <a:gd name="T53" fmla="*/ 157 h 461"/>
                <a:gd name="T54" fmla="*/ 25 w 563"/>
                <a:gd name="T55" fmla="*/ 214 h 461"/>
                <a:gd name="T56" fmla="*/ 7 w 563"/>
                <a:gd name="T57" fmla="*/ 246 h 461"/>
                <a:gd name="T58" fmla="*/ 25 w 563"/>
                <a:gd name="T59" fmla="*/ 303 h 461"/>
                <a:gd name="T60" fmla="*/ 7 w 563"/>
                <a:gd name="T61" fmla="*/ 335 h 461"/>
                <a:gd name="T62" fmla="*/ 52 w 563"/>
                <a:gd name="T63" fmla="*/ 405 h 461"/>
                <a:gd name="T64" fmla="*/ 311 w 563"/>
                <a:gd name="T65" fmla="*/ 460 h 461"/>
                <a:gd name="T66" fmla="*/ 321 w 563"/>
                <a:gd name="T67" fmla="*/ 459 h 461"/>
                <a:gd name="T68" fmla="*/ 552 w 563"/>
                <a:gd name="T69" fmla="*/ 337 h 461"/>
                <a:gd name="T70" fmla="*/ 559 w 563"/>
                <a:gd name="T71" fmla="*/ 315 h 461"/>
                <a:gd name="T72" fmla="*/ 537 w 563"/>
                <a:gd name="T73" fmla="*/ 308 h 461"/>
                <a:gd name="T74" fmla="*/ 310 w 563"/>
                <a:gd name="T75" fmla="*/ 428 h 461"/>
                <a:gd name="T76" fmla="*/ 59 w 563"/>
                <a:gd name="T77" fmla="*/ 374 h 461"/>
                <a:gd name="T78" fmla="*/ 38 w 563"/>
                <a:gd name="T79" fmla="*/ 341 h 461"/>
                <a:gd name="T80" fmla="*/ 71 w 563"/>
                <a:gd name="T81" fmla="*/ 320 h 461"/>
                <a:gd name="T82" fmla="*/ 310 w 563"/>
                <a:gd name="T83" fmla="*/ 372 h 461"/>
                <a:gd name="T84" fmla="*/ 296 w 563"/>
                <a:gd name="T85" fmla="*/ 57 h 461"/>
                <a:gd name="T86" fmla="*/ 404 w 563"/>
                <a:gd name="T87" fmla="*/ 78 h 461"/>
                <a:gd name="T88" fmla="*/ 357 w 563"/>
                <a:gd name="T89" fmla="*/ 101 h 461"/>
                <a:gd name="T90" fmla="*/ 249 w 563"/>
                <a:gd name="T91" fmla="*/ 79 h 461"/>
                <a:gd name="T92" fmla="*/ 296 w 563"/>
                <a:gd name="T93" fmla="*/ 57 h 4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563" h="461">
                  <a:moveTo>
                    <a:pt x="310" y="372"/>
                  </a:moveTo>
                  <a:cubicBezTo>
                    <a:pt x="314" y="372"/>
                    <a:pt x="318" y="371"/>
                    <a:pt x="321" y="370"/>
                  </a:cubicBezTo>
                  <a:cubicBezTo>
                    <a:pt x="552" y="248"/>
                    <a:pt x="552" y="248"/>
                    <a:pt x="552" y="248"/>
                  </a:cubicBezTo>
                  <a:cubicBezTo>
                    <a:pt x="560" y="244"/>
                    <a:pt x="563" y="234"/>
                    <a:pt x="559" y="226"/>
                  </a:cubicBezTo>
                  <a:cubicBezTo>
                    <a:pt x="555" y="218"/>
                    <a:pt x="545" y="215"/>
                    <a:pt x="537" y="220"/>
                  </a:cubicBezTo>
                  <a:cubicBezTo>
                    <a:pt x="311" y="339"/>
                    <a:pt x="311" y="339"/>
                    <a:pt x="311" y="339"/>
                  </a:cubicBezTo>
                  <a:cubicBezTo>
                    <a:pt x="59" y="285"/>
                    <a:pt x="59" y="285"/>
                    <a:pt x="59" y="285"/>
                  </a:cubicBezTo>
                  <a:cubicBezTo>
                    <a:pt x="44" y="282"/>
                    <a:pt x="35" y="268"/>
                    <a:pt x="38" y="253"/>
                  </a:cubicBezTo>
                  <a:cubicBezTo>
                    <a:pt x="41" y="238"/>
                    <a:pt x="56" y="228"/>
                    <a:pt x="71" y="232"/>
                  </a:cubicBezTo>
                  <a:cubicBezTo>
                    <a:pt x="71" y="232"/>
                    <a:pt x="313" y="283"/>
                    <a:pt x="313" y="283"/>
                  </a:cubicBezTo>
                  <a:cubicBezTo>
                    <a:pt x="316" y="283"/>
                    <a:pt x="318" y="283"/>
                    <a:pt x="321" y="281"/>
                  </a:cubicBezTo>
                  <a:cubicBezTo>
                    <a:pt x="552" y="159"/>
                    <a:pt x="552" y="159"/>
                    <a:pt x="552" y="159"/>
                  </a:cubicBezTo>
                  <a:cubicBezTo>
                    <a:pt x="560" y="155"/>
                    <a:pt x="563" y="146"/>
                    <a:pt x="559" y="138"/>
                  </a:cubicBezTo>
                  <a:cubicBezTo>
                    <a:pt x="555" y="130"/>
                    <a:pt x="545" y="127"/>
                    <a:pt x="537" y="131"/>
                  </a:cubicBezTo>
                  <a:cubicBezTo>
                    <a:pt x="310" y="251"/>
                    <a:pt x="310" y="251"/>
                    <a:pt x="310" y="251"/>
                  </a:cubicBezTo>
                  <a:cubicBezTo>
                    <a:pt x="59" y="197"/>
                    <a:pt x="59" y="197"/>
                    <a:pt x="59" y="197"/>
                  </a:cubicBezTo>
                  <a:cubicBezTo>
                    <a:pt x="44" y="194"/>
                    <a:pt x="35" y="179"/>
                    <a:pt x="38" y="164"/>
                  </a:cubicBezTo>
                  <a:cubicBezTo>
                    <a:pt x="41" y="149"/>
                    <a:pt x="56" y="140"/>
                    <a:pt x="71" y="143"/>
                  </a:cubicBezTo>
                  <a:cubicBezTo>
                    <a:pt x="71" y="143"/>
                    <a:pt x="297" y="191"/>
                    <a:pt x="298" y="191"/>
                  </a:cubicBezTo>
                  <a:cubicBezTo>
                    <a:pt x="301" y="191"/>
                    <a:pt x="303" y="191"/>
                    <a:pt x="306" y="189"/>
                  </a:cubicBezTo>
                  <a:cubicBezTo>
                    <a:pt x="306" y="189"/>
                    <a:pt x="538" y="69"/>
                    <a:pt x="538" y="69"/>
                  </a:cubicBezTo>
                  <a:cubicBezTo>
                    <a:pt x="554" y="61"/>
                    <a:pt x="553" y="51"/>
                    <a:pt x="535" y="48"/>
                  </a:cubicBezTo>
                  <a:cubicBezTo>
                    <a:pt x="310" y="4"/>
                    <a:pt x="310" y="4"/>
                    <a:pt x="310" y="4"/>
                  </a:cubicBezTo>
                  <a:cubicBezTo>
                    <a:pt x="292" y="0"/>
                    <a:pt x="265" y="4"/>
                    <a:pt x="249" y="12"/>
                  </a:cubicBezTo>
                  <a:cubicBezTo>
                    <a:pt x="41" y="114"/>
                    <a:pt x="41" y="114"/>
                    <a:pt x="41" y="114"/>
                  </a:cubicBezTo>
                  <a:cubicBezTo>
                    <a:pt x="38" y="116"/>
                    <a:pt x="35" y="118"/>
                    <a:pt x="33" y="119"/>
                  </a:cubicBezTo>
                  <a:cubicBezTo>
                    <a:pt x="20" y="128"/>
                    <a:pt x="10" y="141"/>
                    <a:pt x="7" y="157"/>
                  </a:cubicBezTo>
                  <a:cubicBezTo>
                    <a:pt x="2" y="179"/>
                    <a:pt x="10" y="200"/>
                    <a:pt x="25" y="214"/>
                  </a:cubicBezTo>
                  <a:cubicBezTo>
                    <a:pt x="16" y="222"/>
                    <a:pt x="9" y="233"/>
                    <a:pt x="7" y="246"/>
                  </a:cubicBezTo>
                  <a:cubicBezTo>
                    <a:pt x="2" y="268"/>
                    <a:pt x="10" y="289"/>
                    <a:pt x="25" y="303"/>
                  </a:cubicBezTo>
                  <a:cubicBezTo>
                    <a:pt x="16" y="311"/>
                    <a:pt x="9" y="322"/>
                    <a:pt x="7" y="335"/>
                  </a:cubicBezTo>
                  <a:cubicBezTo>
                    <a:pt x="0" y="367"/>
                    <a:pt x="20" y="399"/>
                    <a:pt x="52" y="405"/>
                  </a:cubicBezTo>
                  <a:cubicBezTo>
                    <a:pt x="52" y="405"/>
                    <a:pt x="310" y="461"/>
                    <a:pt x="311" y="460"/>
                  </a:cubicBezTo>
                  <a:cubicBezTo>
                    <a:pt x="314" y="460"/>
                    <a:pt x="318" y="460"/>
                    <a:pt x="321" y="459"/>
                  </a:cubicBezTo>
                  <a:cubicBezTo>
                    <a:pt x="552" y="337"/>
                    <a:pt x="552" y="337"/>
                    <a:pt x="552" y="337"/>
                  </a:cubicBezTo>
                  <a:cubicBezTo>
                    <a:pt x="560" y="332"/>
                    <a:pt x="563" y="323"/>
                    <a:pt x="559" y="315"/>
                  </a:cubicBezTo>
                  <a:cubicBezTo>
                    <a:pt x="555" y="307"/>
                    <a:pt x="545" y="304"/>
                    <a:pt x="537" y="308"/>
                  </a:cubicBezTo>
                  <a:cubicBezTo>
                    <a:pt x="310" y="428"/>
                    <a:pt x="310" y="428"/>
                    <a:pt x="310" y="428"/>
                  </a:cubicBezTo>
                  <a:cubicBezTo>
                    <a:pt x="59" y="374"/>
                    <a:pt x="59" y="374"/>
                    <a:pt x="59" y="374"/>
                  </a:cubicBezTo>
                  <a:cubicBezTo>
                    <a:pt x="44" y="371"/>
                    <a:pt x="35" y="356"/>
                    <a:pt x="38" y="341"/>
                  </a:cubicBezTo>
                  <a:cubicBezTo>
                    <a:pt x="41" y="327"/>
                    <a:pt x="56" y="317"/>
                    <a:pt x="71" y="320"/>
                  </a:cubicBezTo>
                  <a:cubicBezTo>
                    <a:pt x="71" y="320"/>
                    <a:pt x="309" y="372"/>
                    <a:pt x="310" y="372"/>
                  </a:cubicBezTo>
                  <a:close/>
                  <a:moveTo>
                    <a:pt x="296" y="57"/>
                  </a:moveTo>
                  <a:cubicBezTo>
                    <a:pt x="404" y="78"/>
                    <a:pt x="404" y="78"/>
                    <a:pt x="404" y="78"/>
                  </a:cubicBezTo>
                  <a:cubicBezTo>
                    <a:pt x="357" y="101"/>
                    <a:pt x="357" y="101"/>
                    <a:pt x="357" y="101"/>
                  </a:cubicBezTo>
                  <a:cubicBezTo>
                    <a:pt x="249" y="79"/>
                    <a:pt x="249" y="79"/>
                    <a:pt x="249" y="79"/>
                  </a:cubicBezTo>
                  <a:lnTo>
                    <a:pt x="296" y="5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6" presetClass="emp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16" dur="250" fill="hold"/>
                                        <p:tgtEl>
                                          <p:spTgt spid="16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6" presetClass="emph" presetSubtype="0" decel="10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8" dur="250" fill="hold"/>
                                        <p:tgtEl>
                                          <p:spTgt spid="16"/>
                                        </p:tgtEl>
                                      </p:cBhvr>
                                      <p:by x="91000" y="91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1150"/>
                            </p:stCondLst>
                            <p:childTnLst>
                              <p:par>
                                <p:cTn id="20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/>
          <p:cNvSpPr/>
          <p:nvPr/>
        </p:nvSpPr>
        <p:spPr>
          <a:xfrm>
            <a:off x="4206875" y="2079625"/>
            <a:ext cx="706438" cy="706438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VS</a:t>
            </a:r>
            <a:endParaRPr lang="zh-CN" altLang="en-US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/>
          <p:cNvGrpSpPr>
            <a:grpSpLocks/>
          </p:cNvGrpSpPr>
          <p:nvPr/>
        </p:nvGrpSpPr>
        <p:grpSpPr bwMode="auto">
          <a:xfrm>
            <a:off x="1200150" y="1220788"/>
            <a:ext cx="2698750" cy="1412875"/>
            <a:chOff x="1212260" y="1394385"/>
            <a:chExt cx="2699790" cy="1413046"/>
          </a:xfrm>
        </p:grpSpPr>
        <p:sp>
          <p:nvSpPr>
            <p:cNvPr id="5" name="TextBox 12"/>
            <p:cNvSpPr txBox="1"/>
            <p:nvPr/>
          </p:nvSpPr>
          <p:spPr>
            <a:xfrm>
              <a:off x="1212260" y="1745264"/>
              <a:ext cx="2699790" cy="1062167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defTabSz="684213" eaLnBrk="1" fontAlgn="auto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0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您的内容打在这里，或者通过复制您的文本后，在此框中选择粘贴，并选择只保留文字。您的内容打在这里，或者通过复制您的文本后，在此框中选择粘贴，并选择只保留文字，您的内容打在</a:t>
              </a:r>
              <a:endParaRPr lang="zh-CN" altLang="en-US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itchFamily="34" charset="0"/>
              </a:endParaRPr>
            </a:p>
          </p:txBody>
        </p:sp>
        <p:sp>
          <p:nvSpPr>
            <p:cNvPr id="46108" name="TextBox 13"/>
            <p:cNvSpPr txBox="1">
              <a:spLocks noChangeArrowheads="1"/>
            </p:cNvSpPr>
            <p:nvPr/>
          </p:nvSpPr>
          <p:spPr bwMode="auto">
            <a:xfrm>
              <a:off x="1682144" y="1394385"/>
              <a:ext cx="203984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r" eaLnBrk="1" hangingPunct="1"/>
              <a:r>
                <a:rPr lang="zh-CN" altLang="en-US" sz="1800" b="1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添加标题一</a:t>
              </a:r>
            </a:p>
          </p:txBody>
        </p:sp>
      </p:grpSp>
      <p:grpSp>
        <p:nvGrpSpPr>
          <p:cNvPr id="7" name="组合 6"/>
          <p:cNvGrpSpPr>
            <a:grpSpLocks/>
          </p:cNvGrpSpPr>
          <p:nvPr/>
        </p:nvGrpSpPr>
        <p:grpSpPr bwMode="auto">
          <a:xfrm>
            <a:off x="5159375" y="1233488"/>
            <a:ext cx="2760663" cy="1422400"/>
            <a:chOff x="5171954" y="1407576"/>
            <a:chExt cx="2759786" cy="1421801"/>
          </a:xfrm>
        </p:grpSpPr>
        <p:sp>
          <p:nvSpPr>
            <p:cNvPr id="46105" name="TextBox 14"/>
            <p:cNvSpPr txBox="1">
              <a:spLocks noChangeArrowheads="1"/>
            </p:cNvSpPr>
            <p:nvPr/>
          </p:nvSpPr>
          <p:spPr bwMode="auto">
            <a:xfrm>
              <a:off x="5171954" y="1407576"/>
              <a:ext cx="203984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zh-CN" altLang="en-US" sz="1800" b="1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添加标题二</a:t>
              </a:r>
            </a:p>
          </p:txBody>
        </p:sp>
        <p:sp>
          <p:nvSpPr>
            <p:cNvPr id="9" name="TextBox 15"/>
            <p:cNvSpPr txBox="1"/>
            <p:nvPr/>
          </p:nvSpPr>
          <p:spPr>
            <a:xfrm>
              <a:off x="5189411" y="1767786"/>
              <a:ext cx="2742329" cy="1061591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defTabSz="684213" eaLnBrk="1" fontAlgn="auto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0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您的内容打在这里，或者通过复制您的文本后，在此框中选择粘贴，并选择只保留文字。您的内容打在这里，或者通过复制您的文本后，在此框中选择粘贴，并选择只保留文字，您的内容打在</a:t>
              </a:r>
              <a:endParaRPr lang="zh-CN" altLang="en-US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itchFamily="34" charset="0"/>
              </a:endParaRPr>
            </a:p>
          </p:txBody>
        </p:sp>
      </p:grpSp>
      <p:grpSp>
        <p:nvGrpSpPr>
          <p:cNvPr id="10" name="组合 9"/>
          <p:cNvGrpSpPr>
            <a:grpSpLocks/>
          </p:cNvGrpSpPr>
          <p:nvPr/>
        </p:nvGrpSpPr>
        <p:grpSpPr bwMode="auto">
          <a:xfrm>
            <a:off x="1500188" y="3094038"/>
            <a:ext cx="2219325" cy="1190625"/>
            <a:chOff x="1512237" y="3294193"/>
            <a:chExt cx="2219829" cy="1189680"/>
          </a:xfrm>
        </p:grpSpPr>
        <p:sp>
          <p:nvSpPr>
            <p:cNvPr id="11" name="矩形 10"/>
            <p:cNvSpPr/>
            <p:nvPr/>
          </p:nvSpPr>
          <p:spPr>
            <a:xfrm>
              <a:off x="2144205" y="3294193"/>
              <a:ext cx="1584685" cy="188762"/>
            </a:xfrm>
            <a:prstGeom prst="rect">
              <a:avLst/>
            </a:prstGeom>
            <a:noFill/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1512237" y="3593992"/>
              <a:ext cx="2210302" cy="188763"/>
            </a:xfrm>
            <a:prstGeom prst="rect">
              <a:avLst/>
            </a:prstGeom>
            <a:noFill/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1931432" y="3920757"/>
              <a:ext cx="1800634" cy="188763"/>
            </a:xfrm>
            <a:prstGeom prst="rect">
              <a:avLst/>
            </a:prstGeom>
            <a:noFill/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TextBox 19"/>
            <p:cNvSpPr txBox="1"/>
            <p:nvPr/>
          </p:nvSpPr>
          <p:spPr>
            <a:xfrm>
              <a:off x="2409378" y="3294193"/>
              <a:ext cx="1113091" cy="21890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对比数据一：</a:t>
              </a:r>
              <a:r>
                <a:rPr lang="en-US" altLang="zh-CN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600</a:t>
              </a: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万</a:t>
              </a:r>
            </a:p>
          </p:txBody>
        </p:sp>
        <p:sp>
          <p:nvSpPr>
            <p:cNvPr id="15" name="TextBox 20"/>
            <p:cNvSpPr txBox="1"/>
            <p:nvPr/>
          </p:nvSpPr>
          <p:spPr>
            <a:xfrm>
              <a:off x="2409378" y="3593992"/>
              <a:ext cx="1113091" cy="21890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对比数据二：</a:t>
              </a:r>
              <a:r>
                <a:rPr lang="en-US" altLang="zh-CN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800</a:t>
              </a: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万</a:t>
              </a:r>
            </a:p>
          </p:txBody>
        </p:sp>
        <p:sp>
          <p:nvSpPr>
            <p:cNvPr id="16" name="TextBox 21"/>
            <p:cNvSpPr txBox="1"/>
            <p:nvPr/>
          </p:nvSpPr>
          <p:spPr>
            <a:xfrm>
              <a:off x="2409378" y="3925517"/>
              <a:ext cx="1113091" cy="21890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对比数据三：</a:t>
              </a:r>
              <a:r>
                <a:rPr lang="en-US" altLang="zh-CN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760</a:t>
              </a: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万</a:t>
              </a:r>
            </a:p>
          </p:txBody>
        </p:sp>
        <p:sp>
          <p:nvSpPr>
            <p:cNvPr id="17" name="矩形 16"/>
            <p:cNvSpPr/>
            <p:nvPr/>
          </p:nvSpPr>
          <p:spPr>
            <a:xfrm>
              <a:off x="1786936" y="4260213"/>
              <a:ext cx="1945130" cy="188763"/>
            </a:xfrm>
            <a:prstGeom prst="rect">
              <a:avLst/>
            </a:prstGeom>
            <a:noFill/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TextBox 21"/>
            <p:cNvSpPr txBox="1"/>
            <p:nvPr/>
          </p:nvSpPr>
          <p:spPr>
            <a:xfrm>
              <a:off x="2409378" y="4264972"/>
              <a:ext cx="1113091" cy="21890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对比数据四：</a:t>
              </a:r>
              <a:r>
                <a:rPr lang="en-US" altLang="zh-CN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550</a:t>
              </a: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万</a:t>
              </a:r>
            </a:p>
          </p:txBody>
        </p:sp>
      </p:grpSp>
      <p:grpSp>
        <p:nvGrpSpPr>
          <p:cNvPr id="19" name="组合 18"/>
          <p:cNvGrpSpPr>
            <a:grpSpLocks/>
          </p:cNvGrpSpPr>
          <p:nvPr/>
        </p:nvGrpSpPr>
        <p:grpSpPr bwMode="auto">
          <a:xfrm>
            <a:off x="5280025" y="3098800"/>
            <a:ext cx="2219325" cy="1166813"/>
            <a:chOff x="5291943" y="3273646"/>
            <a:chExt cx="2219829" cy="1165404"/>
          </a:xfrm>
        </p:grpSpPr>
        <p:sp>
          <p:nvSpPr>
            <p:cNvPr id="20" name="矩形 19"/>
            <p:cNvSpPr/>
            <p:nvPr/>
          </p:nvSpPr>
          <p:spPr>
            <a:xfrm>
              <a:off x="5291943" y="3294259"/>
              <a:ext cx="1584685" cy="188684"/>
            </a:xfrm>
            <a:prstGeom prst="rect">
              <a:avLst/>
            </a:prstGeom>
            <a:noFill/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矩形 20"/>
            <p:cNvSpPr/>
            <p:nvPr/>
          </p:nvSpPr>
          <p:spPr>
            <a:xfrm>
              <a:off x="5301470" y="3593934"/>
              <a:ext cx="2210302" cy="188685"/>
            </a:xfrm>
            <a:prstGeom prst="rect">
              <a:avLst/>
            </a:prstGeom>
            <a:noFill/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矩形 21"/>
            <p:cNvSpPr/>
            <p:nvPr/>
          </p:nvSpPr>
          <p:spPr>
            <a:xfrm>
              <a:off x="5291943" y="3912636"/>
              <a:ext cx="1800634" cy="188684"/>
            </a:xfrm>
            <a:prstGeom prst="rect">
              <a:avLst/>
            </a:prstGeom>
            <a:noFill/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5301470" y="4221825"/>
              <a:ext cx="2053104" cy="188685"/>
            </a:xfrm>
            <a:prstGeom prst="rect">
              <a:avLst/>
            </a:prstGeom>
            <a:noFill/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TextBox 19"/>
            <p:cNvSpPr txBox="1"/>
            <p:nvPr/>
          </p:nvSpPr>
          <p:spPr>
            <a:xfrm>
              <a:off x="5507892" y="3273646"/>
              <a:ext cx="1113091" cy="2188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对比数据一：</a:t>
              </a:r>
              <a:r>
                <a:rPr lang="en-US" altLang="zh-CN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600</a:t>
              </a: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万</a:t>
              </a:r>
            </a:p>
          </p:txBody>
        </p:sp>
        <p:sp>
          <p:nvSpPr>
            <p:cNvPr id="25" name="TextBox 20"/>
            <p:cNvSpPr txBox="1"/>
            <p:nvPr/>
          </p:nvSpPr>
          <p:spPr>
            <a:xfrm>
              <a:off x="5507892" y="3589178"/>
              <a:ext cx="1113091" cy="22039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对比数据二：</a:t>
              </a:r>
              <a:r>
                <a:rPr lang="en-US" altLang="zh-CN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800</a:t>
              </a: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万</a:t>
              </a:r>
            </a:p>
          </p:txBody>
        </p:sp>
        <p:sp>
          <p:nvSpPr>
            <p:cNvPr id="26" name="TextBox 21"/>
            <p:cNvSpPr txBox="1"/>
            <p:nvPr/>
          </p:nvSpPr>
          <p:spPr>
            <a:xfrm>
              <a:off x="5507892" y="3912636"/>
              <a:ext cx="1113091" cy="2188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对比数据三：</a:t>
              </a:r>
              <a:r>
                <a:rPr lang="en-US" altLang="zh-CN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760</a:t>
              </a: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万</a:t>
              </a:r>
            </a:p>
          </p:txBody>
        </p:sp>
        <p:sp>
          <p:nvSpPr>
            <p:cNvPr id="27" name="TextBox 21"/>
            <p:cNvSpPr txBox="1"/>
            <p:nvPr/>
          </p:nvSpPr>
          <p:spPr>
            <a:xfrm>
              <a:off x="5507892" y="4220240"/>
              <a:ext cx="1113091" cy="2188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对比数据四：</a:t>
              </a:r>
              <a:r>
                <a:rPr lang="en-US" altLang="zh-CN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550</a:t>
              </a: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万</a:t>
              </a:r>
            </a:p>
          </p:txBody>
        </p:sp>
      </p:grpSp>
      <p:pic>
        <p:nvPicPr>
          <p:cNvPr id="46087" name="图片 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" name="文本框 28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案例对比分析</a:t>
            </a:r>
          </a:p>
        </p:txBody>
      </p: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6" presetClass="emph" presetSubtype="0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11" dur="250" fill="hold"/>
                                        <p:tgtEl>
                                          <p:spTgt spid="3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2" presetID="6" presetClass="emph" presetSubtype="0" decel="100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3" dur="250" fill="hold"/>
                                        <p:tgtEl>
                                          <p:spTgt spid="3"/>
                                        </p:tgtEl>
                                      </p:cBhvr>
                                      <p:by x="91000" y="91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550"/>
                            </p:stCondLst>
                            <p:childTnLst>
                              <p:par>
                                <p:cTn id="15" presetID="2" presetClass="entr" presetSubtype="8" decel="6666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2" decel="66667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 nodeType="afterGroup">
                            <p:stCondLst>
                              <p:cond delay="1150"/>
                            </p:stCondLst>
                            <p:childTnLst>
                              <p:par>
                                <p:cTn id="2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3" grpId="2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/>
          <p:cNvGrpSpPr>
            <a:grpSpLocks/>
          </p:cNvGrpSpPr>
          <p:nvPr/>
        </p:nvGrpSpPr>
        <p:grpSpPr bwMode="auto">
          <a:xfrm>
            <a:off x="238125" y="296863"/>
            <a:ext cx="1363663" cy="474662"/>
            <a:chOff x="184527" y="297451"/>
            <a:chExt cx="1363137" cy="473415"/>
          </a:xfrm>
        </p:grpSpPr>
        <p:pic>
          <p:nvPicPr>
            <p:cNvPr id="48137" name="图片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4527" y="297451"/>
              <a:ext cx="422017" cy="4734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文本框 2"/>
            <p:cNvSpPr txBox="1"/>
            <p:nvPr/>
          </p:nvSpPr>
          <p:spPr>
            <a:xfrm>
              <a:off x="539990" y="376617"/>
              <a:ext cx="1007674" cy="368915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800" dirty="0">
                  <a:solidFill>
                    <a:schemeClr val="bg1">
                      <a:lumMod val="95000"/>
                    </a:schemeClr>
                  </a:solidFill>
                  <a:latin typeface="+mn-lt"/>
                  <a:ea typeface="微软雅黑" panose="020B0503020204020204" pitchFamily="34" charset="-122"/>
                </a:rPr>
                <a:t>目录页</a:t>
              </a:r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539990" y="745533"/>
              <a:ext cx="863267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组合 11"/>
          <p:cNvGrpSpPr>
            <a:grpSpLocks/>
          </p:cNvGrpSpPr>
          <p:nvPr/>
        </p:nvGrpSpPr>
        <p:grpSpPr bwMode="auto">
          <a:xfrm>
            <a:off x="2867025" y="2019300"/>
            <a:ext cx="4348163" cy="939800"/>
            <a:chOff x="2866757" y="2019402"/>
            <a:chExt cx="4348365" cy="939618"/>
          </a:xfrm>
        </p:grpSpPr>
        <p:sp>
          <p:nvSpPr>
            <p:cNvPr id="48135" name="文本框 12"/>
            <p:cNvSpPr txBox="1">
              <a:spLocks noChangeArrowheads="1"/>
            </p:cNvSpPr>
            <p:nvPr/>
          </p:nvSpPr>
          <p:spPr bwMode="auto">
            <a:xfrm>
              <a:off x="2866757" y="2251134"/>
              <a:ext cx="4348365" cy="7078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40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研究成果与应用</a:t>
              </a:r>
            </a:p>
          </p:txBody>
        </p:sp>
        <p:sp>
          <p:nvSpPr>
            <p:cNvPr id="48136" name="文本框 14"/>
            <p:cNvSpPr txBox="1">
              <a:spLocks noChangeArrowheads="1"/>
            </p:cNvSpPr>
            <p:nvPr/>
          </p:nvSpPr>
          <p:spPr bwMode="auto">
            <a:xfrm>
              <a:off x="3229670" y="2019402"/>
              <a:ext cx="1616027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en-US" altLang="zh-CN" sz="14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PART FOUR</a:t>
              </a:r>
              <a:endParaRPr lang="zh-CN" altLang="en-US" sz="14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16" name="组合 15"/>
          <p:cNvGrpSpPr>
            <a:grpSpLocks/>
          </p:cNvGrpSpPr>
          <p:nvPr/>
        </p:nvGrpSpPr>
        <p:grpSpPr bwMode="auto">
          <a:xfrm>
            <a:off x="1928813" y="1944688"/>
            <a:ext cx="1130300" cy="1128712"/>
            <a:chOff x="1928879" y="1944350"/>
            <a:chExt cx="1129689" cy="1129689"/>
          </a:xfrm>
        </p:grpSpPr>
        <p:sp>
          <p:nvSpPr>
            <p:cNvPr id="17" name="椭圆 16"/>
            <p:cNvSpPr/>
            <p:nvPr/>
          </p:nvSpPr>
          <p:spPr>
            <a:xfrm>
              <a:off x="1928879" y="1944350"/>
              <a:ext cx="1129689" cy="1129689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8" name="组合 17"/>
            <p:cNvGrpSpPr/>
            <p:nvPr/>
          </p:nvGrpSpPr>
          <p:grpSpPr>
            <a:xfrm>
              <a:off x="2119073" y="2251134"/>
              <a:ext cx="749300" cy="509588"/>
              <a:chOff x="3897313" y="2016126"/>
              <a:chExt cx="749300" cy="509588"/>
            </a:xfrm>
            <a:solidFill>
              <a:schemeClr val="bg1"/>
            </a:solidFill>
          </p:grpSpPr>
          <p:sp>
            <p:nvSpPr>
              <p:cNvPr id="25" name="Freeform 8"/>
              <p:cNvSpPr>
                <a:spLocks noEditPoints="1"/>
              </p:cNvSpPr>
              <p:nvPr/>
            </p:nvSpPr>
            <p:spPr bwMode="auto">
              <a:xfrm>
                <a:off x="3897313" y="2016126"/>
                <a:ext cx="749300" cy="509588"/>
              </a:xfrm>
              <a:custGeom>
                <a:avLst/>
                <a:gdLst>
                  <a:gd name="T0" fmla="*/ 627 w 631"/>
                  <a:gd name="T1" fmla="*/ 44 h 429"/>
                  <a:gd name="T2" fmla="*/ 469 w 631"/>
                  <a:gd name="T3" fmla="*/ 0 h 429"/>
                  <a:gd name="T4" fmla="*/ 315 w 631"/>
                  <a:gd name="T5" fmla="*/ 41 h 429"/>
                  <a:gd name="T6" fmla="*/ 168 w 631"/>
                  <a:gd name="T7" fmla="*/ 0 h 429"/>
                  <a:gd name="T8" fmla="*/ 3 w 631"/>
                  <a:gd name="T9" fmla="*/ 44 h 429"/>
                  <a:gd name="T10" fmla="*/ 0 w 631"/>
                  <a:gd name="T11" fmla="*/ 52 h 429"/>
                  <a:gd name="T12" fmla="*/ 0 w 631"/>
                  <a:gd name="T13" fmla="*/ 412 h 429"/>
                  <a:gd name="T14" fmla="*/ 23 w 631"/>
                  <a:gd name="T15" fmla="*/ 429 h 429"/>
                  <a:gd name="T16" fmla="*/ 313 w 631"/>
                  <a:gd name="T17" fmla="*/ 429 h 429"/>
                  <a:gd name="T18" fmla="*/ 608 w 631"/>
                  <a:gd name="T19" fmla="*/ 429 h 429"/>
                  <a:gd name="T20" fmla="*/ 631 w 631"/>
                  <a:gd name="T21" fmla="*/ 413 h 429"/>
                  <a:gd name="T22" fmla="*/ 631 w 631"/>
                  <a:gd name="T23" fmla="*/ 52 h 429"/>
                  <a:gd name="T24" fmla="*/ 627 w 631"/>
                  <a:gd name="T25" fmla="*/ 44 h 429"/>
                  <a:gd name="T26" fmla="*/ 304 w 631"/>
                  <a:gd name="T27" fmla="*/ 60 h 429"/>
                  <a:gd name="T28" fmla="*/ 304 w 631"/>
                  <a:gd name="T29" fmla="*/ 393 h 429"/>
                  <a:gd name="T30" fmla="*/ 167 w 631"/>
                  <a:gd name="T31" fmla="*/ 355 h 429"/>
                  <a:gd name="T32" fmla="*/ 40 w 631"/>
                  <a:gd name="T33" fmla="*/ 380 h 429"/>
                  <a:gd name="T34" fmla="*/ 40 w 631"/>
                  <a:gd name="T35" fmla="*/ 46 h 429"/>
                  <a:gd name="T36" fmla="*/ 169 w 631"/>
                  <a:gd name="T37" fmla="*/ 21 h 429"/>
                  <a:gd name="T38" fmla="*/ 304 w 631"/>
                  <a:gd name="T39" fmla="*/ 60 h 429"/>
                  <a:gd name="T40" fmla="*/ 590 w 631"/>
                  <a:gd name="T41" fmla="*/ 45 h 429"/>
                  <a:gd name="T42" fmla="*/ 590 w 631"/>
                  <a:gd name="T43" fmla="*/ 381 h 429"/>
                  <a:gd name="T44" fmla="*/ 462 w 631"/>
                  <a:gd name="T45" fmla="*/ 359 h 429"/>
                  <a:gd name="T46" fmla="*/ 323 w 631"/>
                  <a:gd name="T47" fmla="*/ 394 h 429"/>
                  <a:gd name="T48" fmla="*/ 323 w 631"/>
                  <a:gd name="T49" fmla="*/ 61 h 429"/>
                  <a:gd name="T50" fmla="*/ 469 w 631"/>
                  <a:gd name="T51" fmla="*/ 21 h 429"/>
                  <a:gd name="T52" fmla="*/ 590 w 631"/>
                  <a:gd name="T53" fmla="*/ 45 h 4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631" h="429">
                    <a:moveTo>
                      <a:pt x="627" y="44"/>
                    </a:moveTo>
                    <a:cubicBezTo>
                      <a:pt x="593" y="16"/>
                      <a:pt x="534" y="0"/>
                      <a:pt x="469" y="0"/>
                    </a:cubicBezTo>
                    <a:cubicBezTo>
                      <a:pt x="407" y="0"/>
                      <a:pt x="350" y="15"/>
                      <a:pt x="315" y="41"/>
                    </a:cubicBezTo>
                    <a:cubicBezTo>
                      <a:pt x="288" y="15"/>
                      <a:pt x="234" y="0"/>
                      <a:pt x="168" y="0"/>
                    </a:cubicBezTo>
                    <a:cubicBezTo>
                      <a:pt x="100" y="0"/>
                      <a:pt x="37" y="17"/>
                      <a:pt x="3" y="44"/>
                    </a:cubicBezTo>
                    <a:cubicBezTo>
                      <a:pt x="1" y="46"/>
                      <a:pt x="0" y="49"/>
                      <a:pt x="0" y="52"/>
                    </a:cubicBezTo>
                    <a:cubicBezTo>
                      <a:pt x="0" y="412"/>
                      <a:pt x="0" y="412"/>
                      <a:pt x="0" y="412"/>
                    </a:cubicBezTo>
                    <a:cubicBezTo>
                      <a:pt x="0" y="419"/>
                      <a:pt x="9" y="429"/>
                      <a:pt x="23" y="429"/>
                    </a:cubicBezTo>
                    <a:cubicBezTo>
                      <a:pt x="313" y="429"/>
                      <a:pt x="313" y="429"/>
                      <a:pt x="313" y="429"/>
                    </a:cubicBezTo>
                    <a:cubicBezTo>
                      <a:pt x="314" y="429"/>
                      <a:pt x="608" y="429"/>
                      <a:pt x="608" y="429"/>
                    </a:cubicBezTo>
                    <a:cubicBezTo>
                      <a:pt x="618" y="429"/>
                      <a:pt x="631" y="424"/>
                      <a:pt x="631" y="413"/>
                    </a:cubicBezTo>
                    <a:cubicBezTo>
                      <a:pt x="631" y="52"/>
                      <a:pt x="631" y="52"/>
                      <a:pt x="631" y="52"/>
                    </a:cubicBezTo>
                    <a:cubicBezTo>
                      <a:pt x="631" y="49"/>
                      <a:pt x="630" y="46"/>
                      <a:pt x="627" y="44"/>
                    </a:cubicBezTo>
                    <a:close/>
                    <a:moveTo>
                      <a:pt x="304" y="60"/>
                    </a:moveTo>
                    <a:cubicBezTo>
                      <a:pt x="304" y="66"/>
                      <a:pt x="304" y="393"/>
                      <a:pt x="304" y="393"/>
                    </a:cubicBezTo>
                    <a:cubicBezTo>
                      <a:pt x="275" y="369"/>
                      <a:pt x="227" y="355"/>
                      <a:pt x="167" y="355"/>
                    </a:cubicBezTo>
                    <a:cubicBezTo>
                      <a:pt x="120" y="355"/>
                      <a:pt x="75" y="364"/>
                      <a:pt x="40" y="380"/>
                    </a:cubicBezTo>
                    <a:cubicBezTo>
                      <a:pt x="40" y="46"/>
                      <a:pt x="40" y="46"/>
                      <a:pt x="40" y="46"/>
                    </a:cubicBezTo>
                    <a:cubicBezTo>
                      <a:pt x="40" y="46"/>
                      <a:pt x="85" y="21"/>
                      <a:pt x="169" y="21"/>
                    </a:cubicBezTo>
                    <a:cubicBezTo>
                      <a:pt x="266" y="21"/>
                      <a:pt x="304" y="58"/>
                      <a:pt x="304" y="60"/>
                    </a:cubicBezTo>
                    <a:close/>
                    <a:moveTo>
                      <a:pt x="590" y="45"/>
                    </a:moveTo>
                    <a:cubicBezTo>
                      <a:pt x="590" y="381"/>
                      <a:pt x="590" y="381"/>
                      <a:pt x="590" y="381"/>
                    </a:cubicBezTo>
                    <a:cubicBezTo>
                      <a:pt x="554" y="366"/>
                      <a:pt x="505" y="359"/>
                      <a:pt x="462" y="359"/>
                    </a:cubicBezTo>
                    <a:cubicBezTo>
                      <a:pt x="401" y="359"/>
                      <a:pt x="352" y="371"/>
                      <a:pt x="323" y="394"/>
                    </a:cubicBezTo>
                    <a:cubicBezTo>
                      <a:pt x="323" y="61"/>
                      <a:pt x="323" y="61"/>
                      <a:pt x="323" y="61"/>
                    </a:cubicBezTo>
                    <a:cubicBezTo>
                      <a:pt x="323" y="61"/>
                      <a:pt x="368" y="21"/>
                      <a:pt x="469" y="21"/>
                    </a:cubicBezTo>
                    <a:cubicBezTo>
                      <a:pt x="547" y="21"/>
                      <a:pt x="590" y="45"/>
                      <a:pt x="590" y="4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6" name="Freeform 24"/>
              <p:cNvSpPr>
                <a:spLocks/>
              </p:cNvSpPr>
              <p:nvPr/>
            </p:nvSpPr>
            <p:spPr bwMode="auto">
              <a:xfrm>
                <a:off x="3992563" y="2085976"/>
                <a:ext cx="228600" cy="52388"/>
              </a:xfrm>
              <a:custGeom>
                <a:avLst/>
                <a:gdLst>
                  <a:gd name="T0" fmla="*/ 184 w 192"/>
                  <a:gd name="T1" fmla="*/ 44 h 44"/>
                  <a:gd name="T2" fmla="*/ 180 w 192"/>
                  <a:gd name="T3" fmla="*/ 43 h 44"/>
                  <a:gd name="T4" fmla="*/ 10 w 192"/>
                  <a:gd name="T5" fmla="*/ 32 h 44"/>
                  <a:gd name="T6" fmla="*/ 1 w 192"/>
                  <a:gd name="T7" fmla="*/ 27 h 44"/>
                  <a:gd name="T8" fmla="*/ 6 w 192"/>
                  <a:gd name="T9" fmla="*/ 19 h 44"/>
                  <a:gd name="T10" fmla="*/ 188 w 192"/>
                  <a:gd name="T11" fmla="*/ 31 h 44"/>
                  <a:gd name="T12" fmla="*/ 190 w 192"/>
                  <a:gd name="T13" fmla="*/ 41 h 44"/>
                  <a:gd name="T14" fmla="*/ 184 w 192"/>
                  <a:gd name="T15" fmla="*/ 44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2" h="44">
                    <a:moveTo>
                      <a:pt x="184" y="44"/>
                    </a:moveTo>
                    <a:cubicBezTo>
                      <a:pt x="183" y="44"/>
                      <a:pt x="181" y="44"/>
                      <a:pt x="180" y="43"/>
                    </a:cubicBezTo>
                    <a:cubicBezTo>
                      <a:pt x="150" y="23"/>
                      <a:pt x="83" y="12"/>
                      <a:pt x="10" y="32"/>
                    </a:cubicBezTo>
                    <a:cubicBezTo>
                      <a:pt x="6" y="33"/>
                      <a:pt x="2" y="31"/>
                      <a:pt x="1" y="27"/>
                    </a:cubicBezTo>
                    <a:cubicBezTo>
                      <a:pt x="0" y="23"/>
                      <a:pt x="2" y="20"/>
                      <a:pt x="6" y="19"/>
                    </a:cubicBezTo>
                    <a:cubicBezTo>
                      <a:pt x="73" y="0"/>
                      <a:pt x="148" y="5"/>
                      <a:pt x="188" y="31"/>
                    </a:cubicBezTo>
                    <a:cubicBezTo>
                      <a:pt x="191" y="33"/>
                      <a:pt x="192" y="38"/>
                      <a:pt x="190" y="41"/>
                    </a:cubicBezTo>
                    <a:cubicBezTo>
                      <a:pt x="189" y="43"/>
                      <a:pt x="186" y="44"/>
                      <a:pt x="184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7" name="Freeform 25"/>
              <p:cNvSpPr>
                <a:spLocks/>
              </p:cNvSpPr>
              <p:nvPr/>
            </p:nvSpPr>
            <p:spPr bwMode="auto">
              <a:xfrm>
                <a:off x="3992563" y="2151063"/>
                <a:ext cx="228600" cy="50800"/>
              </a:xfrm>
              <a:custGeom>
                <a:avLst/>
                <a:gdLst>
                  <a:gd name="T0" fmla="*/ 184 w 192"/>
                  <a:gd name="T1" fmla="*/ 43 h 43"/>
                  <a:gd name="T2" fmla="*/ 180 w 192"/>
                  <a:gd name="T3" fmla="*/ 42 h 43"/>
                  <a:gd name="T4" fmla="*/ 10 w 192"/>
                  <a:gd name="T5" fmla="*/ 32 h 43"/>
                  <a:gd name="T6" fmla="*/ 1 w 192"/>
                  <a:gd name="T7" fmla="*/ 27 h 43"/>
                  <a:gd name="T8" fmla="*/ 6 w 192"/>
                  <a:gd name="T9" fmla="*/ 19 h 43"/>
                  <a:gd name="T10" fmla="*/ 188 w 192"/>
                  <a:gd name="T11" fmla="*/ 30 h 43"/>
                  <a:gd name="T12" fmla="*/ 190 w 192"/>
                  <a:gd name="T13" fmla="*/ 40 h 43"/>
                  <a:gd name="T14" fmla="*/ 184 w 192"/>
                  <a:gd name="T15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2" h="43">
                    <a:moveTo>
                      <a:pt x="184" y="43"/>
                    </a:moveTo>
                    <a:cubicBezTo>
                      <a:pt x="183" y="43"/>
                      <a:pt x="181" y="43"/>
                      <a:pt x="180" y="42"/>
                    </a:cubicBezTo>
                    <a:cubicBezTo>
                      <a:pt x="150" y="23"/>
                      <a:pt x="84" y="11"/>
                      <a:pt x="10" y="32"/>
                    </a:cubicBezTo>
                    <a:cubicBezTo>
                      <a:pt x="6" y="33"/>
                      <a:pt x="2" y="31"/>
                      <a:pt x="1" y="27"/>
                    </a:cubicBezTo>
                    <a:cubicBezTo>
                      <a:pt x="0" y="23"/>
                      <a:pt x="2" y="20"/>
                      <a:pt x="6" y="19"/>
                    </a:cubicBezTo>
                    <a:cubicBezTo>
                      <a:pt x="73" y="0"/>
                      <a:pt x="148" y="4"/>
                      <a:pt x="188" y="30"/>
                    </a:cubicBezTo>
                    <a:cubicBezTo>
                      <a:pt x="191" y="32"/>
                      <a:pt x="192" y="37"/>
                      <a:pt x="190" y="40"/>
                    </a:cubicBezTo>
                    <a:cubicBezTo>
                      <a:pt x="188" y="42"/>
                      <a:pt x="186" y="43"/>
                      <a:pt x="184" y="4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8" name="Freeform 26"/>
              <p:cNvSpPr>
                <a:spLocks/>
              </p:cNvSpPr>
              <p:nvPr/>
            </p:nvSpPr>
            <p:spPr bwMode="auto">
              <a:xfrm>
                <a:off x="3992563" y="2214563"/>
                <a:ext cx="230187" cy="50800"/>
              </a:xfrm>
              <a:custGeom>
                <a:avLst/>
                <a:gdLst>
                  <a:gd name="T0" fmla="*/ 185 w 193"/>
                  <a:gd name="T1" fmla="*/ 43 h 43"/>
                  <a:gd name="T2" fmla="*/ 181 w 193"/>
                  <a:gd name="T3" fmla="*/ 42 h 43"/>
                  <a:gd name="T4" fmla="*/ 10 w 193"/>
                  <a:gd name="T5" fmla="*/ 32 h 43"/>
                  <a:gd name="T6" fmla="*/ 1 w 193"/>
                  <a:gd name="T7" fmla="*/ 27 h 43"/>
                  <a:gd name="T8" fmla="*/ 6 w 193"/>
                  <a:gd name="T9" fmla="*/ 18 h 43"/>
                  <a:gd name="T10" fmla="*/ 189 w 193"/>
                  <a:gd name="T11" fmla="*/ 30 h 43"/>
                  <a:gd name="T12" fmla="*/ 191 w 193"/>
                  <a:gd name="T13" fmla="*/ 40 h 43"/>
                  <a:gd name="T14" fmla="*/ 185 w 193"/>
                  <a:gd name="T15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3" h="43">
                    <a:moveTo>
                      <a:pt x="185" y="43"/>
                    </a:moveTo>
                    <a:cubicBezTo>
                      <a:pt x="184" y="43"/>
                      <a:pt x="182" y="43"/>
                      <a:pt x="181" y="42"/>
                    </a:cubicBezTo>
                    <a:cubicBezTo>
                      <a:pt x="151" y="22"/>
                      <a:pt x="85" y="11"/>
                      <a:pt x="10" y="32"/>
                    </a:cubicBezTo>
                    <a:cubicBezTo>
                      <a:pt x="6" y="33"/>
                      <a:pt x="2" y="31"/>
                      <a:pt x="1" y="27"/>
                    </a:cubicBezTo>
                    <a:cubicBezTo>
                      <a:pt x="0" y="23"/>
                      <a:pt x="2" y="20"/>
                      <a:pt x="6" y="18"/>
                    </a:cubicBezTo>
                    <a:cubicBezTo>
                      <a:pt x="74" y="0"/>
                      <a:pt x="149" y="4"/>
                      <a:pt x="189" y="30"/>
                    </a:cubicBezTo>
                    <a:cubicBezTo>
                      <a:pt x="192" y="32"/>
                      <a:pt x="193" y="37"/>
                      <a:pt x="191" y="40"/>
                    </a:cubicBezTo>
                    <a:cubicBezTo>
                      <a:pt x="190" y="42"/>
                      <a:pt x="187" y="43"/>
                      <a:pt x="185" y="4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9" name="Freeform 27"/>
              <p:cNvSpPr>
                <a:spLocks/>
              </p:cNvSpPr>
              <p:nvPr/>
            </p:nvSpPr>
            <p:spPr bwMode="auto">
              <a:xfrm>
                <a:off x="3992563" y="2278063"/>
                <a:ext cx="230187" cy="52388"/>
              </a:xfrm>
              <a:custGeom>
                <a:avLst/>
                <a:gdLst>
                  <a:gd name="T0" fmla="*/ 186 w 194"/>
                  <a:gd name="T1" fmla="*/ 44 h 44"/>
                  <a:gd name="T2" fmla="*/ 182 w 194"/>
                  <a:gd name="T3" fmla="*/ 43 h 44"/>
                  <a:gd name="T4" fmla="*/ 10 w 194"/>
                  <a:gd name="T5" fmla="*/ 34 h 44"/>
                  <a:gd name="T6" fmla="*/ 1 w 194"/>
                  <a:gd name="T7" fmla="*/ 30 h 44"/>
                  <a:gd name="T8" fmla="*/ 6 w 194"/>
                  <a:gd name="T9" fmla="*/ 21 h 44"/>
                  <a:gd name="T10" fmla="*/ 190 w 194"/>
                  <a:gd name="T11" fmla="*/ 31 h 44"/>
                  <a:gd name="T12" fmla="*/ 192 w 194"/>
                  <a:gd name="T13" fmla="*/ 41 h 44"/>
                  <a:gd name="T14" fmla="*/ 186 w 194"/>
                  <a:gd name="T15" fmla="*/ 44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4" h="44">
                    <a:moveTo>
                      <a:pt x="186" y="44"/>
                    </a:moveTo>
                    <a:cubicBezTo>
                      <a:pt x="185" y="44"/>
                      <a:pt x="183" y="44"/>
                      <a:pt x="182" y="43"/>
                    </a:cubicBezTo>
                    <a:cubicBezTo>
                      <a:pt x="144" y="19"/>
                      <a:pt x="78" y="15"/>
                      <a:pt x="10" y="34"/>
                    </a:cubicBezTo>
                    <a:cubicBezTo>
                      <a:pt x="6" y="35"/>
                      <a:pt x="2" y="33"/>
                      <a:pt x="1" y="30"/>
                    </a:cubicBezTo>
                    <a:cubicBezTo>
                      <a:pt x="0" y="26"/>
                      <a:pt x="2" y="22"/>
                      <a:pt x="6" y="21"/>
                    </a:cubicBezTo>
                    <a:cubicBezTo>
                      <a:pt x="79" y="0"/>
                      <a:pt x="148" y="4"/>
                      <a:pt x="190" y="31"/>
                    </a:cubicBezTo>
                    <a:cubicBezTo>
                      <a:pt x="193" y="34"/>
                      <a:pt x="194" y="38"/>
                      <a:pt x="192" y="41"/>
                    </a:cubicBezTo>
                    <a:cubicBezTo>
                      <a:pt x="191" y="43"/>
                      <a:pt x="188" y="44"/>
                      <a:pt x="186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0" name="Freeform 28"/>
              <p:cNvSpPr>
                <a:spLocks/>
              </p:cNvSpPr>
              <p:nvPr/>
            </p:nvSpPr>
            <p:spPr bwMode="auto">
              <a:xfrm>
                <a:off x="3992563" y="2339976"/>
                <a:ext cx="230187" cy="55563"/>
              </a:xfrm>
              <a:custGeom>
                <a:avLst/>
                <a:gdLst>
                  <a:gd name="T0" fmla="*/ 186 w 194"/>
                  <a:gd name="T1" fmla="*/ 47 h 47"/>
                  <a:gd name="T2" fmla="*/ 182 w 194"/>
                  <a:gd name="T3" fmla="*/ 46 h 47"/>
                  <a:gd name="T4" fmla="*/ 10 w 194"/>
                  <a:gd name="T5" fmla="*/ 38 h 47"/>
                  <a:gd name="T6" fmla="*/ 1 w 194"/>
                  <a:gd name="T7" fmla="*/ 34 h 47"/>
                  <a:gd name="T8" fmla="*/ 5 w 194"/>
                  <a:gd name="T9" fmla="*/ 25 h 47"/>
                  <a:gd name="T10" fmla="*/ 190 w 194"/>
                  <a:gd name="T11" fmla="*/ 34 h 47"/>
                  <a:gd name="T12" fmla="*/ 192 w 194"/>
                  <a:gd name="T13" fmla="*/ 44 h 47"/>
                  <a:gd name="T14" fmla="*/ 186 w 194"/>
                  <a:gd name="T15" fmla="*/ 47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4" h="47">
                    <a:moveTo>
                      <a:pt x="186" y="47"/>
                    </a:moveTo>
                    <a:cubicBezTo>
                      <a:pt x="185" y="47"/>
                      <a:pt x="183" y="46"/>
                      <a:pt x="182" y="46"/>
                    </a:cubicBezTo>
                    <a:cubicBezTo>
                      <a:pt x="148" y="23"/>
                      <a:pt x="67" y="15"/>
                      <a:pt x="10" y="38"/>
                    </a:cubicBezTo>
                    <a:cubicBezTo>
                      <a:pt x="7" y="39"/>
                      <a:pt x="3" y="37"/>
                      <a:pt x="1" y="34"/>
                    </a:cubicBezTo>
                    <a:cubicBezTo>
                      <a:pt x="0" y="30"/>
                      <a:pt x="1" y="26"/>
                      <a:pt x="5" y="25"/>
                    </a:cubicBezTo>
                    <a:cubicBezTo>
                      <a:pt x="67" y="0"/>
                      <a:pt x="152" y="10"/>
                      <a:pt x="190" y="34"/>
                    </a:cubicBezTo>
                    <a:cubicBezTo>
                      <a:pt x="193" y="36"/>
                      <a:pt x="194" y="40"/>
                      <a:pt x="192" y="44"/>
                    </a:cubicBezTo>
                    <a:cubicBezTo>
                      <a:pt x="190" y="46"/>
                      <a:pt x="188" y="47"/>
                      <a:pt x="186" y="47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1" name="Freeform 29"/>
              <p:cNvSpPr>
                <a:spLocks/>
              </p:cNvSpPr>
              <p:nvPr/>
            </p:nvSpPr>
            <p:spPr bwMode="auto">
              <a:xfrm>
                <a:off x="4321175" y="2085976"/>
                <a:ext cx="230187" cy="52388"/>
              </a:xfrm>
              <a:custGeom>
                <a:avLst/>
                <a:gdLst>
                  <a:gd name="T0" fmla="*/ 8 w 194"/>
                  <a:gd name="T1" fmla="*/ 44 h 44"/>
                  <a:gd name="T2" fmla="*/ 2 w 194"/>
                  <a:gd name="T3" fmla="*/ 41 h 44"/>
                  <a:gd name="T4" fmla="*/ 4 w 194"/>
                  <a:gd name="T5" fmla="*/ 31 h 44"/>
                  <a:gd name="T6" fmla="*/ 188 w 194"/>
                  <a:gd name="T7" fmla="*/ 19 h 44"/>
                  <a:gd name="T8" fmla="*/ 193 w 194"/>
                  <a:gd name="T9" fmla="*/ 27 h 44"/>
                  <a:gd name="T10" fmla="*/ 185 w 194"/>
                  <a:gd name="T11" fmla="*/ 32 h 44"/>
                  <a:gd name="T12" fmla="*/ 12 w 194"/>
                  <a:gd name="T13" fmla="*/ 43 h 44"/>
                  <a:gd name="T14" fmla="*/ 8 w 194"/>
                  <a:gd name="T15" fmla="*/ 44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4" h="44">
                    <a:moveTo>
                      <a:pt x="8" y="44"/>
                    </a:moveTo>
                    <a:cubicBezTo>
                      <a:pt x="6" y="44"/>
                      <a:pt x="4" y="43"/>
                      <a:pt x="2" y="41"/>
                    </a:cubicBezTo>
                    <a:cubicBezTo>
                      <a:pt x="0" y="38"/>
                      <a:pt x="1" y="33"/>
                      <a:pt x="4" y="31"/>
                    </a:cubicBezTo>
                    <a:cubicBezTo>
                      <a:pt x="45" y="5"/>
                      <a:pt x="121" y="0"/>
                      <a:pt x="188" y="19"/>
                    </a:cubicBezTo>
                    <a:cubicBezTo>
                      <a:pt x="192" y="20"/>
                      <a:pt x="194" y="23"/>
                      <a:pt x="193" y="27"/>
                    </a:cubicBezTo>
                    <a:cubicBezTo>
                      <a:pt x="192" y="31"/>
                      <a:pt x="188" y="33"/>
                      <a:pt x="185" y="32"/>
                    </a:cubicBezTo>
                    <a:cubicBezTo>
                      <a:pt x="113" y="12"/>
                      <a:pt x="44" y="23"/>
                      <a:pt x="12" y="43"/>
                    </a:cubicBezTo>
                    <a:cubicBezTo>
                      <a:pt x="11" y="44"/>
                      <a:pt x="10" y="44"/>
                      <a:pt x="8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2" name="Freeform 30"/>
              <p:cNvSpPr>
                <a:spLocks/>
              </p:cNvSpPr>
              <p:nvPr/>
            </p:nvSpPr>
            <p:spPr bwMode="auto">
              <a:xfrm>
                <a:off x="4321175" y="2149476"/>
                <a:ext cx="230187" cy="53975"/>
              </a:xfrm>
              <a:custGeom>
                <a:avLst/>
                <a:gdLst>
                  <a:gd name="T0" fmla="*/ 8 w 194"/>
                  <a:gd name="T1" fmla="*/ 45 h 45"/>
                  <a:gd name="T2" fmla="*/ 2 w 194"/>
                  <a:gd name="T3" fmla="*/ 42 h 45"/>
                  <a:gd name="T4" fmla="*/ 5 w 194"/>
                  <a:gd name="T5" fmla="*/ 32 h 45"/>
                  <a:gd name="T6" fmla="*/ 189 w 194"/>
                  <a:gd name="T7" fmla="*/ 19 h 45"/>
                  <a:gd name="T8" fmla="*/ 193 w 194"/>
                  <a:gd name="T9" fmla="*/ 28 h 45"/>
                  <a:gd name="T10" fmla="*/ 185 w 194"/>
                  <a:gd name="T11" fmla="*/ 33 h 45"/>
                  <a:gd name="T12" fmla="*/ 12 w 194"/>
                  <a:gd name="T13" fmla="*/ 44 h 45"/>
                  <a:gd name="T14" fmla="*/ 8 w 194"/>
                  <a:gd name="T15" fmla="*/ 4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4" h="45">
                    <a:moveTo>
                      <a:pt x="8" y="45"/>
                    </a:moveTo>
                    <a:cubicBezTo>
                      <a:pt x="6" y="45"/>
                      <a:pt x="4" y="44"/>
                      <a:pt x="2" y="42"/>
                    </a:cubicBezTo>
                    <a:cubicBezTo>
                      <a:pt x="0" y="38"/>
                      <a:pt x="1" y="34"/>
                      <a:pt x="5" y="32"/>
                    </a:cubicBezTo>
                    <a:cubicBezTo>
                      <a:pt x="45" y="6"/>
                      <a:pt x="121" y="0"/>
                      <a:pt x="189" y="19"/>
                    </a:cubicBezTo>
                    <a:cubicBezTo>
                      <a:pt x="192" y="20"/>
                      <a:pt x="194" y="24"/>
                      <a:pt x="193" y="28"/>
                    </a:cubicBezTo>
                    <a:cubicBezTo>
                      <a:pt x="192" y="32"/>
                      <a:pt x="189" y="34"/>
                      <a:pt x="185" y="33"/>
                    </a:cubicBezTo>
                    <a:cubicBezTo>
                      <a:pt x="113" y="13"/>
                      <a:pt x="44" y="23"/>
                      <a:pt x="12" y="44"/>
                    </a:cubicBezTo>
                    <a:cubicBezTo>
                      <a:pt x="11" y="44"/>
                      <a:pt x="10" y="45"/>
                      <a:pt x="8" y="4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3" name="Freeform 31"/>
              <p:cNvSpPr>
                <a:spLocks/>
              </p:cNvSpPr>
              <p:nvPr/>
            </p:nvSpPr>
            <p:spPr bwMode="auto">
              <a:xfrm>
                <a:off x="4321175" y="2214563"/>
                <a:ext cx="230187" cy="53975"/>
              </a:xfrm>
              <a:custGeom>
                <a:avLst/>
                <a:gdLst>
                  <a:gd name="T0" fmla="*/ 8 w 195"/>
                  <a:gd name="T1" fmla="*/ 45 h 45"/>
                  <a:gd name="T2" fmla="*/ 3 w 195"/>
                  <a:gd name="T3" fmla="*/ 41 h 45"/>
                  <a:gd name="T4" fmla="*/ 5 w 195"/>
                  <a:gd name="T5" fmla="*/ 32 h 45"/>
                  <a:gd name="T6" fmla="*/ 189 w 195"/>
                  <a:gd name="T7" fmla="*/ 19 h 45"/>
                  <a:gd name="T8" fmla="*/ 193 w 195"/>
                  <a:gd name="T9" fmla="*/ 28 h 45"/>
                  <a:gd name="T10" fmla="*/ 185 w 195"/>
                  <a:gd name="T11" fmla="*/ 32 h 45"/>
                  <a:gd name="T12" fmla="*/ 12 w 195"/>
                  <a:gd name="T13" fmla="*/ 43 h 45"/>
                  <a:gd name="T14" fmla="*/ 8 w 195"/>
                  <a:gd name="T15" fmla="*/ 4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5" h="45">
                    <a:moveTo>
                      <a:pt x="8" y="45"/>
                    </a:moveTo>
                    <a:cubicBezTo>
                      <a:pt x="6" y="45"/>
                      <a:pt x="4" y="43"/>
                      <a:pt x="3" y="41"/>
                    </a:cubicBezTo>
                    <a:cubicBezTo>
                      <a:pt x="0" y="38"/>
                      <a:pt x="1" y="34"/>
                      <a:pt x="5" y="32"/>
                    </a:cubicBezTo>
                    <a:cubicBezTo>
                      <a:pt x="45" y="5"/>
                      <a:pt x="121" y="0"/>
                      <a:pt x="189" y="19"/>
                    </a:cubicBezTo>
                    <a:cubicBezTo>
                      <a:pt x="192" y="20"/>
                      <a:pt x="195" y="24"/>
                      <a:pt x="193" y="28"/>
                    </a:cubicBezTo>
                    <a:cubicBezTo>
                      <a:pt x="192" y="31"/>
                      <a:pt x="189" y="33"/>
                      <a:pt x="185" y="32"/>
                    </a:cubicBezTo>
                    <a:cubicBezTo>
                      <a:pt x="113" y="12"/>
                      <a:pt x="44" y="23"/>
                      <a:pt x="12" y="43"/>
                    </a:cubicBezTo>
                    <a:cubicBezTo>
                      <a:pt x="11" y="44"/>
                      <a:pt x="10" y="45"/>
                      <a:pt x="8" y="4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4" name="Freeform 32"/>
              <p:cNvSpPr>
                <a:spLocks/>
              </p:cNvSpPr>
              <p:nvPr/>
            </p:nvSpPr>
            <p:spPr bwMode="auto">
              <a:xfrm>
                <a:off x="4321175" y="2278063"/>
                <a:ext cx="230187" cy="52388"/>
              </a:xfrm>
              <a:custGeom>
                <a:avLst/>
                <a:gdLst>
                  <a:gd name="T0" fmla="*/ 8 w 195"/>
                  <a:gd name="T1" fmla="*/ 45 h 45"/>
                  <a:gd name="T2" fmla="*/ 3 w 195"/>
                  <a:gd name="T3" fmla="*/ 42 h 45"/>
                  <a:gd name="T4" fmla="*/ 5 w 195"/>
                  <a:gd name="T5" fmla="*/ 32 h 45"/>
                  <a:gd name="T6" fmla="*/ 189 w 195"/>
                  <a:gd name="T7" fmla="*/ 20 h 45"/>
                  <a:gd name="T8" fmla="*/ 194 w 195"/>
                  <a:gd name="T9" fmla="*/ 28 h 45"/>
                  <a:gd name="T10" fmla="*/ 185 w 195"/>
                  <a:gd name="T11" fmla="*/ 33 h 45"/>
                  <a:gd name="T12" fmla="*/ 12 w 195"/>
                  <a:gd name="T13" fmla="*/ 44 h 45"/>
                  <a:gd name="T14" fmla="*/ 8 w 195"/>
                  <a:gd name="T15" fmla="*/ 4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5" h="45">
                    <a:moveTo>
                      <a:pt x="8" y="45"/>
                    </a:moveTo>
                    <a:cubicBezTo>
                      <a:pt x="6" y="45"/>
                      <a:pt x="4" y="44"/>
                      <a:pt x="3" y="42"/>
                    </a:cubicBezTo>
                    <a:cubicBezTo>
                      <a:pt x="0" y="39"/>
                      <a:pt x="1" y="34"/>
                      <a:pt x="5" y="32"/>
                    </a:cubicBezTo>
                    <a:cubicBezTo>
                      <a:pt x="38" y="11"/>
                      <a:pt x="118" y="0"/>
                      <a:pt x="189" y="20"/>
                    </a:cubicBezTo>
                    <a:cubicBezTo>
                      <a:pt x="192" y="21"/>
                      <a:pt x="195" y="25"/>
                      <a:pt x="194" y="28"/>
                    </a:cubicBezTo>
                    <a:cubicBezTo>
                      <a:pt x="192" y="32"/>
                      <a:pt x="189" y="34"/>
                      <a:pt x="185" y="33"/>
                    </a:cubicBezTo>
                    <a:cubicBezTo>
                      <a:pt x="120" y="15"/>
                      <a:pt x="43" y="24"/>
                      <a:pt x="12" y="44"/>
                    </a:cubicBezTo>
                    <a:cubicBezTo>
                      <a:pt x="11" y="45"/>
                      <a:pt x="10" y="45"/>
                      <a:pt x="8" y="4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5" name="Freeform 33"/>
              <p:cNvSpPr>
                <a:spLocks/>
              </p:cNvSpPr>
              <p:nvPr/>
            </p:nvSpPr>
            <p:spPr bwMode="auto">
              <a:xfrm>
                <a:off x="4321175" y="2343151"/>
                <a:ext cx="230187" cy="53975"/>
              </a:xfrm>
              <a:custGeom>
                <a:avLst/>
                <a:gdLst>
                  <a:gd name="T0" fmla="*/ 8 w 194"/>
                  <a:gd name="T1" fmla="*/ 45 h 45"/>
                  <a:gd name="T2" fmla="*/ 2 w 194"/>
                  <a:gd name="T3" fmla="*/ 42 h 45"/>
                  <a:gd name="T4" fmla="*/ 4 w 194"/>
                  <a:gd name="T5" fmla="*/ 32 h 45"/>
                  <a:gd name="T6" fmla="*/ 188 w 194"/>
                  <a:gd name="T7" fmla="*/ 19 h 45"/>
                  <a:gd name="T8" fmla="*/ 193 w 194"/>
                  <a:gd name="T9" fmla="*/ 28 h 45"/>
                  <a:gd name="T10" fmla="*/ 184 w 194"/>
                  <a:gd name="T11" fmla="*/ 33 h 45"/>
                  <a:gd name="T12" fmla="*/ 11 w 194"/>
                  <a:gd name="T13" fmla="*/ 44 h 45"/>
                  <a:gd name="T14" fmla="*/ 8 w 194"/>
                  <a:gd name="T15" fmla="*/ 4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4" h="45">
                    <a:moveTo>
                      <a:pt x="8" y="45"/>
                    </a:moveTo>
                    <a:cubicBezTo>
                      <a:pt x="5" y="45"/>
                      <a:pt x="3" y="44"/>
                      <a:pt x="2" y="42"/>
                    </a:cubicBezTo>
                    <a:cubicBezTo>
                      <a:pt x="0" y="38"/>
                      <a:pt x="0" y="34"/>
                      <a:pt x="4" y="32"/>
                    </a:cubicBezTo>
                    <a:cubicBezTo>
                      <a:pt x="44" y="6"/>
                      <a:pt x="120" y="0"/>
                      <a:pt x="188" y="19"/>
                    </a:cubicBezTo>
                    <a:cubicBezTo>
                      <a:pt x="191" y="20"/>
                      <a:pt x="194" y="24"/>
                      <a:pt x="193" y="28"/>
                    </a:cubicBezTo>
                    <a:cubicBezTo>
                      <a:pt x="192" y="32"/>
                      <a:pt x="188" y="34"/>
                      <a:pt x="184" y="33"/>
                    </a:cubicBezTo>
                    <a:cubicBezTo>
                      <a:pt x="113" y="13"/>
                      <a:pt x="43" y="23"/>
                      <a:pt x="11" y="44"/>
                    </a:cubicBezTo>
                    <a:cubicBezTo>
                      <a:pt x="10" y="45"/>
                      <a:pt x="9" y="45"/>
                      <a:pt x="8" y="4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6" presetClass="emp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16" dur="250" fill="hold"/>
                                        <p:tgtEl>
                                          <p:spTgt spid="16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6" presetClass="emph" presetSubtype="0" decel="10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8" dur="250" fill="hold"/>
                                        <p:tgtEl>
                                          <p:spTgt spid="16"/>
                                        </p:tgtEl>
                                      </p:cBhvr>
                                      <p:by x="91000" y="91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1150"/>
                            </p:stCondLst>
                            <p:childTnLst>
                              <p:par>
                                <p:cTn id="20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箭头连接符 5"/>
          <p:cNvCxnSpPr>
            <a:cxnSpLocks noChangeShapeType="1"/>
          </p:cNvCxnSpPr>
          <p:nvPr/>
        </p:nvCxnSpPr>
        <p:spPr bwMode="auto">
          <a:xfrm>
            <a:off x="3779838" y="2424113"/>
            <a:ext cx="0" cy="585787"/>
          </a:xfrm>
          <a:prstGeom prst="straightConnector1">
            <a:avLst/>
          </a:prstGeom>
          <a:noFill/>
          <a:ln w="19050" algn="ctr">
            <a:solidFill>
              <a:schemeClr val="bg1"/>
            </a:solidFill>
            <a:prstDash val="sysDash"/>
            <a:miter lim="800000"/>
            <a:headEnd type="oval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" name="直接箭头连接符 6"/>
          <p:cNvCxnSpPr>
            <a:cxnSpLocks noChangeShapeType="1"/>
          </p:cNvCxnSpPr>
          <p:nvPr/>
        </p:nvCxnSpPr>
        <p:spPr bwMode="auto">
          <a:xfrm>
            <a:off x="6942138" y="2424113"/>
            <a:ext cx="0" cy="585787"/>
          </a:xfrm>
          <a:prstGeom prst="straightConnector1">
            <a:avLst/>
          </a:prstGeom>
          <a:noFill/>
          <a:ln w="19050" algn="ctr">
            <a:solidFill>
              <a:schemeClr val="bg1"/>
            </a:solidFill>
            <a:prstDash val="sysDash"/>
            <a:miter lim="800000"/>
            <a:headEnd type="oval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" name="直接箭头连接符 7"/>
          <p:cNvCxnSpPr>
            <a:cxnSpLocks noChangeShapeType="1"/>
          </p:cNvCxnSpPr>
          <p:nvPr/>
        </p:nvCxnSpPr>
        <p:spPr bwMode="auto">
          <a:xfrm>
            <a:off x="2198688" y="2424113"/>
            <a:ext cx="0" cy="585787"/>
          </a:xfrm>
          <a:prstGeom prst="straightConnector1">
            <a:avLst/>
          </a:prstGeom>
          <a:noFill/>
          <a:ln w="19050" algn="ctr">
            <a:solidFill>
              <a:schemeClr val="bg1"/>
            </a:solidFill>
            <a:prstDash val="sysDash"/>
            <a:miter lim="800000"/>
            <a:headEnd type="oval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" name="直接箭头连接符 8"/>
          <p:cNvCxnSpPr>
            <a:cxnSpLocks noChangeShapeType="1"/>
          </p:cNvCxnSpPr>
          <p:nvPr/>
        </p:nvCxnSpPr>
        <p:spPr bwMode="auto">
          <a:xfrm>
            <a:off x="5360988" y="2424113"/>
            <a:ext cx="0" cy="585787"/>
          </a:xfrm>
          <a:prstGeom prst="straightConnector1">
            <a:avLst/>
          </a:prstGeom>
          <a:noFill/>
          <a:ln w="19050" algn="ctr">
            <a:solidFill>
              <a:schemeClr val="bg1"/>
            </a:solidFill>
            <a:prstDash val="sysDash"/>
            <a:miter lim="800000"/>
            <a:headEnd type="oval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环形箭头 5"/>
          <p:cNvSpPr/>
          <p:nvPr/>
        </p:nvSpPr>
        <p:spPr>
          <a:xfrm flipH="1">
            <a:off x="1560513" y="1262063"/>
            <a:ext cx="1277937" cy="1277937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2875315"/>
              <a:gd name="adj5" fmla="val 12500"/>
            </a:avLst>
          </a:prstGeom>
          <a:noFill/>
          <a:ln w="1270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dirty="0">
                <a:solidFill>
                  <a:schemeClr val="bg1"/>
                </a:solidFill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标题</a:t>
            </a:r>
          </a:p>
        </p:txBody>
      </p:sp>
      <p:sp>
        <p:nvSpPr>
          <p:cNvPr id="7" name="TextBox 31"/>
          <p:cNvSpPr txBox="1"/>
          <p:nvPr/>
        </p:nvSpPr>
        <p:spPr>
          <a:xfrm>
            <a:off x="1477963" y="3021013"/>
            <a:ext cx="1409700" cy="1084262"/>
          </a:xfrm>
          <a:prstGeom prst="rect">
            <a:avLst/>
          </a:prstGeom>
          <a:noFill/>
        </p:spPr>
        <p:txBody>
          <a:bodyPr lIns="68580" tIns="34290" rIns="68580" bIns="34290">
            <a:spAutoFit/>
          </a:bodyPr>
          <a:lstStyle/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您的内容打在这里，或者通过复制您的文本后，在此框中选择粘贴，并选择只保留</a:t>
            </a:r>
            <a:endParaRPr lang="zh-CN" altLang="en-US" sz="11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itchFamily="34" charset="0"/>
            </a:endParaRPr>
          </a:p>
        </p:txBody>
      </p:sp>
      <p:sp>
        <p:nvSpPr>
          <p:cNvPr id="8" name="环形箭头 7"/>
          <p:cNvSpPr/>
          <p:nvPr/>
        </p:nvSpPr>
        <p:spPr>
          <a:xfrm flipH="1">
            <a:off x="3141663" y="1262063"/>
            <a:ext cx="1277937" cy="1277937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2875315"/>
              <a:gd name="adj5" fmla="val 12500"/>
            </a:avLst>
          </a:prstGeom>
          <a:noFill/>
          <a:ln w="12700">
            <a:solidFill>
              <a:schemeClr val="bg1"/>
            </a:solidFill>
            <a:miter lim="800000"/>
            <a:headEnd/>
            <a:tailEnd/>
          </a:ln>
          <a:effectLst/>
        </p:spPr>
        <p:txBody>
          <a:bodyPr wrap="none" lIns="68580" tIns="34290" rIns="68580" bIns="3429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350" b="1" dirty="0">
                <a:solidFill>
                  <a:schemeClr val="bg1"/>
                </a:solidFill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标题</a:t>
            </a:r>
          </a:p>
        </p:txBody>
      </p:sp>
      <p:sp>
        <p:nvSpPr>
          <p:cNvPr id="9" name="TextBox 31"/>
          <p:cNvSpPr txBox="1"/>
          <p:nvPr/>
        </p:nvSpPr>
        <p:spPr>
          <a:xfrm>
            <a:off x="3059113" y="3021013"/>
            <a:ext cx="1408112" cy="1044575"/>
          </a:xfrm>
          <a:prstGeom prst="rect">
            <a:avLst/>
          </a:prstGeom>
          <a:noFill/>
        </p:spPr>
        <p:txBody>
          <a:bodyPr lIns="68580" tIns="34290" rIns="68580" bIns="34290">
            <a:spAutoFit/>
          </a:bodyPr>
          <a:lstStyle/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您的内容打在这里，或者通过复制您的文本后，在此框中选择粘贴，并选择只保留</a:t>
            </a:r>
            <a:endParaRPr lang="zh-CN" altLang="en-US" sz="11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itchFamily="34" charset="0"/>
            </a:endParaRPr>
          </a:p>
        </p:txBody>
      </p:sp>
      <p:sp>
        <p:nvSpPr>
          <p:cNvPr id="10" name="环形箭头 9"/>
          <p:cNvSpPr/>
          <p:nvPr/>
        </p:nvSpPr>
        <p:spPr>
          <a:xfrm flipH="1">
            <a:off x="4722813" y="1262063"/>
            <a:ext cx="1276350" cy="1277937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2875315"/>
              <a:gd name="adj5" fmla="val 12500"/>
            </a:avLst>
          </a:prstGeom>
          <a:noFill/>
          <a:ln w="1270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dirty="0">
                <a:solidFill>
                  <a:schemeClr val="bg1"/>
                </a:solidFill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标题</a:t>
            </a:r>
          </a:p>
        </p:txBody>
      </p:sp>
      <p:sp>
        <p:nvSpPr>
          <p:cNvPr id="11" name="TextBox 31"/>
          <p:cNvSpPr txBox="1"/>
          <p:nvPr/>
        </p:nvSpPr>
        <p:spPr>
          <a:xfrm>
            <a:off x="4638675" y="3021013"/>
            <a:ext cx="1409700" cy="1044575"/>
          </a:xfrm>
          <a:prstGeom prst="rect">
            <a:avLst/>
          </a:prstGeom>
          <a:noFill/>
        </p:spPr>
        <p:txBody>
          <a:bodyPr lIns="68580" tIns="34290" rIns="68580" bIns="34290">
            <a:spAutoFit/>
          </a:bodyPr>
          <a:lstStyle/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您的内容打在这里，或者通过复制您的文本后，在此框中选择粘贴，并选择只保留</a:t>
            </a:r>
            <a:endParaRPr lang="zh-CN" altLang="en-US" sz="11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itchFamily="34" charset="0"/>
            </a:endParaRPr>
          </a:p>
        </p:txBody>
      </p:sp>
      <p:sp>
        <p:nvSpPr>
          <p:cNvPr id="12" name="环形箭头 11"/>
          <p:cNvSpPr/>
          <p:nvPr/>
        </p:nvSpPr>
        <p:spPr>
          <a:xfrm flipH="1">
            <a:off x="6302375" y="1262063"/>
            <a:ext cx="1277938" cy="1277937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2875315"/>
              <a:gd name="adj5" fmla="val 12500"/>
            </a:avLst>
          </a:prstGeom>
          <a:noFill/>
          <a:ln w="1270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dirty="0">
                <a:solidFill>
                  <a:schemeClr val="bg1"/>
                </a:solidFill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标题</a:t>
            </a:r>
          </a:p>
        </p:txBody>
      </p:sp>
      <p:sp>
        <p:nvSpPr>
          <p:cNvPr id="13" name="TextBox 31"/>
          <p:cNvSpPr txBox="1"/>
          <p:nvPr/>
        </p:nvSpPr>
        <p:spPr>
          <a:xfrm>
            <a:off x="6219825" y="3021013"/>
            <a:ext cx="1409700" cy="1044575"/>
          </a:xfrm>
          <a:prstGeom prst="rect">
            <a:avLst/>
          </a:prstGeom>
          <a:noFill/>
        </p:spPr>
        <p:txBody>
          <a:bodyPr lIns="68580" tIns="34290" rIns="68580" bIns="34290">
            <a:spAutoFit/>
          </a:bodyPr>
          <a:lstStyle/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您的内容打在这里，或者通过复制您的文本后，在此框中选择粘贴，并选择只保留</a:t>
            </a:r>
            <a:endParaRPr lang="zh-CN" altLang="en-US" sz="11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itchFamily="34" charset="0"/>
            </a:endParaRPr>
          </a:p>
        </p:txBody>
      </p:sp>
      <p:pic>
        <p:nvPicPr>
          <p:cNvPr id="50190" name="图片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文本框 14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研究目标</a:t>
            </a:r>
          </a:p>
        </p:txBody>
      </p: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8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8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8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8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10" grpId="0" animBg="1"/>
      <p:bldP spid="11" grpId="0"/>
      <p:bldP spid="12" grpId="0" animBg="1"/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/>
          <p:cNvGrpSpPr>
            <a:grpSpLocks/>
          </p:cNvGrpSpPr>
          <p:nvPr/>
        </p:nvGrpSpPr>
        <p:grpSpPr bwMode="auto">
          <a:xfrm>
            <a:off x="238125" y="296863"/>
            <a:ext cx="1363663" cy="474662"/>
            <a:chOff x="184527" y="297451"/>
            <a:chExt cx="1363137" cy="473415"/>
          </a:xfrm>
        </p:grpSpPr>
        <p:pic>
          <p:nvPicPr>
            <p:cNvPr id="56329" name="图片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4527" y="297451"/>
              <a:ext cx="422017" cy="4734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文本框 2"/>
            <p:cNvSpPr txBox="1"/>
            <p:nvPr/>
          </p:nvSpPr>
          <p:spPr>
            <a:xfrm>
              <a:off x="539990" y="376617"/>
              <a:ext cx="1007674" cy="368915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800" dirty="0">
                  <a:solidFill>
                    <a:schemeClr val="bg1">
                      <a:lumMod val="95000"/>
                    </a:schemeClr>
                  </a:solidFill>
                  <a:latin typeface="+mn-lt"/>
                  <a:ea typeface="微软雅黑" panose="020B0503020204020204" pitchFamily="34" charset="-122"/>
                </a:rPr>
                <a:t>目录页</a:t>
              </a:r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539990" y="745533"/>
              <a:ext cx="863267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组合 22"/>
          <p:cNvGrpSpPr>
            <a:grpSpLocks/>
          </p:cNvGrpSpPr>
          <p:nvPr/>
        </p:nvGrpSpPr>
        <p:grpSpPr bwMode="auto">
          <a:xfrm>
            <a:off x="4070350" y="2019300"/>
            <a:ext cx="2255838" cy="939800"/>
            <a:chOff x="4070982" y="2019402"/>
            <a:chExt cx="2255503" cy="939618"/>
          </a:xfrm>
        </p:grpSpPr>
        <p:sp>
          <p:nvSpPr>
            <p:cNvPr id="56327" name="文本框 23"/>
            <p:cNvSpPr txBox="1">
              <a:spLocks noChangeArrowheads="1"/>
            </p:cNvSpPr>
            <p:nvPr/>
          </p:nvSpPr>
          <p:spPr bwMode="auto">
            <a:xfrm>
              <a:off x="4070982" y="2251134"/>
              <a:ext cx="2255503" cy="7078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zh-CN" altLang="en-US" sz="40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论文总结</a:t>
              </a:r>
            </a:p>
          </p:txBody>
        </p:sp>
        <p:sp>
          <p:nvSpPr>
            <p:cNvPr id="56328" name="文本框 35"/>
            <p:cNvSpPr txBox="1">
              <a:spLocks noChangeArrowheads="1"/>
            </p:cNvSpPr>
            <p:nvPr/>
          </p:nvSpPr>
          <p:spPr bwMode="auto">
            <a:xfrm>
              <a:off x="4118308" y="2019402"/>
              <a:ext cx="133126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en-US" altLang="zh-CN" sz="14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PART FIVE</a:t>
              </a:r>
              <a:endParaRPr lang="zh-CN" altLang="en-US" sz="14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37" name="组合 36"/>
          <p:cNvGrpSpPr>
            <a:grpSpLocks/>
          </p:cNvGrpSpPr>
          <p:nvPr/>
        </p:nvGrpSpPr>
        <p:grpSpPr bwMode="auto">
          <a:xfrm>
            <a:off x="2817813" y="1944688"/>
            <a:ext cx="1128712" cy="1128712"/>
            <a:chOff x="2817516" y="1944350"/>
            <a:chExt cx="1129689" cy="1129689"/>
          </a:xfrm>
        </p:grpSpPr>
        <p:sp>
          <p:nvSpPr>
            <p:cNvPr id="38" name="椭圆 37"/>
            <p:cNvSpPr/>
            <p:nvPr/>
          </p:nvSpPr>
          <p:spPr>
            <a:xfrm>
              <a:off x="2817516" y="1944350"/>
              <a:ext cx="1129689" cy="1129689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Freeform 5"/>
            <p:cNvSpPr>
              <a:spLocks noEditPoints="1"/>
            </p:cNvSpPr>
            <p:nvPr/>
          </p:nvSpPr>
          <p:spPr bwMode="auto">
            <a:xfrm>
              <a:off x="3195668" y="2160437"/>
              <a:ext cx="444885" cy="657794"/>
            </a:xfrm>
            <a:custGeom>
              <a:avLst/>
              <a:gdLst>
                <a:gd name="T0" fmla="*/ 189 w 316"/>
                <a:gd name="T1" fmla="*/ 16 h 467"/>
                <a:gd name="T2" fmla="*/ 225 w 316"/>
                <a:gd name="T3" fmla="*/ 7 h 467"/>
                <a:gd name="T4" fmla="*/ 300 w 316"/>
                <a:gd name="T5" fmla="*/ 52 h 467"/>
                <a:gd name="T6" fmla="*/ 309 w 316"/>
                <a:gd name="T7" fmla="*/ 89 h 467"/>
                <a:gd name="T8" fmla="*/ 298 w 316"/>
                <a:gd name="T9" fmla="*/ 105 h 467"/>
                <a:gd name="T10" fmla="*/ 179 w 316"/>
                <a:gd name="T11" fmla="*/ 33 h 467"/>
                <a:gd name="T12" fmla="*/ 189 w 316"/>
                <a:gd name="T13" fmla="*/ 16 h 467"/>
                <a:gd name="T14" fmla="*/ 164 w 316"/>
                <a:gd name="T15" fmla="*/ 58 h 467"/>
                <a:gd name="T16" fmla="*/ 147 w 316"/>
                <a:gd name="T17" fmla="*/ 85 h 467"/>
                <a:gd name="T18" fmla="*/ 266 w 316"/>
                <a:gd name="T19" fmla="*/ 157 h 467"/>
                <a:gd name="T20" fmla="*/ 283 w 316"/>
                <a:gd name="T21" fmla="*/ 130 h 467"/>
                <a:gd name="T22" fmla="*/ 164 w 316"/>
                <a:gd name="T23" fmla="*/ 58 h 467"/>
                <a:gd name="T24" fmla="*/ 2 w 316"/>
                <a:gd name="T25" fmla="*/ 446 h 467"/>
                <a:gd name="T26" fmla="*/ 13 w 316"/>
                <a:gd name="T27" fmla="*/ 354 h 467"/>
                <a:gd name="T28" fmla="*/ 90 w 316"/>
                <a:gd name="T29" fmla="*/ 401 h 467"/>
                <a:gd name="T30" fmla="*/ 13 w 316"/>
                <a:gd name="T31" fmla="*/ 453 h 467"/>
                <a:gd name="T32" fmla="*/ 2 w 316"/>
                <a:gd name="T33" fmla="*/ 446 h 467"/>
                <a:gd name="T34" fmla="*/ 20 w 316"/>
                <a:gd name="T35" fmla="*/ 296 h 467"/>
                <a:gd name="T36" fmla="*/ 133 w 316"/>
                <a:gd name="T37" fmla="*/ 109 h 467"/>
                <a:gd name="T38" fmla="*/ 172 w 316"/>
                <a:gd name="T39" fmla="*/ 133 h 467"/>
                <a:gd name="T40" fmla="*/ 59 w 316"/>
                <a:gd name="T41" fmla="*/ 320 h 467"/>
                <a:gd name="T42" fmla="*/ 20 w 316"/>
                <a:gd name="T43" fmla="*/ 296 h 467"/>
                <a:gd name="T44" fmla="*/ 99 w 316"/>
                <a:gd name="T45" fmla="*/ 344 h 467"/>
                <a:gd name="T46" fmla="*/ 212 w 316"/>
                <a:gd name="T47" fmla="*/ 158 h 467"/>
                <a:gd name="T48" fmla="*/ 252 w 316"/>
                <a:gd name="T49" fmla="*/ 182 h 467"/>
                <a:gd name="T50" fmla="*/ 139 w 316"/>
                <a:gd name="T51" fmla="*/ 368 h 467"/>
                <a:gd name="T52" fmla="*/ 99 w 316"/>
                <a:gd name="T53" fmla="*/ 344 h 467"/>
                <a:gd name="T54" fmla="*/ 95 w 316"/>
                <a:gd name="T55" fmla="*/ 446 h 467"/>
                <a:gd name="T56" fmla="*/ 301 w 316"/>
                <a:gd name="T57" fmla="*/ 446 h 467"/>
                <a:gd name="T58" fmla="*/ 311 w 316"/>
                <a:gd name="T59" fmla="*/ 456 h 467"/>
                <a:gd name="T60" fmla="*/ 301 w 316"/>
                <a:gd name="T61" fmla="*/ 467 h 467"/>
                <a:gd name="T62" fmla="*/ 95 w 316"/>
                <a:gd name="T63" fmla="*/ 467 h 467"/>
                <a:gd name="T64" fmla="*/ 84 w 316"/>
                <a:gd name="T65" fmla="*/ 456 h 467"/>
                <a:gd name="T66" fmla="*/ 95 w 316"/>
                <a:gd name="T67" fmla="*/ 446 h 4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316" h="467">
                  <a:moveTo>
                    <a:pt x="189" y="16"/>
                  </a:moveTo>
                  <a:cubicBezTo>
                    <a:pt x="197" y="4"/>
                    <a:pt x="213" y="0"/>
                    <a:pt x="225" y="7"/>
                  </a:cubicBezTo>
                  <a:cubicBezTo>
                    <a:pt x="300" y="52"/>
                    <a:pt x="300" y="52"/>
                    <a:pt x="300" y="52"/>
                  </a:cubicBezTo>
                  <a:cubicBezTo>
                    <a:pt x="312" y="60"/>
                    <a:pt x="316" y="76"/>
                    <a:pt x="309" y="89"/>
                  </a:cubicBezTo>
                  <a:cubicBezTo>
                    <a:pt x="298" y="105"/>
                    <a:pt x="298" y="105"/>
                    <a:pt x="298" y="105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89" y="16"/>
                  </a:lnTo>
                  <a:close/>
                  <a:moveTo>
                    <a:pt x="164" y="58"/>
                  </a:moveTo>
                  <a:cubicBezTo>
                    <a:pt x="147" y="85"/>
                    <a:pt x="147" y="85"/>
                    <a:pt x="147" y="85"/>
                  </a:cubicBezTo>
                  <a:cubicBezTo>
                    <a:pt x="266" y="157"/>
                    <a:pt x="266" y="157"/>
                    <a:pt x="266" y="157"/>
                  </a:cubicBezTo>
                  <a:cubicBezTo>
                    <a:pt x="283" y="130"/>
                    <a:pt x="283" y="130"/>
                    <a:pt x="283" y="130"/>
                  </a:cubicBezTo>
                  <a:lnTo>
                    <a:pt x="164" y="58"/>
                  </a:lnTo>
                  <a:close/>
                  <a:moveTo>
                    <a:pt x="2" y="446"/>
                  </a:moveTo>
                  <a:cubicBezTo>
                    <a:pt x="13" y="354"/>
                    <a:pt x="13" y="354"/>
                    <a:pt x="13" y="354"/>
                  </a:cubicBezTo>
                  <a:cubicBezTo>
                    <a:pt x="90" y="401"/>
                    <a:pt x="90" y="401"/>
                    <a:pt x="90" y="401"/>
                  </a:cubicBezTo>
                  <a:cubicBezTo>
                    <a:pt x="13" y="453"/>
                    <a:pt x="13" y="453"/>
                    <a:pt x="13" y="453"/>
                  </a:cubicBezTo>
                  <a:cubicBezTo>
                    <a:pt x="5" y="459"/>
                    <a:pt x="0" y="456"/>
                    <a:pt x="2" y="446"/>
                  </a:cubicBezTo>
                  <a:close/>
                  <a:moveTo>
                    <a:pt x="20" y="296"/>
                  </a:moveTo>
                  <a:cubicBezTo>
                    <a:pt x="133" y="109"/>
                    <a:pt x="133" y="109"/>
                    <a:pt x="133" y="109"/>
                  </a:cubicBezTo>
                  <a:cubicBezTo>
                    <a:pt x="172" y="133"/>
                    <a:pt x="172" y="133"/>
                    <a:pt x="172" y="133"/>
                  </a:cubicBezTo>
                  <a:cubicBezTo>
                    <a:pt x="59" y="320"/>
                    <a:pt x="59" y="320"/>
                    <a:pt x="59" y="320"/>
                  </a:cubicBezTo>
                  <a:lnTo>
                    <a:pt x="20" y="296"/>
                  </a:lnTo>
                  <a:close/>
                  <a:moveTo>
                    <a:pt x="99" y="344"/>
                  </a:moveTo>
                  <a:cubicBezTo>
                    <a:pt x="212" y="158"/>
                    <a:pt x="212" y="158"/>
                    <a:pt x="212" y="158"/>
                  </a:cubicBezTo>
                  <a:cubicBezTo>
                    <a:pt x="252" y="182"/>
                    <a:pt x="252" y="182"/>
                    <a:pt x="252" y="182"/>
                  </a:cubicBezTo>
                  <a:cubicBezTo>
                    <a:pt x="139" y="368"/>
                    <a:pt x="139" y="368"/>
                    <a:pt x="139" y="368"/>
                  </a:cubicBezTo>
                  <a:lnTo>
                    <a:pt x="99" y="344"/>
                  </a:lnTo>
                  <a:close/>
                  <a:moveTo>
                    <a:pt x="95" y="446"/>
                  </a:moveTo>
                  <a:cubicBezTo>
                    <a:pt x="301" y="446"/>
                    <a:pt x="301" y="446"/>
                    <a:pt x="301" y="446"/>
                  </a:cubicBezTo>
                  <a:cubicBezTo>
                    <a:pt x="307" y="446"/>
                    <a:pt x="311" y="450"/>
                    <a:pt x="311" y="456"/>
                  </a:cubicBezTo>
                  <a:cubicBezTo>
                    <a:pt x="311" y="462"/>
                    <a:pt x="307" y="467"/>
                    <a:pt x="301" y="467"/>
                  </a:cubicBezTo>
                  <a:cubicBezTo>
                    <a:pt x="95" y="467"/>
                    <a:pt x="95" y="467"/>
                    <a:pt x="95" y="467"/>
                  </a:cubicBezTo>
                  <a:cubicBezTo>
                    <a:pt x="89" y="467"/>
                    <a:pt x="84" y="462"/>
                    <a:pt x="84" y="456"/>
                  </a:cubicBezTo>
                  <a:cubicBezTo>
                    <a:pt x="84" y="450"/>
                    <a:pt x="89" y="446"/>
                    <a:pt x="95" y="44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2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6" presetClass="emp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16" dur="250" fill="hold"/>
                                        <p:tgtEl>
                                          <p:spTgt spid="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6" presetClass="emph" presetSubtype="0" decel="10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8" dur="250" fill="hold"/>
                                        <p:tgtEl>
                                          <p:spTgt spid="37"/>
                                        </p:tgtEl>
                                      </p:cBhvr>
                                      <p:by x="91000" y="91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1150"/>
                            </p:stCondLst>
                            <p:childTnLst>
                              <p:par>
                                <p:cTn id="20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466" name="图片 2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文本框 25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论文总结</a:t>
            </a:r>
          </a:p>
        </p:txBody>
      </p:sp>
      <p:sp>
        <p:nvSpPr>
          <p:cNvPr id="66" name="Freeform 3"/>
          <p:cNvSpPr>
            <a:spLocks/>
          </p:cNvSpPr>
          <p:nvPr/>
        </p:nvSpPr>
        <p:spPr bwMode="gray">
          <a:xfrm rot="19490962">
            <a:off x="2981325" y="2695575"/>
            <a:ext cx="1365250" cy="1649413"/>
          </a:xfrm>
          <a:custGeom>
            <a:avLst/>
            <a:gdLst>
              <a:gd name="T0" fmla="*/ 1219 w 1921"/>
              <a:gd name="T1" fmla="*/ 3 h 1516"/>
              <a:gd name="T2" fmla="*/ 1047 w 1921"/>
              <a:gd name="T3" fmla="*/ 20 h 1516"/>
              <a:gd name="T4" fmla="*/ 900 w 1921"/>
              <a:gd name="T5" fmla="*/ 43 h 1516"/>
              <a:gd name="T6" fmla="*/ 763 w 1921"/>
              <a:gd name="T7" fmla="*/ 76 h 1516"/>
              <a:gd name="T8" fmla="*/ 593 w 1921"/>
              <a:gd name="T9" fmla="*/ 128 h 1516"/>
              <a:gd name="T10" fmla="*/ 449 w 1921"/>
              <a:gd name="T11" fmla="*/ 187 h 1516"/>
              <a:gd name="T12" fmla="*/ 345 w 1921"/>
              <a:gd name="T13" fmla="*/ 244 h 1516"/>
              <a:gd name="T14" fmla="*/ 261 w 1921"/>
              <a:gd name="T15" fmla="*/ 301 h 1516"/>
              <a:gd name="T16" fmla="*/ 184 w 1921"/>
              <a:gd name="T17" fmla="*/ 366 h 1516"/>
              <a:gd name="T18" fmla="*/ 118 w 1921"/>
              <a:gd name="T19" fmla="*/ 431 h 1516"/>
              <a:gd name="T20" fmla="*/ 58 w 1921"/>
              <a:gd name="T21" fmla="*/ 516 h 1516"/>
              <a:gd name="T22" fmla="*/ 21 w 1921"/>
              <a:gd name="T23" fmla="*/ 594 h 1516"/>
              <a:gd name="T24" fmla="*/ 0 w 1921"/>
              <a:gd name="T25" fmla="*/ 695 h 1516"/>
              <a:gd name="T26" fmla="*/ 14 w 1921"/>
              <a:gd name="T27" fmla="*/ 785 h 1516"/>
              <a:gd name="T28" fmla="*/ 47 w 1921"/>
              <a:gd name="T29" fmla="*/ 872 h 1516"/>
              <a:gd name="T30" fmla="*/ 92 w 1921"/>
              <a:gd name="T31" fmla="*/ 946 h 1516"/>
              <a:gd name="T32" fmla="*/ 179 w 1921"/>
              <a:gd name="T33" fmla="*/ 1041 h 1516"/>
              <a:gd name="T34" fmla="*/ 271 w 1921"/>
              <a:gd name="T35" fmla="*/ 1115 h 1516"/>
              <a:gd name="T36" fmla="*/ 377 w 1921"/>
              <a:gd name="T37" fmla="*/ 1176 h 1516"/>
              <a:gd name="T38" fmla="*/ 512 w 1921"/>
              <a:gd name="T39" fmla="*/ 1244 h 1516"/>
              <a:gd name="T40" fmla="*/ 667 w 1921"/>
              <a:gd name="T41" fmla="*/ 1302 h 1516"/>
              <a:gd name="T42" fmla="*/ 978 w 1921"/>
              <a:gd name="T43" fmla="*/ 1373 h 1516"/>
              <a:gd name="T44" fmla="*/ 1248 w 1921"/>
              <a:gd name="T45" fmla="*/ 1403 h 1516"/>
              <a:gd name="T46" fmla="*/ 1403 w 1921"/>
              <a:gd name="T47" fmla="*/ 1515 h 1516"/>
              <a:gd name="T48" fmla="*/ 1397 w 1921"/>
              <a:gd name="T49" fmla="*/ 1031 h 1516"/>
              <a:gd name="T50" fmla="*/ 1243 w 1921"/>
              <a:gd name="T51" fmla="*/ 1132 h 1516"/>
              <a:gd name="T52" fmla="*/ 1007 w 1921"/>
              <a:gd name="T53" fmla="*/ 1098 h 1516"/>
              <a:gd name="T54" fmla="*/ 757 w 1921"/>
              <a:gd name="T55" fmla="*/ 1025 h 1516"/>
              <a:gd name="T56" fmla="*/ 619 w 1921"/>
              <a:gd name="T57" fmla="*/ 957 h 1516"/>
              <a:gd name="T58" fmla="*/ 506 w 1921"/>
              <a:gd name="T59" fmla="*/ 888 h 1516"/>
              <a:gd name="T60" fmla="*/ 417 w 1921"/>
              <a:gd name="T61" fmla="*/ 806 h 1516"/>
              <a:gd name="T62" fmla="*/ 348 w 1921"/>
              <a:gd name="T63" fmla="*/ 708 h 1516"/>
              <a:gd name="T64" fmla="*/ 319 w 1921"/>
              <a:gd name="T65" fmla="*/ 610 h 1516"/>
              <a:gd name="T66" fmla="*/ 321 w 1921"/>
              <a:gd name="T67" fmla="*/ 522 h 1516"/>
              <a:gd name="T68" fmla="*/ 348 w 1921"/>
              <a:gd name="T69" fmla="*/ 437 h 1516"/>
              <a:gd name="T70" fmla="*/ 401 w 1921"/>
              <a:gd name="T71" fmla="*/ 351 h 1516"/>
              <a:gd name="T72" fmla="*/ 509 w 1921"/>
              <a:gd name="T73" fmla="*/ 251 h 1516"/>
              <a:gd name="T74" fmla="*/ 643 w 1921"/>
              <a:gd name="T75" fmla="*/ 169 h 1516"/>
              <a:gd name="T76" fmla="*/ 778 w 1921"/>
              <a:gd name="T77" fmla="*/ 110 h 1516"/>
              <a:gd name="T78" fmla="*/ 913 w 1921"/>
              <a:gd name="T79" fmla="*/ 68 h 1516"/>
              <a:gd name="T80" fmla="*/ 1021 w 1921"/>
              <a:gd name="T81" fmla="*/ 42 h 1516"/>
              <a:gd name="T82" fmla="*/ 1150 w 1921"/>
              <a:gd name="T83" fmla="*/ 25 h 1516"/>
              <a:gd name="T84" fmla="*/ 1446 w 1921"/>
              <a:gd name="T85" fmla="*/ 0 h 15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</a:cxnLst>
            <a:rect l="0" t="0" r="r" b="b"/>
            <a:pathLst>
              <a:path w="1921" h="1516">
                <a:moveTo>
                  <a:pt x="1446" y="0"/>
                </a:moveTo>
                <a:lnTo>
                  <a:pt x="1219" y="3"/>
                </a:lnTo>
                <a:lnTo>
                  <a:pt x="1142" y="9"/>
                </a:lnTo>
                <a:lnTo>
                  <a:pt x="1047" y="20"/>
                </a:lnTo>
                <a:lnTo>
                  <a:pt x="974" y="29"/>
                </a:lnTo>
                <a:lnTo>
                  <a:pt x="900" y="43"/>
                </a:lnTo>
                <a:lnTo>
                  <a:pt x="828" y="59"/>
                </a:lnTo>
                <a:lnTo>
                  <a:pt x="763" y="76"/>
                </a:lnTo>
                <a:lnTo>
                  <a:pt x="686" y="97"/>
                </a:lnTo>
                <a:lnTo>
                  <a:pt x="593" y="128"/>
                </a:lnTo>
                <a:lnTo>
                  <a:pt x="520" y="156"/>
                </a:lnTo>
                <a:lnTo>
                  <a:pt x="449" y="187"/>
                </a:lnTo>
                <a:lnTo>
                  <a:pt x="401" y="213"/>
                </a:lnTo>
                <a:lnTo>
                  <a:pt x="345" y="244"/>
                </a:lnTo>
                <a:lnTo>
                  <a:pt x="304" y="268"/>
                </a:lnTo>
                <a:lnTo>
                  <a:pt x="261" y="301"/>
                </a:lnTo>
                <a:lnTo>
                  <a:pt x="222" y="332"/>
                </a:lnTo>
                <a:lnTo>
                  <a:pt x="184" y="366"/>
                </a:lnTo>
                <a:lnTo>
                  <a:pt x="155" y="393"/>
                </a:lnTo>
                <a:lnTo>
                  <a:pt x="118" y="431"/>
                </a:lnTo>
                <a:lnTo>
                  <a:pt x="82" y="474"/>
                </a:lnTo>
                <a:lnTo>
                  <a:pt x="58" y="516"/>
                </a:lnTo>
                <a:lnTo>
                  <a:pt x="39" y="552"/>
                </a:lnTo>
                <a:lnTo>
                  <a:pt x="21" y="594"/>
                </a:lnTo>
                <a:lnTo>
                  <a:pt x="6" y="638"/>
                </a:lnTo>
                <a:lnTo>
                  <a:pt x="0" y="695"/>
                </a:lnTo>
                <a:lnTo>
                  <a:pt x="5" y="744"/>
                </a:lnTo>
                <a:lnTo>
                  <a:pt x="14" y="785"/>
                </a:lnTo>
                <a:lnTo>
                  <a:pt x="26" y="826"/>
                </a:lnTo>
                <a:lnTo>
                  <a:pt x="47" y="872"/>
                </a:lnTo>
                <a:lnTo>
                  <a:pt x="66" y="911"/>
                </a:lnTo>
                <a:lnTo>
                  <a:pt x="92" y="946"/>
                </a:lnTo>
                <a:lnTo>
                  <a:pt x="130" y="991"/>
                </a:lnTo>
                <a:lnTo>
                  <a:pt x="179" y="1041"/>
                </a:lnTo>
                <a:lnTo>
                  <a:pt x="229" y="1081"/>
                </a:lnTo>
                <a:lnTo>
                  <a:pt x="271" y="1115"/>
                </a:lnTo>
                <a:lnTo>
                  <a:pt x="325" y="1149"/>
                </a:lnTo>
                <a:lnTo>
                  <a:pt x="377" y="1176"/>
                </a:lnTo>
                <a:lnTo>
                  <a:pt x="437" y="1207"/>
                </a:lnTo>
                <a:lnTo>
                  <a:pt x="512" y="1244"/>
                </a:lnTo>
                <a:lnTo>
                  <a:pt x="585" y="1271"/>
                </a:lnTo>
                <a:lnTo>
                  <a:pt x="667" y="1302"/>
                </a:lnTo>
                <a:lnTo>
                  <a:pt x="836" y="1346"/>
                </a:lnTo>
                <a:lnTo>
                  <a:pt x="978" y="1373"/>
                </a:lnTo>
                <a:lnTo>
                  <a:pt x="1128" y="1393"/>
                </a:lnTo>
                <a:lnTo>
                  <a:pt x="1248" y="1403"/>
                </a:lnTo>
                <a:lnTo>
                  <a:pt x="1403" y="1410"/>
                </a:lnTo>
                <a:lnTo>
                  <a:pt x="1403" y="1515"/>
                </a:lnTo>
                <a:lnTo>
                  <a:pt x="1920" y="1275"/>
                </a:lnTo>
                <a:lnTo>
                  <a:pt x="1397" y="1031"/>
                </a:lnTo>
                <a:lnTo>
                  <a:pt x="1398" y="1139"/>
                </a:lnTo>
                <a:lnTo>
                  <a:pt x="1243" y="1132"/>
                </a:lnTo>
                <a:lnTo>
                  <a:pt x="1128" y="1119"/>
                </a:lnTo>
                <a:lnTo>
                  <a:pt x="1007" y="1098"/>
                </a:lnTo>
                <a:lnTo>
                  <a:pt x="836" y="1054"/>
                </a:lnTo>
                <a:lnTo>
                  <a:pt x="757" y="1025"/>
                </a:lnTo>
                <a:lnTo>
                  <a:pt x="681" y="993"/>
                </a:lnTo>
                <a:lnTo>
                  <a:pt x="619" y="957"/>
                </a:lnTo>
                <a:lnTo>
                  <a:pt x="556" y="922"/>
                </a:lnTo>
                <a:lnTo>
                  <a:pt x="506" y="888"/>
                </a:lnTo>
                <a:lnTo>
                  <a:pt x="464" y="850"/>
                </a:lnTo>
                <a:lnTo>
                  <a:pt x="417" y="806"/>
                </a:lnTo>
                <a:lnTo>
                  <a:pt x="377" y="755"/>
                </a:lnTo>
                <a:lnTo>
                  <a:pt x="348" y="708"/>
                </a:lnTo>
                <a:lnTo>
                  <a:pt x="333" y="664"/>
                </a:lnTo>
                <a:lnTo>
                  <a:pt x="319" y="610"/>
                </a:lnTo>
                <a:lnTo>
                  <a:pt x="317" y="558"/>
                </a:lnTo>
                <a:lnTo>
                  <a:pt x="321" y="522"/>
                </a:lnTo>
                <a:lnTo>
                  <a:pt x="329" y="483"/>
                </a:lnTo>
                <a:lnTo>
                  <a:pt x="348" y="437"/>
                </a:lnTo>
                <a:lnTo>
                  <a:pt x="372" y="393"/>
                </a:lnTo>
                <a:lnTo>
                  <a:pt x="401" y="351"/>
                </a:lnTo>
                <a:lnTo>
                  <a:pt x="440" y="310"/>
                </a:lnTo>
                <a:lnTo>
                  <a:pt x="509" y="251"/>
                </a:lnTo>
                <a:lnTo>
                  <a:pt x="567" y="211"/>
                </a:lnTo>
                <a:lnTo>
                  <a:pt x="643" y="169"/>
                </a:lnTo>
                <a:lnTo>
                  <a:pt x="720" y="133"/>
                </a:lnTo>
                <a:lnTo>
                  <a:pt x="778" y="110"/>
                </a:lnTo>
                <a:lnTo>
                  <a:pt x="847" y="86"/>
                </a:lnTo>
                <a:lnTo>
                  <a:pt x="913" y="68"/>
                </a:lnTo>
                <a:lnTo>
                  <a:pt x="966" y="54"/>
                </a:lnTo>
                <a:lnTo>
                  <a:pt x="1021" y="42"/>
                </a:lnTo>
                <a:lnTo>
                  <a:pt x="1089" y="32"/>
                </a:lnTo>
                <a:lnTo>
                  <a:pt x="1150" y="25"/>
                </a:lnTo>
                <a:lnTo>
                  <a:pt x="1234" y="15"/>
                </a:lnTo>
                <a:lnTo>
                  <a:pt x="1446" y="0"/>
                </a:lnTo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  <a:effectLst/>
          <a:extLst/>
        </p:spPr>
        <p:txBody>
          <a:bodyPr lIns="45712" tIns="44442" rIns="45712" bIns="44442" anchor="ctr" anchorCtr="1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49">
              <a:solidFill>
                <a:schemeClr val="bg1">
                  <a:lumMod val="9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7" name="Freeform 4"/>
          <p:cNvSpPr>
            <a:spLocks/>
          </p:cNvSpPr>
          <p:nvPr/>
        </p:nvSpPr>
        <p:spPr bwMode="gray">
          <a:xfrm rot="19490962" flipH="1" flipV="1">
            <a:off x="4479925" y="1046163"/>
            <a:ext cx="1363663" cy="1647825"/>
          </a:xfrm>
          <a:custGeom>
            <a:avLst/>
            <a:gdLst>
              <a:gd name="T0" fmla="*/ 1219 w 1921"/>
              <a:gd name="T1" fmla="*/ 3 h 1516"/>
              <a:gd name="T2" fmla="*/ 1047 w 1921"/>
              <a:gd name="T3" fmla="*/ 20 h 1516"/>
              <a:gd name="T4" fmla="*/ 900 w 1921"/>
              <a:gd name="T5" fmla="*/ 43 h 1516"/>
              <a:gd name="T6" fmla="*/ 763 w 1921"/>
              <a:gd name="T7" fmla="*/ 76 h 1516"/>
              <a:gd name="T8" fmla="*/ 593 w 1921"/>
              <a:gd name="T9" fmla="*/ 128 h 1516"/>
              <a:gd name="T10" fmla="*/ 449 w 1921"/>
              <a:gd name="T11" fmla="*/ 187 h 1516"/>
              <a:gd name="T12" fmla="*/ 345 w 1921"/>
              <a:gd name="T13" fmla="*/ 244 h 1516"/>
              <a:gd name="T14" fmla="*/ 261 w 1921"/>
              <a:gd name="T15" fmla="*/ 301 h 1516"/>
              <a:gd name="T16" fmla="*/ 184 w 1921"/>
              <a:gd name="T17" fmla="*/ 366 h 1516"/>
              <a:gd name="T18" fmla="*/ 118 w 1921"/>
              <a:gd name="T19" fmla="*/ 431 h 1516"/>
              <a:gd name="T20" fmla="*/ 58 w 1921"/>
              <a:gd name="T21" fmla="*/ 516 h 1516"/>
              <a:gd name="T22" fmla="*/ 21 w 1921"/>
              <a:gd name="T23" fmla="*/ 594 h 1516"/>
              <a:gd name="T24" fmla="*/ 0 w 1921"/>
              <a:gd name="T25" fmla="*/ 695 h 1516"/>
              <a:gd name="T26" fmla="*/ 14 w 1921"/>
              <a:gd name="T27" fmla="*/ 785 h 1516"/>
              <a:gd name="T28" fmla="*/ 47 w 1921"/>
              <a:gd name="T29" fmla="*/ 872 h 1516"/>
              <a:gd name="T30" fmla="*/ 92 w 1921"/>
              <a:gd name="T31" fmla="*/ 946 h 1516"/>
              <a:gd name="T32" fmla="*/ 179 w 1921"/>
              <a:gd name="T33" fmla="*/ 1041 h 1516"/>
              <a:gd name="T34" fmla="*/ 271 w 1921"/>
              <a:gd name="T35" fmla="*/ 1115 h 1516"/>
              <a:gd name="T36" fmla="*/ 377 w 1921"/>
              <a:gd name="T37" fmla="*/ 1176 h 1516"/>
              <a:gd name="T38" fmla="*/ 512 w 1921"/>
              <a:gd name="T39" fmla="*/ 1244 h 1516"/>
              <a:gd name="T40" fmla="*/ 667 w 1921"/>
              <a:gd name="T41" fmla="*/ 1302 h 1516"/>
              <a:gd name="T42" fmla="*/ 978 w 1921"/>
              <a:gd name="T43" fmla="*/ 1373 h 1516"/>
              <a:gd name="T44" fmla="*/ 1248 w 1921"/>
              <a:gd name="T45" fmla="*/ 1403 h 1516"/>
              <a:gd name="T46" fmla="*/ 1403 w 1921"/>
              <a:gd name="T47" fmla="*/ 1515 h 1516"/>
              <a:gd name="T48" fmla="*/ 1397 w 1921"/>
              <a:gd name="T49" fmla="*/ 1031 h 1516"/>
              <a:gd name="T50" fmla="*/ 1243 w 1921"/>
              <a:gd name="T51" fmla="*/ 1132 h 1516"/>
              <a:gd name="T52" fmla="*/ 1007 w 1921"/>
              <a:gd name="T53" fmla="*/ 1098 h 1516"/>
              <a:gd name="T54" fmla="*/ 757 w 1921"/>
              <a:gd name="T55" fmla="*/ 1025 h 1516"/>
              <a:gd name="T56" fmla="*/ 619 w 1921"/>
              <a:gd name="T57" fmla="*/ 957 h 1516"/>
              <a:gd name="T58" fmla="*/ 506 w 1921"/>
              <a:gd name="T59" fmla="*/ 888 h 1516"/>
              <a:gd name="T60" fmla="*/ 417 w 1921"/>
              <a:gd name="T61" fmla="*/ 806 h 1516"/>
              <a:gd name="T62" fmla="*/ 348 w 1921"/>
              <a:gd name="T63" fmla="*/ 708 h 1516"/>
              <a:gd name="T64" fmla="*/ 319 w 1921"/>
              <a:gd name="T65" fmla="*/ 610 h 1516"/>
              <a:gd name="T66" fmla="*/ 321 w 1921"/>
              <a:gd name="T67" fmla="*/ 522 h 1516"/>
              <a:gd name="T68" fmla="*/ 348 w 1921"/>
              <a:gd name="T69" fmla="*/ 437 h 1516"/>
              <a:gd name="T70" fmla="*/ 401 w 1921"/>
              <a:gd name="T71" fmla="*/ 351 h 1516"/>
              <a:gd name="T72" fmla="*/ 509 w 1921"/>
              <a:gd name="T73" fmla="*/ 251 h 1516"/>
              <a:gd name="T74" fmla="*/ 643 w 1921"/>
              <a:gd name="T75" fmla="*/ 169 h 1516"/>
              <a:gd name="T76" fmla="*/ 778 w 1921"/>
              <a:gd name="T77" fmla="*/ 110 h 1516"/>
              <a:gd name="T78" fmla="*/ 913 w 1921"/>
              <a:gd name="T79" fmla="*/ 68 h 1516"/>
              <a:gd name="T80" fmla="*/ 1021 w 1921"/>
              <a:gd name="T81" fmla="*/ 42 h 1516"/>
              <a:gd name="T82" fmla="*/ 1150 w 1921"/>
              <a:gd name="T83" fmla="*/ 25 h 1516"/>
              <a:gd name="T84" fmla="*/ 1446 w 1921"/>
              <a:gd name="T85" fmla="*/ 0 h 15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</a:cxnLst>
            <a:rect l="0" t="0" r="r" b="b"/>
            <a:pathLst>
              <a:path w="1921" h="1516">
                <a:moveTo>
                  <a:pt x="1446" y="0"/>
                </a:moveTo>
                <a:lnTo>
                  <a:pt x="1219" y="3"/>
                </a:lnTo>
                <a:lnTo>
                  <a:pt x="1142" y="9"/>
                </a:lnTo>
                <a:lnTo>
                  <a:pt x="1047" y="20"/>
                </a:lnTo>
                <a:lnTo>
                  <a:pt x="974" y="29"/>
                </a:lnTo>
                <a:lnTo>
                  <a:pt x="900" y="43"/>
                </a:lnTo>
                <a:lnTo>
                  <a:pt x="828" y="59"/>
                </a:lnTo>
                <a:lnTo>
                  <a:pt x="763" y="76"/>
                </a:lnTo>
                <a:lnTo>
                  <a:pt x="686" y="97"/>
                </a:lnTo>
                <a:lnTo>
                  <a:pt x="593" y="128"/>
                </a:lnTo>
                <a:lnTo>
                  <a:pt x="520" y="156"/>
                </a:lnTo>
                <a:lnTo>
                  <a:pt x="449" y="187"/>
                </a:lnTo>
                <a:lnTo>
                  <a:pt x="401" y="213"/>
                </a:lnTo>
                <a:lnTo>
                  <a:pt x="345" y="244"/>
                </a:lnTo>
                <a:lnTo>
                  <a:pt x="304" y="268"/>
                </a:lnTo>
                <a:lnTo>
                  <a:pt x="261" y="301"/>
                </a:lnTo>
                <a:lnTo>
                  <a:pt x="222" y="332"/>
                </a:lnTo>
                <a:lnTo>
                  <a:pt x="184" y="366"/>
                </a:lnTo>
                <a:lnTo>
                  <a:pt x="155" y="393"/>
                </a:lnTo>
                <a:lnTo>
                  <a:pt x="118" y="431"/>
                </a:lnTo>
                <a:lnTo>
                  <a:pt x="82" y="474"/>
                </a:lnTo>
                <a:lnTo>
                  <a:pt x="58" y="516"/>
                </a:lnTo>
                <a:lnTo>
                  <a:pt x="39" y="552"/>
                </a:lnTo>
                <a:lnTo>
                  <a:pt x="21" y="594"/>
                </a:lnTo>
                <a:lnTo>
                  <a:pt x="6" y="638"/>
                </a:lnTo>
                <a:lnTo>
                  <a:pt x="0" y="695"/>
                </a:lnTo>
                <a:lnTo>
                  <a:pt x="5" y="744"/>
                </a:lnTo>
                <a:lnTo>
                  <a:pt x="14" y="785"/>
                </a:lnTo>
                <a:lnTo>
                  <a:pt x="26" y="826"/>
                </a:lnTo>
                <a:lnTo>
                  <a:pt x="47" y="872"/>
                </a:lnTo>
                <a:lnTo>
                  <a:pt x="66" y="911"/>
                </a:lnTo>
                <a:lnTo>
                  <a:pt x="92" y="946"/>
                </a:lnTo>
                <a:lnTo>
                  <a:pt x="130" y="991"/>
                </a:lnTo>
                <a:lnTo>
                  <a:pt x="179" y="1041"/>
                </a:lnTo>
                <a:lnTo>
                  <a:pt x="229" y="1081"/>
                </a:lnTo>
                <a:lnTo>
                  <a:pt x="271" y="1115"/>
                </a:lnTo>
                <a:lnTo>
                  <a:pt x="325" y="1149"/>
                </a:lnTo>
                <a:lnTo>
                  <a:pt x="377" y="1176"/>
                </a:lnTo>
                <a:lnTo>
                  <a:pt x="437" y="1207"/>
                </a:lnTo>
                <a:lnTo>
                  <a:pt x="512" y="1244"/>
                </a:lnTo>
                <a:lnTo>
                  <a:pt x="585" y="1271"/>
                </a:lnTo>
                <a:lnTo>
                  <a:pt x="667" y="1302"/>
                </a:lnTo>
                <a:lnTo>
                  <a:pt x="836" y="1346"/>
                </a:lnTo>
                <a:lnTo>
                  <a:pt x="978" y="1373"/>
                </a:lnTo>
                <a:lnTo>
                  <a:pt x="1128" y="1393"/>
                </a:lnTo>
                <a:lnTo>
                  <a:pt x="1248" y="1403"/>
                </a:lnTo>
                <a:lnTo>
                  <a:pt x="1403" y="1410"/>
                </a:lnTo>
                <a:lnTo>
                  <a:pt x="1403" y="1515"/>
                </a:lnTo>
                <a:lnTo>
                  <a:pt x="1920" y="1275"/>
                </a:lnTo>
                <a:lnTo>
                  <a:pt x="1397" y="1031"/>
                </a:lnTo>
                <a:lnTo>
                  <a:pt x="1398" y="1139"/>
                </a:lnTo>
                <a:lnTo>
                  <a:pt x="1243" y="1132"/>
                </a:lnTo>
                <a:lnTo>
                  <a:pt x="1128" y="1119"/>
                </a:lnTo>
                <a:lnTo>
                  <a:pt x="1007" y="1098"/>
                </a:lnTo>
                <a:lnTo>
                  <a:pt x="836" y="1054"/>
                </a:lnTo>
                <a:lnTo>
                  <a:pt x="757" y="1025"/>
                </a:lnTo>
                <a:lnTo>
                  <a:pt x="681" y="993"/>
                </a:lnTo>
                <a:lnTo>
                  <a:pt x="619" y="957"/>
                </a:lnTo>
                <a:lnTo>
                  <a:pt x="556" y="922"/>
                </a:lnTo>
                <a:lnTo>
                  <a:pt x="506" y="888"/>
                </a:lnTo>
                <a:lnTo>
                  <a:pt x="464" y="850"/>
                </a:lnTo>
                <a:lnTo>
                  <a:pt x="417" y="806"/>
                </a:lnTo>
                <a:lnTo>
                  <a:pt x="377" y="755"/>
                </a:lnTo>
                <a:lnTo>
                  <a:pt x="348" y="708"/>
                </a:lnTo>
                <a:lnTo>
                  <a:pt x="333" y="664"/>
                </a:lnTo>
                <a:lnTo>
                  <a:pt x="319" y="610"/>
                </a:lnTo>
                <a:lnTo>
                  <a:pt x="317" y="558"/>
                </a:lnTo>
                <a:lnTo>
                  <a:pt x="321" y="522"/>
                </a:lnTo>
                <a:lnTo>
                  <a:pt x="329" y="483"/>
                </a:lnTo>
                <a:lnTo>
                  <a:pt x="348" y="437"/>
                </a:lnTo>
                <a:lnTo>
                  <a:pt x="372" y="393"/>
                </a:lnTo>
                <a:lnTo>
                  <a:pt x="401" y="351"/>
                </a:lnTo>
                <a:lnTo>
                  <a:pt x="440" y="310"/>
                </a:lnTo>
                <a:lnTo>
                  <a:pt x="509" y="251"/>
                </a:lnTo>
                <a:lnTo>
                  <a:pt x="567" y="211"/>
                </a:lnTo>
                <a:lnTo>
                  <a:pt x="643" y="169"/>
                </a:lnTo>
                <a:lnTo>
                  <a:pt x="720" y="133"/>
                </a:lnTo>
                <a:lnTo>
                  <a:pt x="778" y="110"/>
                </a:lnTo>
                <a:lnTo>
                  <a:pt x="847" y="86"/>
                </a:lnTo>
                <a:lnTo>
                  <a:pt x="913" y="68"/>
                </a:lnTo>
                <a:lnTo>
                  <a:pt x="966" y="54"/>
                </a:lnTo>
                <a:lnTo>
                  <a:pt x="1021" y="42"/>
                </a:lnTo>
                <a:lnTo>
                  <a:pt x="1089" y="32"/>
                </a:lnTo>
                <a:lnTo>
                  <a:pt x="1150" y="25"/>
                </a:lnTo>
                <a:lnTo>
                  <a:pt x="1234" y="15"/>
                </a:lnTo>
                <a:lnTo>
                  <a:pt x="1446" y="0"/>
                </a:lnTo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  <a:effectLst/>
          <a:extLst/>
        </p:spPr>
        <p:txBody>
          <a:bodyPr lIns="45712" tIns="44442" rIns="45712" bIns="44442" anchor="ctr" anchorCtr="1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49">
              <a:solidFill>
                <a:schemeClr val="bg1">
                  <a:lumMod val="9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8" name="Oval 5"/>
          <p:cNvSpPr>
            <a:spLocks noChangeArrowheads="1"/>
          </p:cNvSpPr>
          <p:nvPr/>
        </p:nvSpPr>
        <p:spPr bwMode="gray">
          <a:xfrm>
            <a:off x="3133725" y="1862138"/>
            <a:ext cx="1184275" cy="1182687"/>
          </a:xfrm>
          <a:prstGeom prst="ellipse">
            <a:avLst/>
          </a:prstGeom>
          <a:solidFill>
            <a:schemeClr val="bg1">
              <a:alpha val="20000"/>
            </a:schemeClr>
          </a:solidFill>
          <a:ln>
            <a:noFill/>
          </a:ln>
          <a:effectLst/>
          <a:extLst/>
        </p:spPr>
        <p:txBody>
          <a:bodyPr lIns="45712" tIns="44442" rIns="45712" bIns="44442" anchor="ctr" anchorCtr="1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349" dirty="0">
                <a:solidFill>
                  <a:schemeClr val="bg1">
                    <a:lumMod val="95000"/>
                  </a:schemeClr>
                </a:solidFill>
                <a:latin typeface="TeXGyreAdventor" panose="00000500000000000000" pitchFamily="50" charset="0"/>
                <a:ea typeface="+mn-ea"/>
              </a:rPr>
              <a:t>添加标题</a:t>
            </a:r>
            <a:endParaRPr lang="zh-CN" altLang="en-US" sz="1349" baseline="-3000" dirty="0">
              <a:solidFill>
                <a:schemeClr val="bg1">
                  <a:lumMod val="95000"/>
                </a:schemeClr>
              </a:solidFill>
              <a:latin typeface="TeXGyreAdventor" panose="00000500000000000000" pitchFamily="50" charset="0"/>
              <a:ea typeface="+mn-ea"/>
            </a:endParaRPr>
          </a:p>
        </p:txBody>
      </p:sp>
      <p:sp>
        <p:nvSpPr>
          <p:cNvPr id="69" name="Oval 6"/>
          <p:cNvSpPr>
            <a:spLocks noChangeArrowheads="1"/>
          </p:cNvSpPr>
          <p:nvPr/>
        </p:nvSpPr>
        <p:spPr bwMode="gray">
          <a:xfrm>
            <a:off x="4546600" y="2687638"/>
            <a:ext cx="1184275" cy="1182687"/>
          </a:xfrm>
          <a:prstGeom prst="ellipse">
            <a:avLst/>
          </a:prstGeom>
          <a:solidFill>
            <a:schemeClr val="bg1">
              <a:alpha val="20000"/>
            </a:schemeClr>
          </a:solidFill>
          <a:ln>
            <a:noFill/>
          </a:ln>
          <a:effectLst/>
          <a:extLst/>
        </p:spPr>
        <p:txBody>
          <a:bodyPr lIns="45712" tIns="44442" rIns="45712" bIns="44442" anchor="ctr" anchorCtr="1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2000" baseline="-3000" dirty="0">
                <a:solidFill>
                  <a:schemeClr val="bg1">
                    <a:lumMod val="95000"/>
                  </a:schemeClr>
                </a:solidFill>
                <a:latin typeface="TeXGyreAdventor" panose="00000500000000000000" pitchFamily="50" charset="0"/>
                <a:ea typeface="+mn-ea"/>
              </a:rPr>
              <a:t>添加标题</a:t>
            </a:r>
          </a:p>
        </p:txBody>
      </p:sp>
      <p:sp>
        <p:nvSpPr>
          <p:cNvPr id="70" name="TextBox 7"/>
          <p:cNvSpPr txBox="1"/>
          <p:nvPr/>
        </p:nvSpPr>
        <p:spPr>
          <a:xfrm>
            <a:off x="468313" y="1962150"/>
            <a:ext cx="2351087" cy="2032000"/>
          </a:xfrm>
          <a:prstGeom prst="rect">
            <a:avLst/>
          </a:prstGeom>
          <a:noFill/>
        </p:spPr>
        <p:txBody>
          <a:bodyPr lIns="91425" tIns="45712" rIns="91425" bIns="45712">
            <a:spAutoFit/>
          </a:bodyPr>
          <a:lstStyle/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您的内容打在这里，或者通过复制您的文本后，在此框中选择粘贴，并选择只保留文字。</a:t>
            </a:r>
            <a:endParaRPr lang="zh-CN" altLang="en-US" sz="12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itchFamily="34" charset="0"/>
            </a:endParaRPr>
          </a:p>
          <a:p>
            <a:pPr algn="just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您的内容打在这里，或者通过复制您的文本后，在此框中选择粘贴，并选择只保留文字。</a:t>
            </a:r>
            <a:endParaRPr lang="zh-CN" altLang="en-US" sz="12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itchFamily="34" charset="0"/>
            </a:endParaRPr>
          </a:p>
          <a:p>
            <a:pPr algn="just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199" dirty="0">
              <a:solidFill>
                <a:schemeClr val="bg1">
                  <a:lumMod val="95000"/>
                </a:schemeClr>
              </a:solidFill>
              <a:latin typeface="微软雅黑" pitchFamily="34" charset="-122"/>
              <a:ea typeface="微软雅黑" pitchFamily="34" charset="-122"/>
              <a:sym typeface="微软雅黑" pitchFamily="34" charset="-122"/>
            </a:endParaRPr>
          </a:p>
        </p:txBody>
      </p:sp>
      <p:grpSp>
        <p:nvGrpSpPr>
          <p:cNvPr id="71" name="组合 70"/>
          <p:cNvGrpSpPr>
            <a:grpSpLocks/>
          </p:cNvGrpSpPr>
          <p:nvPr/>
        </p:nvGrpSpPr>
        <p:grpSpPr bwMode="auto">
          <a:xfrm>
            <a:off x="469900" y="1400175"/>
            <a:ext cx="3300413" cy="461963"/>
            <a:chOff x="469900" y="1057571"/>
            <a:chExt cx="3299884" cy="461665"/>
          </a:xfrm>
        </p:grpSpPr>
        <p:sp>
          <p:nvSpPr>
            <p:cNvPr id="72" name="TextBox 6"/>
            <p:cNvSpPr txBox="1"/>
            <p:nvPr/>
          </p:nvSpPr>
          <p:spPr>
            <a:xfrm>
              <a:off x="554025" y="1057571"/>
              <a:ext cx="869811" cy="29825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000" baseline="-3000" dirty="0">
                  <a:solidFill>
                    <a:schemeClr val="bg1">
                      <a:lumMod val="9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添加标题</a:t>
              </a:r>
            </a:p>
          </p:txBody>
        </p:sp>
        <p:cxnSp>
          <p:nvCxnSpPr>
            <p:cNvPr id="73" name="直接连接符 72"/>
            <p:cNvCxnSpPr/>
            <p:nvPr/>
          </p:nvCxnSpPr>
          <p:spPr>
            <a:xfrm>
              <a:off x="469900" y="1519236"/>
              <a:ext cx="3299884" cy="0"/>
            </a:xfrm>
            <a:prstGeom prst="lin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74" name="TextBox 10"/>
          <p:cNvSpPr txBox="1"/>
          <p:nvPr/>
        </p:nvSpPr>
        <p:spPr>
          <a:xfrm>
            <a:off x="6169025" y="1995488"/>
            <a:ext cx="2454275" cy="1754187"/>
          </a:xfrm>
          <a:prstGeom prst="rect">
            <a:avLst/>
          </a:prstGeom>
          <a:noFill/>
        </p:spPr>
        <p:txBody>
          <a:bodyPr lIns="91425" tIns="45712" rIns="91425" bIns="45712">
            <a:spAutoFit/>
          </a:bodyPr>
          <a:lstStyle/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您的内容打在这里，或者通过复制您的文本后，在此框中选择粘贴，并选择只保留文字。</a:t>
            </a:r>
            <a:endParaRPr lang="zh-CN" altLang="en-US" sz="12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itchFamily="34" charset="0"/>
            </a:endParaRPr>
          </a:p>
          <a:p>
            <a:pPr algn="just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您的内容打在这里，或者通过复制您的文本后，在此框中选择粘贴，并选择只保留文字。</a:t>
            </a:r>
            <a:endParaRPr lang="zh-CN" altLang="en-US" sz="12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itchFamily="34" charset="0"/>
            </a:endParaRPr>
          </a:p>
        </p:txBody>
      </p:sp>
      <p:grpSp>
        <p:nvGrpSpPr>
          <p:cNvPr id="75" name="组合 74"/>
          <p:cNvGrpSpPr>
            <a:grpSpLocks/>
          </p:cNvGrpSpPr>
          <p:nvPr/>
        </p:nvGrpSpPr>
        <p:grpSpPr bwMode="auto">
          <a:xfrm>
            <a:off x="5257800" y="3870325"/>
            <a:ext cx="3441700" cy="333375"/>
            <a:chOff x="5257195" y="3528519"/>
            <a:chExt cx="3442305" cy="333179"/>
          </a:xfrm>
        </p:grpSpPr>
        <p:sp>
          <p:nvSpPr>
            <p:cNvPr id="76" name="TextBox 9"/>
            <p:cNvSpPr txBox="1"/>
            <p:nvPr/>
          </p:nvSpPr>
          <p:spPr>
            <a:xfrm>
              <a:off x="5976459" y="3563423"/>
              <a:ext cx="870103" cy="29827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000" baseline="-3000" dirty="0">
                  <a:solidFill>
                    <a:schemeClr val="bg1">
                      <a:lumMod val="9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添加标题</a:t>
              </a:r>
            </a:p>
          </p:txBody>
        </p:sp>
        <p:cxnSp>
          <p:nvCxnSpPr>
            <p:cNvPr id="77" name="直接连接符 76"/>
            <p:cNvCxnSpPr/>
            <p:nvPr/>
          </p:nvCxnSpPr>
          <p:spPr>
            <a:xfrm>
              <a:off x="5257195" y="3528519"/>
              <a:ext cx="3442305" cy="0"/>
            </a:xfrm>
            <a:prstGeom prst="lin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8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27" dur="7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175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33" presetID="18" presetClass="entr" presetSubtype="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35" dur="7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 animBg="1"/>
      <p:bldP spid="69" grpId="0" animBg="1"/>
      <p:bldP spid="70" grpId="0"/>
      <p:bldP spid="7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51"/>
          <p:cNvSpPr>
            <a:spLocks/>
          </p:cNvSpPr>
          <p:nvPr/>
        </p:nvSpPr>
        <p:spPr bwMode="auto">
          <a:xfrm>
            <a:off x="1192213" y="1039813"/>
            <a:ext cx="1793875" cy="1798637"/>
          </a:xfrm>
          <a:custGeom>
            <a:avLst/>
            <a:gdLst>
              <a:gd name="T0" fmla="*/ 1665296 w 1321"/>
              <a:gd name="T1" fmla="*/ 360928 h 1322"/>
              <a:gd name="T2" fmla="*/ 1665296 w 1321"/>
              <a:gd name="T3" fmla="*/ 1667948 h 1322"/>
              <a:gd name="T4" fmla="*/ 360354 w 1321"/>
              <a:gd name="T5" fmla="*/ 1667948 h 1322"/>
              <a:gd name="T6" fmla="*/ 360354 w 1321"/>
              <a:gd name="T7" fmla="*/ 360928 h 1322"/>
              <a:gd name="T8" fmla="*/ 1665296 w 1321"/>
              <a:gd name="T9" fmla="*/ 360928 h 132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21" h="1322">
                <a:moveTo>
                  <a:pt x="1086" y="235"/>
                </a:moveTo>
                <a:cubicBezTo>
                  <a:pt x="1321" y="470"/>
                  <a:pt x="1321" y="851"/>
                  <a:pt x="1086" y="1086"/>
                </a:cubicBezTo>
                <a:cubicBezTo>
                  <a:pt x="851" y="1322"/>
                  <a:pt x="470" y="1322"/>
                  <a:pt x="235" y="1086"/>
                </a:cubicBezTo>
                <a:cubicBezTo>
                  <a:pt x="0" y="851"/>
                  <a:pt x="0" y="470"/>
                  <a:pt x="235" y="235"/>
                </a:cubicBezTo>
                <a:cubicBezTo>
                  <a:pt x="470" y="0"/>
                  <a:pt x="851" y="0"/>
                  <a:pt x="1086" y="235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30226" cap="flat">
            <a:noFill/>
            <a:prstDash val="solid"/>
            <a:miter lim="800000"/>
            <a:headEnd/>
            <a:tailEnd/>
          </a:ln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2"/>
          <p:cNvSpPr>
            <a:spLocks/>
          </p:cNvSpPr>
          <p:nvPr/>
        </p:nvSpPr>
        <p:spPr bwMode="auto">
          <a:xfrm>
            <a:off x="1585913" y="2471738"/>
            <a:ext cx="1795462" cy="1798637"/>
          </a:xfrm>
          <a:custGeom>
            <a:avLst/>
            <a:gdLst>
              <a:gd name="T0" fmla="*/ 1665296 w 1321"/>
              <a:gd name="T1" fmla="*/ 360919 h 1321"/>
              <a:gd name="T2" fmla="*/ 1665296 w 1321"/>
              <a:gd name="T3" fmla="*/ 1667906 h 1321"/>
              <a:gd name="T4" fmla="*/ 360354 w 1321"/>
              <a:gd name="T5" fmla="*/ 1667906 h 1321"/>
              <a:gd name="T6" fmla="*/ 360354 w 1321"/>
              <a:gd name="T7" fmla="*/ 360919 h 1321"/>
              <a:gd name="T8" fmla="*/ 1665296 w 1321"/>
              <a:gd name="T9" fmla="*/ 360919 h 132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21" h="1321">
                <a:moveTo>
                  <a:pt x="1086" y="235"/>
                </a:moveTo>
                <a:cubicBezTo>
                  <a:pt x="1321" y="470"/>
                  <a:pt x="1321" y="851"/>
                  <a:pt x="1086" y="1086"/>
                </a:cubicBezTo>
                <a:cubicBezTo>
                  <a:pt x="851" y="1321"/>
                  <a:pt x="470" y="1321"/>
                  <a:pt x="235" y="1086"/>
                </a:cubicBezTo>
                <a:cubicBezTo>
                  <a:pt x="0" y="851"/>
                  <a:pt x="0" y="470"/>
                  <a:pt x="235" y="235"/>
                </a:cubicBezTo>
                <a:cubicBezTo>
                  <a:pt x="470" y="0"/>
                  <a:pt x="851" y="0"/>
                  <a:pt x="1086" y="235"/>
                </a:cubicBezTo>
                <a:close/>
              </a:path>
            </a:pathLst>
          </a:custGeom>
          <a:solidFill>
            <a:schemeClr val="bg1">
              <a:alpha val="30000"/>
            </a:schemeClr>
          </a:solidFill>
          <a:ln w="30226" cap="flat">
            <a:noFill/>
            <a:prstDash val="solid"/>
            <a:miter lim="800000"/>
            <a:headEnd/>
            <a:tailEnd/>
          </a:ln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1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Freeform 53"/>
          <p:cNvSpPr>
            <a:spLocks/>
          </p:cNvSpPr>
          <p:nvPr/>
        </p:nvSpPr>
        <p:spPr bwMode="auto">
          <a:xfrm>
            <a:off x="2625725" y="1428750"/>
            <a:ext cx="1795463" cy="1797050"/>
          </a:xfrm>
          <a:custGeom>
            <a:avLst/>
            <a:gdLst>
              <a:gd name="T0" fmla="*/ 1666873 w 1322"/>
              <a:gd name="T1" fmla="*/ 360919 h 1321"/>
              <a:gd name="T2" fmla="*/ 1666873 w 1322"/>
              <a:gd name="T3" fmla="*/ 1667906 h 1321"/>
              <a:gd name="T4" fmla="*/ 360364 w 1322"/>
              <a:gd name="T5" fmla="*/ 1667906 h 1321"/>
              <a:gd name="T6" fmla="*/ 360364 w 1322"/>
              <a:gd name="T7" fmla="*/ 360919 h 1321"/>
              <a:gd name="T8" fmla="*/ 1666873 w 1322"/>
              <a:gd name="T9" fmla="*/ 360919 h 132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22" h="1321">
                <a:moveTo>
                  <a:pt x="1087" y="235"/>
                </a:moveTo>
                <a:cubicBezTo>
                  <a:pt x="1322" y="470"/>
                  <a:pt x="1322" y="851"/>
                  <a:pt x="1087" y="1086"/>
                </a:cubicBezTo>
                <a:cubicBezTo>
                  <a:pt x="852" y="1321"/>
                  <a:pt x="471" y="1321"/>
                  <a:pt x="235" y="1086"/>
                </a:cubicBezTo>
                <a:cubicBezTo>
                  <a:pt x="0" y="851"/>
                  <a:pt x="0" y="470"/>
                  <a:pt x="235" y="235"/>
                </a:cubicBezTo>
                <a:cubicBezTo>
                  <a:pt x="471" y="0"/>
                  <a:pt x="852" y="0"/>
                  <a:pt x="1087" y="235"/>
                </a:cubicBezTo>
                <a:close/>
              </a:path>
            </a:pathLst>
          </a:custGeom>
          <a:solidFill>
            <a:schemeClr val="bg1">
              <a:alpha val="40000"/>
            </a:schemeClr>
          </a:solidFill>
          <a:ln w="30226" cap="flat">
            <a:noFill/>
            <a:prstDash val="solid"/>
            <a:miter lim="800000"/>
            <a:headEnd/>
            <a:tailEnd/>
          </a:ln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1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 Box 57"/>
          <p:cNvSpPr txBox="1">
            <a:spLocks noChangeArrowheads="1"/>
          </p:cNvSpPr>
          <p:nvPr/>
        </p:nvSpPr>
        <p:spPr bwMode="auto">
          <a:xfrm>
            <a:off x="3213100" y="1751013"/>
            <a:ext cx="711200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1pPr>
            <a:lvl2pPr marL="742950" indent="-28575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2pPr>
            <a:lvl3pPr marL="1143000" indent="-22860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3pPr>
            <a:lvl4pPr marL="1600200" indent="-22860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4pPr>
            <a:lvl5pPr marL="2057400" indent="-22860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8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29%</a:t>
            </a:r>
          </a:p>
        </p:txBody>
      </p:sp>
      <p:sp>
        <p:nvSpPr>
          <p:cNvPr id="7" name="Text Box 58"/>
          <p:cNvSpPr txBox="1">
            <a:spLocks noChangeArrowheads="1"/>
          </p:cNvSpPr>
          <p:nvPr/>
        </p:nvSpPr>
        <p:spPr bwMode="auto">
          <a:xfrm>
            <a:off x="1708150" y="1376363"/>
            <a:ext cx="711200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1pPr>
            <a:lvl2pPr marL="742950" indent="-28575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2pPr>
            <a:lvl3pPr marL="1143000" indent="-22860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3pPr>
            <a:lvl4pPr marL="1600200" indent="-22860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4pPr>
            <a:lvl5pPr marL="2057400" indent="-22860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8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54%</a:t>
            </a:r>
          </a:p>
        </p:txBody>
      </p:sp>
      <p:sp>
        <p:nvSpPr>
          <p:cNvPr id="8" name="Text Box 59"/>
          <p:cNvSpPr txBox="1">
            <a:spLocks noChangeArrowheads="1"/>
          </p:cNvSpPr>
          <p:nvPr/>
        </p:nvSpPr>
        <p:spPr bwMode="auto">
          <a:xfrm>
            <a:off x="2076450" y="2949575"/>
            <a:ext cx="711200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1pPr>
            <a:lvl2pPr marL="742950" indent="-28575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2pPr>
            <a:lvl3pPr marL="1143000" indent="-22860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3pPr>
            <a:lvl4pPr marL="1600200" indent="-22860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4pPr>
            <a:lvl5pPr marL="2057400" indent="-22860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8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77%</a:t>
            </a:r>
          </a:p>
        </p:txBody>
      </p:sp>
      <p:sp>
        <p:nvSpPr>
          <p:cNvPr id="9" name="Rectangle 61"/>
          <p:cNvSpPr>
            <a:spLocks noChangeArrowheads="1"/>
          </p:cNvSpPr>
          <p:nvPr/>
        </p:nvSpPr>
        <p:spPr bwMode="auto">
          <a:xfrm>
            <a:off x="1995488" y="3400425"/>
            <a:ext cx="1031875" cy="5000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1" fontAlgn="auto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单击添加文本</a:t>
            </a:r>
          </a:p>
          <a:p>
            <a:pPr eaLnBrk="1" fontAlgn="auto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单击添加文本</a:t>
            </a:r>
          </a:p>
        </p:txBody>
      </p:sp>
      <p:sp>
        <p:nvSpPr>
          <p:cNvPr id="10" name="Rectangle 62"/>
          <p:cNvSpPr>
            <a:spLocks noChangeArrowheads="1"/>
          </p:cNvSpPr>
          <p:nvPr/>
        </p:nvSpPr>
        <p:spPr bwMode="auto">
          <a:xfrm>
            <a:off x="3017838" y="2211388"/>
            <a:ext cx="1031875" cy="5000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1" fontAlgn="auto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单击添加文本</a:t>
            </a:r>
          </a:p>
          <a:p>
            <a:pPr eaLnBrk="1" fontAlgn="auto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单击添加文本</a:t>
            </a:r>
          </a:p>
        </p:txBody>
      </p:sp>
      <p:sp>
        <p:nvSpPr>
          <p:cNvPr id="11" name="Rectangle 63"/>
          <p:cNvSpPr>
            <a:spLocks noChangeArrowheads="1"/>
          </p:cNvSpPr>
          <p:nvPr/>
        </p:nvSpPr>
        <p:spPr bwMode="auto">
          <a:xfrm>
            <a:off x="1481138" y="1817688"/>
            <a:ext cx="103187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1" fontAlgn="auto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单击添加文本</a:t>
            </a:r>
          </a:p>
          <a:p>
            <a:pPr eaLnBrk="1" fontAlgn="auto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单击添加文本</a:t>
            </a:r>
          </a:p>
        </p:txBody>
      </p:sp>
      <p:grpSp>
        <p:nvGrpSpPr>
          <p:cNvPr id="12" name="组合 11"/>
          <p:cNvGrpSpPr>
            <a:grpSpLocks/>
          </p:cNvGrpSpPr>
          <p:nvPr/>
        </p:nvGrpSpPr>
        <p:grpSpPr bwMode="auto">
          <a:xfrm>
            <a:off x="4870450" y="1031875"/>
            <a:ext cx="3562350" cy="889000"/>
            <a:chOff x="544923" y="2418093"/>
            <a:chExt cx="4750103" cy="1184940"/>
          </a:xfrm>
        </p:grpSpPr>
        <p:sp>
          <p:nvSpPr>
            <p:cNvPr id="13" name="矩形 12"/>
            <p:cNvSpPr/>
            <p:nvPr/>
          </p:nvSpPr>
          <p:spPr>
            <a:xfrm>
              <a:off x="544923" y="2788387"/>
              <a:ext cx="4750103" cy="814646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200" dirty="0">
                  <a:solidFill>
                    <a:schemeClr val="bg1">
                      <a:lumMod val="9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您的内容打在这里，或者通过复制您的文本后，在此框中选择粘贴，并选择只保留文字。</a:t>
              </a:r>
              <a:endPara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endParaRPr>
            </a:p>
          </p:txBody>
        </p:sp>
        <p:sp>
          <p:nvSpPr>
            <p:cNvPr id="14" name="文本框 26"/>
            <p:cNvSpPr txBox="1"/>
            <p:nvPr/>
          </p:nvSpPr>
          <p:spPr>
            <a:xfrm>
              <a:off x="544923" y="2418093"/>
              <a:ext cx="1443659" cy="41049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400" dirty="0">
                  <a:solidFill>
                    <a:schemeClr val="bg1">
                      <a:lumMod val="9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添加标题一</a:t>
              </a:r>
            </a:p>
          </p:txBody>
        </p:sp>
      </p:grpSp>
      <p:grpSp>
        <p:nvGrpSpPr>
          <p:cNvPr id="15" name="组合 14"/>
          <p:cNvGrpSpPr>
            <a:grpSpLocks/>
          </p:cNvGrpSpPr>
          <p:nvPr/>
        </p:nvGrpSpPr>
        <p:grpSpPr bwMode="auto">
          <a:xfrm>
            <a:off x="4870450" y="2162175"/>
            <a:ext cx="3562350" cy="889000"/>
            <a:chOff x="544923" y="2418093"/>
            <a:chExt cx="4750103" cy="1184940"/>
          </a:xfrm>
        </p:grpSpPr>
        <p:sp>
          <p:nvSpPr>
            <p:cNvPr id="16" name="矩形 15"/>
            <p:cNvSpPr/>
            <p:nvPr/>
          </p:nvSpPr>
          <p:spPr>
            <a:xfrm>
              <a:off x="544923" y="2788387"/>
              <a:ext cx="4750103" cy="814646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200" dirty="0">
                  <a:solidFill>
                    <a:schemeClr val="bg1">
                      <a:lumMod val="9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您的内容打在这里，或者通过复制您的文本后，在此框中选择粘贴，并选择只保留文字。</a:t>
              </a:r>
              <a:endPara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endParaRPr>
            </a:p>
          </p:txBody>
        </p:sp>
        <p:sp>
          <p:nvSpPr>
            <p:cNvPr id="17" name="文本框 30"/>
            <p:cNvSpPr txBox="1"/>
            <p:nvPr/>
          </p:nvSpPr>
          <p:spPr>
            <a:xfrm>
              <a:off x="544923" y="2418093"/>
              <a:ext cx="1443659" cy="41049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400" dirty="0">
                  <a:solidFill>
                    <a:schemeClr val="bg1">
                      <a:lumMod val="9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添加标题二</a:t>
              </a:r>
            </a:p>
          </p:txBody>
        </p:sp>
      </p:grpSp>
      <p:grpSp>
        <p:nvGrpSpPr>
          <p:cNvPr id="18" name="组合 17"/>
          <p:cNvGrpSpPr>
            <a:grpSpLocks/>
          </p:cNvGrpSpPr>
          <p:nvPr/>
        </p:nvGrpSpPr>
        <p:grpSpPr bwMode="auto">
          <a:xfrm>
            <a:off x="4870450" y="3225800"/>
            <a:ext cx="3562350" cy="889000"/>
            <a:chOff x="544923" y="2418093"/>
            <a:chExt cx="4750103" cy="1184940"/>
          </a:xfrm>
        </p:grpSpPr>
        <p:sp>
          <p:nvSpPr>
            <p:cNvPr id="19" name="矩形 18"/>
            <p:cNvSpPr/>
            <p:nvPr/>
          </p:nvSpPr>
          <p:spPr>
            <a:xfrm>
              <a:off x="544923" y="2788387"/>
              <a:ext cx="4750103" cy="814646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200" dirty="0">
                  <a:solidFill>
                    <a:schemeClr val="bg1">
                      <a:lumMod val="9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您的内容打在这里，或者通过复制您的文本后，在此框中选择粘贴，并选择只保留文字。</a:t>
              </a:r>
              <a:endPara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endParaRPr>
            </a:p>
          </p:txBody>
        </p:sp>
        <p:sp>
          <p:nvSpPr>
            <p:cNvPr id="20" name="文本框 34"/>
            <p:cNvSpPr txBox="1"/>
            <p:nvPr/>
          </p:nvSpPr>
          <p:spPr>
            <a:xfrm>
              <a:off x="544923" y="2418093"/>
              <a:ext cx="1443659" cy="41049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400" dirty="0">
                  <a:solidFill>
                    <a:schemeClr val="bg1">
                      <a:lumMod val="9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添加标题三</a:t>
              </a:r>
            </a:p>
          </p:txBody>
        </p:sp>
      </p:grpSp>
      <p:pic>
        <p:nvPicPr>
          <p:cNvPr id="64526" name="图片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文本框 21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论文总结</a:t>
            </a:r>
          </a:p>
        </p:txBody>
      </p: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0" dur="150" fill="hold"/>
                                        <p:tgtEl>
                                          <p:spTgt spid="3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53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3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3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6" presetClass="emph" presetSubtype="0" autoRev="1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26" dur="150" fill="hold"/>
                                        <p:tgtEl>
                                          <p:spTgt spid="5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3" presetClass="entr" presetSubtype="16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3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3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4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43" presetID="53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5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2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10" name="图片 2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文本框 25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致谢</a:t>
            </a:r>
          </a:p>
        </p:txBody>
      </p:sp>
      <p:sp>
        <p:nvSpPr>
          <p:cNvPr id="4" name="矩形 3"/>
          <p:cNvSpPr>
            <a:spLocks noChangeArrowheads="1"/>
          </p:cNvSpPr>
          <p:nvPr/>
        </p:nvSpPr>
        <p:spPr bwMode="auto">
          <a:xfrm>
            <a:off x="2426260" y="1913607"/>
            <a:ext cx="3957637" cy="1062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ctr" eaLnBrk="1" hangingPunct="1">
              <a:lnSpc>
                <a:spcPct val="150000"/>
              </a:lnSpc>
            </a:pPr>
            <a:r>
              <a:rPr lang="en-US" altLang="zh-CN" sz="4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THANKS!</a:t>
            </a:r>
            <a:endParaRPr lang="zh-CN" altLang="en-US" sz="48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4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PRESENTATION_TITLE" val="PowerPoint 演示文稿"/>
</p:tagLst>
</file>

<file path=ppt/theme/theme1.xml><?xml version="1.0" encoding="utf-8"?>
<a:theme xmlns:a="http://schemas.openxmlformats.org/drawingml/2006/main" name="Office 主题">
  <a:themeElements>
    <a:clrScheme name="Office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3">
      <a:majorFont>
        <a:latin typeface="方正正黑简体"/>
        <a:ea typeface="方正正黑简体"/>
        <a:cs typeface=""/>
      </a:majorFont>
      <a:minorFont>
        <a:latin typeface="方正正黑简体"/>
        <a:ea typeface="方正正黑简体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406</TotalTime>
  <Words>878</Words>
  <Application>Microsoft Office PowerPoint</Application>
  <PresentationFormat>全屏显示(16:9)</PresentationFormat>
  <Paragraphs>113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1" baseType="lpstr">
      <vt:lpstr>TeXGyreAdventor</vt:lpstr>
      <vt:lpstr>方正正黑简体</vt:lpstr>
      <vt:lpstr>方正正纤黑简体</vt:lpstr>
      <vt:lpstr>宋体</vt:lpstr>
      <vt:lpstr>微软雅黑</vt:lpstr>
      <vt:lpstr>Arial</vt:lpstr>
      <vt:lpstr>Calibri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优品PPT</dc:creator>
  <dc:description>http://www.ypppt.com/</dc:description>
  <cp:lastModifiedBy>wj</cp:lastModifiedBy>
  <cp:revision>82</cp:revision>
  <dcterms:created xsi:type="dcterms:W3CDTF">2015-03-31T05:49:04Z</dcterms:created>
  <dcterms:modified xsi:type="dcterms:W3CDTF">2020-01-02T04:03:22Z</dcterms:modified>
</cp:coreProperties>
</file>