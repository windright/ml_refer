
<file path=[Content_Types].xml><?xml version="1.0" encoding="utf-8"?>
<Types xmlns="http://schemas.openxmlformats.org/package/2006/content-types">
  <Override PartName="/ppt/slides/slide6.xml" ContentType="application/vnd.openxmlformats-officedocument.presentationml.slide+xml"/>
  <Override PartName="/ppt/slideLayouts/slideLayout8.xml" ContentType="application/vnd.openxmlformats-officedocument.presentationml.slideLayout+xml"/>
  <Override PartName="/ppt/notesSlides/notesSlide2.xml" ContentType="application/vnd.openxmlformats-officedocument.presentationml.notesSlide+xml"/>
  <Override PartName="/ppt/slideMasters/slideMaster1.xml" ContentType="application/vnd.openxmlformats-officedocument.presentationml.slideMaster+xml"/>
  <Override PartName="/ppt/slides/slide4.xml" ContentType="application/vnd.openxmlformats-officedocument.presentationml.slide+xml"/>
  <Override PartName="/ppt/slides/slide18.xml" ContentType="application/vnd.openxmlformats-officedocument.presentationml.slide+xml"/>
  <Override PartName="/ppt/slideLayouts/slideLayout4.xml" ContentType="application/vnd.openxmlformats-officedocument.presentationml.slideLayout+xml"/>
  <Override PartName="/ppt/slideLayouts/slideLayout6.xml" ContentType="application/vnd.openxmlformats-officedocument.presentationml.slideLayout+xml"/>
  <Override PartName="/ppt/theme/theme3.xml" ContentType="application/vnd.openxmlformats-officedocument.theme+xml"/>
  <Override PartName="/ppt/slides/slide2.xml" ContentType="application/vnd.openxmlformats-officedocument.presentationml.slide+xml"/>
  <Override PartName="/ppt/slides/slide16.xml" ContentType="application/vnd.openxmlformats-officedocument.presentationml.slide+xml"/>
  <Override PartName="/ppt/slides/slide25.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slideLayouts/slideLayout15.xml" ContentType="application/vnd.openxmlformats-officedocument.presentationml.slideLayout+xml"/>
  <Override PartName="/ppt/notesSlides/notesSlide18.xml" ContentType="application/vnd.openxmlformats-officedocument.presentationml.notesSlide+xml"/>
  <Default Extension="rels" ContentType="application/vnd.openxmlformats-package.relationships+xml"/>
  <Default Extension="xml" ContentType="application/xml"/>
  <Override PartName="/ppt/slides/slide14.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slideLayouts/slideLayout13.xml" ContentType="application/vnd.openxmlformats-officedocument.presentationml.slideLayout+xml"/>
  <Override PartName="/ppt/notesSlides/notesSlide16.xml" ContentType="application/vnd.openxmlformats-officedocument.presentationml.notesSlide+xml"/>
  <Override PartName="/ppt/notesSlides/notesSlide25.xml" ContentType="application/vnd.openxmlformats-officedocument.presentationml.notesSlide+xml"/>
  <Override PartName="/ppt/slides/slide10.xml" ContentType="application/vnd.openxmlformats-officedocument.presentationml.slide+xml"/>
  <Override PartName="/ppt/slides/slide12.xml" ContentType="application/vnd.openxmlformats-officedocument.presentationml.slide+xml"/>
  <Override PartName="/ppt/slides/slide21.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notesSlides/notesSlide14.xml" ContentType="application/vnd.openxmlformats-officedocument.presentationml.notesSlide+xml"/>
  <Override PartName="/ppt/notesSlides/notesSlide23.xml" ContentType="application/vnd.openxmlformats-officedocument.presentationml.notesSlide+xml"/>
  <Override PartName="/ppt/notesSlides/notesSlide9.xml" ContentType="application/vnd.openxmlformats-officedocument.presentationml.notesSlide+xml"/>
  <Override PartName="/ppt/notesSlides/notesSlide12.xml" ContentType="application/vnd.openxmlformats-officedocument.presentationml.notesSlide+xml"/>
  <Override PartName="/ppt/notesSlides/notesSlide21.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10.xml" ContentType="application/vnd.openxmlformats-officedocument.presentationml.notes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handoutMasters/handoutMaster1.xml" ContentType="application/vnd.openxmlformats-officedocument.presentationml.handoutMaster+xml"/>
  <Override PartName="/ppt/viewProps.xml" ContentType="application/vnd.openxmlformats-officedocument.presentationml.viewProps+xml"/>
  <Override PartName="/ppt/slideLayouts/slideLayout9.xml" ContentType="application/vnd.openxmlformats-officedocument.presentationml.slideLayout+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ppt/slides/slide5.xml" ContentType="application/vnd.openxmlformats-officedocument.presentationml.slide+xml"/>
  <Override PartName="/ppt/slides/slide19.xml" ContentType="application/vnd.openxmlformats-officedocument.presentationml.slide+xml"/>
  <Override PartName="/ppt/slideLayouts/slideLayout7.xml" ContentType="application/vnd.openxmlformats-officedocument.presentationml.slideLayout+xml"/>
  <Override PartName="/ppt/notesSlides/notesSlide1.xml" ContentType="application/vnd.openxmlformats-officedocument.presentationml.notesSlide+xml"/>
  <Default Extension="png" ContentType="image/png"/>
  <Override PartName="/ppt/notesSlides/notesSlide3.xml" ContentType="application/vnd.openxmlformats-officedocument.presentationml.notesSlide+xml"/>
  <Override PartName="/ppt/slides/slide3.xml" ContentType="application/vnd.openxmlformats-officedocument.presentationml.slide+xml"/>
  <Override PartName="/ppt/slides/slide17.xml" ContentType="application/vnd.openxmlformats-officedocument.presentationml.slide+xml"/>
  <Override PartName="/ppt/presProps.xml" ContentType="application/vnd.openxmlformats-officedocument.presentationml.presProps+xml"/>
  <Override PartName="/ppt/slideLayouts/slideLayout5.xml" ContentType="application/vnd.openxmlformats-officedocument.presentationml.slideLayout+xml"/>
  <Override PartName="/ppt/theme/theme2.xml" ContentType="application/vnd.openxmlformats-officedocument.theme+xml"/>
  <Override PartName="/ppt/notesSlides/notesSlide19.xml" ContentType="application/vnd.openxmlformats-officedocument.presentationml.notesSlide+xml"/>
  <Override PartName="/ppt/slides/slide1.xml" ContentType="application/vnd.openxmlformats-officedocument.presentationml.slide+xml"/>
  <Override PartName="/ppt/slides/slide15.xml" ContentType="application/vnd.openxmlformats-officedocument.presentationml.slide+xml"/>
  <Override PartName="/ppt/slides/slide24.xml" ContentType="application/vnd.openxmlformats-officedocument.presentationml.slide+xml"/>
  <Override PartName="/ppt/slideLayouts/slideLayout3.xml" ContentType="application/vnd.openxmlformats-officedocument.presentationml.slideLayout+xml"/>
  <Default Extension="jpeg" ContentType="image/jpeg"/>
  <Override PartName="/ppt/notesSlides/notesSlide17.xml" ContentType="application/vnd.openxmlformats-officedocument.presentationml.notesSlide+xml"/>
  <Override PartName="/ppt/presentation.xml" ContentType="application/vnd.openxmlformats-officedocument.presentationml.presentation.main+xml"/>
  <Override PartName="/ppt/slides/slide13.xml" ContentType="application/vnd.openxmlformats-officedocument.presentationml.slide+xml"/>
  <Override PartName="/ppt/slides/slide22.xml" ContentType="application/vnd.openxmlformats-officedocument.presentationml.slide+xml"/>
  <Override PartName="/ppt/tags/tag1.xml" ContentType="application/vnd.openxmlformats-officedocument.presentationml.tags+xml"/>
  <Override PartName="/ppt/slideLayouts/slideLayout1.xml" ContentType="application/vnd.openxmlformats-officedocument.presentationml.slideLayout+xml"/>
  <Override PartName="/ppt/slideLayouts/slideLayout14.xml" ContentType="application/vnd.openxmlformats-officedocument.presentationml.slideLayout+xml"/>
  <Override PartName="/ppt/notesSlides/notesSlide15.xml" ContentType="application/vnd.openxmlformats-officedocument.presentationml.notesSlide+xml"/>
  <Override PartName="/ppt/notesSlides/notesSlide24.xml" ContentType="application/vnd.openxmlformats-officedocument.presentationml.notesSlide+xml"/>
  <Override PartName="/docProps/app.xml" ContentType="application/vnd.openxmlformats-officedocument.extended-properties+xml"/>
  <Override PartName="/ppt/slides/slide11.xml" ContentType="application/vnd.openxmlformats-officedocument.presentationml.slide+xml"/>
  <Override PartName="/ppt/slides/slide20.xml" ContentType="application/vnd.openxmlformats-officedocument.presentationml.slide+xml"/>
  <Override PartName="/ppt/slideLayouts/slideLayout12.xml" ContentType="application/vnd.openxmlformats-officedocument.presentationml.slideLayout+xml"/>
  <Override PartName="/ppt/notesSlides/notesSlide13.xml" ContentType="application/vnd.openxmlformats-officedocument.presentationml.notesSlide+xml"/>
  <Override PartName="/ppt/notesSlides/notesSlide22.xml" ContentType="application/vnd.openxmlformats-officedocument.presentationml.notesSlide+xml"/>
  <Override PartName="/ppt/slideLayouts/slideLayout10.xml" ContentType="application/vnd.openxmlformats-officedocument.presentationml.slideLayout+xml"/>
  <Override PartName="/ppt/notesSlides/notesSlide8.xml" ContentType="application/vnd.openxmlformats-officedocument.presentationml.notesSlide+xml"/>
  <Override PartName="/ppt/notesSlides/notesSlide11.xml" ContentType="application/vnd.openxmlformats-officedocument.presentationml.notesSlide+xml"/>
  <Override PartName="/ppt/notesSlides/notesSlide20.xml" ContentType="application/vnd.openxmlformats-officedocument.presentationml.notesSlide+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27"/>
  </p:notesMasterIdLst>
  <p:handoutMasterIdLst>
    <p:handoutMasterId r:id="rId28"/>
  </p:handoutMasterIdLst>
  <p:sldIdLst>
    <p:sldId id="256" r:id="rId2"/>
    <p:sldId id="329" r:id="rId3"/>
    <p:sldId id="302" r:id="rId4"/>
    <p:sldId id="322" r:id="rId5"/>
    <p:sldId id="332" r:id="rId6"/>
    <p:sldId id="316" r:id="rId7"/>
    <p:sldId id="333" r:id="rId8"/>
    <p:sldId id="342" r:id="rId9"/>
    <p:sldId id="309" r:id="rId10"/>
    <p:sldId id="344" r:id="rId11"/>
    <p:sldId id="345" r:id="rId12"/>
    <p:sldId id="360" r:id="rId13"/>
    <p:sldId id="351" r:id="rId14"/>
    <p:sldId id="334" r:id="rId15"/>
    <p:sldId id="354" r:id="rId16"/>
    <p:sldId id="352" r:id="rId17"/>
    <p:sldId id="300" r:id="rId18"/>
    <p:sldId id="355" r:id="rId19"/>
    <p:sldId id="356" r:id="rId20"/>
    <p:sldId id="357" r:id="rId21"/>
    <p:sldId id="358" r:id="rId22"/>
    <p:sldId id="359" r:id="rId23"/>
    <p:sldId id="312" r:id="rId24"/>
    <p:sldId id="353" r:id="rId25"/>
    <p:sldId id="340" r:id="rId26"/>
  </p:sldIdLst>
  <p:sldSz cx="9144000" cy="5143500" type="screen16x9"/>
  <p:notesSz cx="6858000" cy="9144000"/>
  <p:custDataLst>
    <p:tags r:id="rId29"/>
  </p:custDataLst>
  <p:defaultTextStyle>
    <a:defPPr>
      <a:defRPr lang="zh-CN"/>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defaultTextStyle>
  <p:extLst>
    <p:ext uri="{EFAFB233-063F-42B5-8137-9DF3F51BA10A}">
      <p15:sldGuideLst xmlns="" xmlns:p15="http://schemas.microsoft.com/office/powerpoint/2012/main">
        <p15:guide id="1" orient="horz" pos="2119" userDrawn="1">
          <p15:clr>
            <a:srgbClr val="A4A3A4"/>
          </p15:clr>
        </p15:guide>
        <p15:guide id="2" pos="2880" userDrawn="1">
          <p15:clr>
            <a:srgbClr val="A4A3A4"/>
          </p15:clr>
        </p15:guide>
        <p15:guide id="3" orient="horz" pos="2436" userDrawn="1">
          <p15:clr>
            <a:srgbClr val="A4A3A4"/>
          </p15:clr>
        </p15:guide>
        <p15:guide id="4" pos="90" userDrawn="1">
          <p15:clr>
            <a:srgbClr val="A4A3A4"/>
          </p15:clr>
        </p15:guide>
        <p15:guide id="6" orient="horz" pos="2663" userDrawn="1">
          <p15:clr>
            <a:srgbClr val="A4A3A4"/>
          </p15:clr>
        </p15:guide>
        <p15:guide id="7" pos="5670" userDrawn="1">
          <p15:clr>
            <a:srgbClr val="A4A3A4"/>
          </p15:clr>
        </p15:guide>
        <p15:guide id="8" orient="horz" pos="1189" userDrawn="1">
          <p15:clr>
            <a:srgbClr val="A4A3A4"/>
          </p15:clr>
        </p15:guide>
        <p15:guide id="9" orient="horz" pos="2641" userDrawn="1">
          <p15:clr>
            <a:srgbClr val="A4A3A4"/>
          </p15:clr>
        </p15:guide>
        <p15:guide id="10" orient="horz" pos="155" userDrawn="1">
          <p15:clr>
            <a:srgbClr val="A4A3A4"/>
          </p15:clr>
        </p15:guide>
      </p15:sldGuideLst>
    </p:ext>
    <p:ext uri="{2D200454-40CA-4A62-9FC3-DE9A4176ACB9}">
      <p15:notesGuideLst xmlns=""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 xmlns:p14="http://schemas.microsoft.com/office/powerpoint/2010/main">
          <a:srgbClr val="FF0000"/>
        </p14:laserClr>
      </p:ext>
      <p:ext uri="{2FDB2607-1784-4EEB-B798-7EB5836EED8A}">
        <p14:showMediaCtrls xmlns="" xmlns:p14="http://schemas.microsoft.com/office/powerpoint/2010/main" val="1"/>
      </p:ext>
    </p:extLst>
  </p:showPr>
  <p:clrMru>
    <a:srgbClr val="212834"/>
    <a:srgbClr val="1D3E6B"/>
    <a:srgbClr val="F2F2F2"/>
    <a:srgbClr val="3B2213"/>
    <a:srgbClr val="FEDA5B"/>
    <a:srgbClr val="FEE600"/>
    <a:srgbClr val="464646"/>
    <a:srgbClr val="72BEA0"/>
    <a:srgbClr val="70B4B7"/>
    <a:srgbClr val="C75349"/>
  </p:clrMru>
  <p:extLst>
    <p:ext uri="{E76CE94A-603C-4142-B9EB-6D1370010A27}">
      <p14:discardImageEditData xmlns="" xmlns:p14="http://schemas.microsoft.com/office/powerpoint/2010/main" val="0"/>
    </p:ext>
    <p:ext uri="{D31A062A-798A-4329-ABDD-BBA856620510}">
      <p14:defaultImageDpi xmlns="" xmlns:p14="http://schemas.microsoft.com/office/powerpoint/2010/main" val="220"/>
    </p:ext>
    <p:ext uri="{FD5EFAAD-0ECE-453E-9831-46B23BE46B34}">
      <p15:chartTrackingRefBased xmlns=""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204" autoAdjust="0"/>
    <p:restoredTop sz="95256" autoAdjust="0"/>
  </p:normalViewPr>
  <p:slideViewPr>
    <p:cSldViewPr snapToGrid="0" showGuides="1">
      <p:cViewPr varScale="1">
        <p:scale>
          <a:sx n="96" d="100"/>
          <a:sy n="96" d="100"/>
        </p:scale>
        <p:origin x="-90" y="-96"/>
      </p:cViewPr>
      <p:guideLst>
        <p:guide orient="horz" pos="2119"/>
        <p:guide orient="horz" pos="2436"/>
        <p:guide orient="horz" pos="2663"/>
        <p:guide orient="horz" pos="1189"/>
        <p:guide orient="horz" pos="2641"/>
        <p:guide orient="horz" pos="155"/>
        <p:guide pos="2880"/>
        <p:guide pos="90"/>
        <p:guide pos="5670"/>
      </p:guideLst>
    </p:cSldViewPr>
  </p:slideViewPr>
  <p:notesTextViewPr>
    <p:cViewPr>
      <p:scale>
        <a:sx n="1" d="1"/>
        <a:sy n="1" d="1"/>
      </p:scale>
      <p:origin x="0" y="0"/>
    </p:cViewPr>
  </p:notesTextViewPr>
  <p:notesViewPr>
    <p:cSldViewPr snapToGrid="0" showGuides="1">
      <p:cViewPr varScale="1">
        <p:scale>
          <a:sx n="65" d="100"/>
          <a:sy n="65" d="100"/>
        </p:scale>
        <p:origin x="2174" y="43"/>
      </p:cViewPr>
      <p:guideLst/>
    </p:cSldViewPr>
  </p:notesViewPr>
  <p:gridSpacing cx="73736200" cy="7373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ags" Target="tags/tag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handoutMaster" Target="handoutMasters/handout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notesMaster" Target="notesMasters/notesMaster1.xml"/><Relationship Id="rId30" Type="http://schemas.openxmlformats.org/officeDocument/2006/relationships/presProps" Target="pres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B298885A-1B81-4E7F-B793-12A31F916A32}" type="datetimeFigureOut">
              <a:rPr lang="zh-CN" altLang="en-US" smtClean="0"/>
              <a:pPr/>
              <a:t>2019/5/10</a:t>
            </a:fld>
            <a:endParaRPr lang="zh-CN" altLang="en-US"/>
          </a:p>
        </p:txBody>
      </p:sp>
      <p:sp>
        <p:nvSpPr>
          <p:cNvPr id="4" name="页脚占位符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5" name="灯片编号占位符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9CB0C853-DC6C-4924-B1F2-08CE44BD3508}" type="slidenum">
              <a:rPr lang="zh-CN" altLang="en-US" smtClean="0"/>
              <a:pPr/>
              <a:t>‹#›</a:t>
            </a:fld>
            <a:endParaRPr lang="zh-CN" altLang="en-US"/>
          </a:p>
        </p:txBody>
      </p:sp>
    </p:spTree>
    <p:extLst>
      <p:ext uri="{BB962C8B-B14F-4D97-AF65-F5344CB8AC3E}">
        <p14:creationId xmlns="" xmlns:p14="http://schemas.microsoft.com/office/powerpoint/2010/main" val="1784912740"/>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E77FC2F-FDF9-4A3A-8E00-C9FCC9B036D8}" type="datetimeFigureOut">
              <a:rPr lang="zh-CN" altLang="en-US" smtClean="0"/>
              <a:pPr/>
              <a:t>2019/5/10</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5E6C439-5B31-42A4-9D65-F2D199E8886B}" type="slidenum">
              <a:rPr lang="zh-CN" altLang="en-US" smtClean="0"/>
              <a:pPr/>
              <a:t>‹#›</a:t>
            </a:fld>
            <a:endParaRPr lang="zh-CN" altLang="en-US"/>
          </a:p>
        </p:txBody>
      </p:sp>
    </p:spTree>
    <p:extLst>
      <p:ext uri="{BB962C8B-B14F-4D97-AF65-F5344CB8AC3E}">
        <p14:creationId xmlns="" xmlns:p14="http://schemas.microsoft.com/office/powerpoint/2010/main" val="8591309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F5E6C439-5B31-42A4-9D65-F2D199E8886B}" type="slidenum">
              <a:rPr lang="zh-CN" altLang="en-US" smtClean="0"/>
              <a:pPr/>
              <a:t>1</a:t>
            </a:fld>
            <a:endParaRPr lang="zh-CN" altLang="en-US"/>
          </a:p>
        </p:txBody>
      </p:sp>
    </p:spTree>
    <p:extLst>
      <p:ext uri="{BB962C8B-B14F-4D97-AF65-F5344CB8AC3E}">
        <p14:creationId xmlns="" xmlns:p14="http://schemas.microsoft.com/office/powerpoint/2010/main" val="122874487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F5E6C439-5B31-42A4-9D65-F2D199E8886B}" type="slidenum">
              <a:rPr lang="zh-CN" altLang="en-US" smtClean="0"/>
              <a:pPr/>
              <a:t>2</a:t>
            </a:fld>
            <a:endParaRPr lang="zh-CN" altLang="en-US"/>
          </a:p>
        </p:txBody>
      </p:sp>
    </p:spTree>
    <p:extLst>
      <p:ext uri="{BB962C8B-B14F-4D97-AF65-F5344CB8AC3E}">
        <p14:creationId xmlns="" xmlns:p14="http://schemas.microsoft.com/office/powerpoint/2010/main" val="400748695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F5E6C439-5B31-42A4-9D65-F2D199E8886B}" type="slidenum">
              <a:rPr lang="zh-CN" altLang="en-US" smtClean="0"/>
              <a:pPr/>
              <a:t>3</a:t>
            </a:fld>
            <a:endParaRPr lang="zh-CN" altLang="en-US"/>
          </a:p>
        </p:txBody>
      </p:sp>
    </p:spTree>
    <p:extLst>
      <p:ext uri="{BB962C8B-B14F-4D97-AF65-F5344CB8AC3E}">
        <p14:creationId xmlns="" xmlns:p14="http://schemas.microsoft.com/office/powerpoint/2010/main" val="347870801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F5E6C439-5B31-42A4-9D65-F2D199E8886B}" type="slidenum">
              <a:rPr lang="zh-CN" altLang="en-US" smtClean="0"/>
              <a:pPr/>
              <a:t>4</a:t>
            </a:fld>
            <a:endParaRPr lang="zh-CN" altLang="en-US"/>
          </a:p>
        </p:txBody>
      </p:sp>
    </p:spTree>
    <p:extLst>
      <p:ext uri="{BB962C8B-B14F-4D97-AF65-F5344CB8AC3E}">
        <p14:creationId xmlns="" xmlns:p14="http://schemas.microsoft.com/office/powerpoint/2010/main" val="207082743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F5E6C439-5B31-42A4-9D65-F2D199E8886B}" type="slidenum">
              <a:rPr lang="zh-CN" altLang="en-US" smtClean="0"/>
              <a:pPr/>
              <a:t>5</a:t>
            </a:fld>
            <a:endParaRPr lang="zh-CN" altLang="en-US"/>
          </a:p>
        </p:txBody>
      </p:sp>
    </p:spTree>
    <p:extLst>
      <p:ext uri="{BB962C8B-B14F-4D97-AF65-F5344CB8AC3E}">
        <p14:creationId xmlns="" xmlns:p14="http://schemas.microsoft.com/office/powerpoint/2010/main" val="404109525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F5E6C439-5B31-42A4-9D65-F2D199E8886B}" type="slidenum">
              <a:rPr lang="zh-CN" altLang="en-US" smtClean="0"/>
              <a:pPr/>
              <a:t>6</a:t>
            </a:fld>
            <a:endParaRPr lang="zh-CN" altLang="en-US"/>
          </a:p>
        </p:txBody>
      </p:sp>
    </p:spTree>
    <p:extLst>
      <p:ext uri="{BB962C8B-B14F-4D97-AF65-F5344CB8AC3E}">
        <p14:creationId xmlns="" xmlns:p14="http://schemas.microsoft.com/office/powerpoint/2010/main" val="299107611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F5E6C439-5B31-42A4-9D65-F2D199E8886B}" type="slidenum">
              <a:rPr lang="zh-CN" altLang="en-US" smtClean="0"/>
              <a:pPr/>
              <a:t>7</a:t>
            </a:fld>
            <a:endParaRPr lang="zh-CN" altLang="en-US"/>
          </a:p>
        </p:txBody>
      </p:sp>
    </p:spTree>
    <p:extLst>
      <p:ext uri="{BB962C8B-B14F-4D97-AF65-F5344CB8AC3E}">
        <p14:creationId xmlns="" xmlns:p14="http://schemas.microsoft.com/office/powerpoint/2010/main" val="41562334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F5E6C439-5B31-42A4-9D65-F2D199E8886B}" type="slidenum">
              <a:rPr lang="zh-CN" altLang="en-US" smtClean="0"/>
              <a:pPr/>
              <a:t>8</a:t>
            </a:fld>
            <a:endParaRPr lang="zh-CN" altLang="en-US"/>
          </a:p>
        </p:txBody>
      </p:sp>
    </p:spTree>
    <p:extLst>
      <p:ext uri="{BB962C8B-B14F-4D97-AF65-F5344CB8AC3E}">
        <p14:creationId xmlns="" xmlns:p14="http://schemas.microsoft.com/office/powerpoint/2010/main" val="808461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F5E6C439-5B31-42A4-9D65-F2D199E8886B}" type="slidenum">
              <a:rPr lang="zh-CN" altLang="en-US" smtClean="0"/>
              <a:pPr/>
              <a:t>9</a:t>
            </a:fld>
            <a:endParaRPr lang="zh-CN" altLang="en-US"/>
          </a:p>
        </p:txBody>
      </p:sp>
    </p:spTree>
    <p:extLst>
      <p:ext uri="{BB962C8B-B14F-4D97-AF65-F5344CB8AC3E}">
        <p14:creationId xmlns="" xmlns:p14="http://schemas.microsoft.com/office/powerpoint/2010/main" val="257387440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F5E6C439-5B31-42A4-9D65-F2D199E8886B}" type="slidenum">
              <a:rPr lang="zh-CN" altLang="en-US" smtClean="0"/>
              <a:pPr/>
              <a:t>10</a:t>
            </a:fld>
            <a:endParaRPr lang="zh-CN" altLang="en-US"/>
          </a:p>
        </p:txBody>
      </p:sp>
    </p:spTree>
    <p:extLst>
      <p:ext uri="{BB962C8B-B14F-4D97-AF65-F5344CB8AC3E}">
        <p14:creationId xmlns="" xmlns:p14="http://schemas.microsoft.com/office/powerpoint/2010/main" val="81271631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E36071EB-4DA8-49B8-8B4E-7B0F1E5DFAB7}" type="slidenum">
              <a:rPr lang="zh-CN" altLang="en-US" smtClean="0"/>
              <a:pPr/>
              <a:t>11</a:t>
            </a:fld>
            <a:endParaRPr lang="zh-CN" altLang="en-US"/>
          </a:p>
        </p:txBody>
      </p:sp>
    </p:spTree>
    <p:extLst>
      <p:ext uri="{BB962C8B-B14F-4D97-AF65-F5344CB8AC3E}">
        <p14:creationId xmlns="" xmlns:p14="http://schemas.microsoft.com/office/powerpoint/2010/main" val="109927383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E36071EB-4DA8-49B8-8B4E-7B0F1E5DFAB7}" type="slidenum">
              <a:rPr lang="zh-CN" altLang="en-US" smtClean="0"/>
              <a:pPr/>
              <a:t>12</a:t>
            </a:fld>
            <a:endParaRPr lang="zh-CN" altLang="en-US"/>
          </a:p>
        </p:txBody>
      </p:sp>
    </p:spTree>
    <p:extLst>
      <p:ext uri="{BB962C8B-B14F-4D97-AF65-F5344CB8AC3E}">
        <p14:creationId xmlns="" xmlns:p14="http://schemas.microsoft.com/office/powerpoint/2010/main" val="1099273838"/>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F5E6C439-5B31-42A4-9D65-F2D199E8886B}" type="slidenum">
              <a:rPr lang="zh-CN" altLang="en-US" smtClean="0"/>
              <a:pPr/>
              <a:t>13</a:t>
            </a:fld>
            <a:endParaRPr lang="zh-CN" altLang="en-US"/>
          </a:p>
        </p:txBody>
      </p:sp>
    </p:spTree>
    <p:extLst>
      <p:ext uri="{BB962C8B-B14F-4D97-AF65-F5344CB8AC3E}">
        <p14:creationId xmlns="" xmlns:p14="http://schemas.microsoft.com/office/powerpoint/2010/main" val="257387440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F5E6C439-5B31-42A4-9D65-F2D199E8886B}" type="slidenum">
              <a:rPr lang="zh-CN" altLang="en-US" smtClean="0"/>
              <a:pPr/>
              <a:t>14</a:t>
            </a:fld>
            <a:endParaRPr lang="zh-CN" altLang="en-US"/>
          </a:p>
        </p:txBody>
      </p:sp>
    </p:spTree>
    <p:extLst>
      <p:ext uri="{BB962C8B-B14F-4D97-AF65-F5344CB8AC3E}">
        <p14:creationId xmlns="" xmlns:p14="http://schemas.microsoft.com/office/powerpoint/2010/main" val="2912073720"/>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F5E6C439-5B31-42A4-9D65-F2D199E8886B}" type="slidenum">
              <a:rPr lang="zh-CN" altLang="en-US" smtClean="0"/>
              <a:pPr/>
              <a:t>15</a:t>
            </a:fld>
            <a:endParaRPr lang="zh-CN" altLang="en-US"/>
          </a:p>
        </p:txBody>
      </p:sp>
    </p:spTree>
    <p:extLst>
      <p:ext uri="{BB962C8B-B14F-4D97-AF65-F5344CB8AC3E}">
        <p14:creationId xmlns="" xmlns:p14="http://schemas.microsoft.com/office/powerpoint/2010/main" val="132216015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F5E6C439-5B31-42A4-9D65-F2D199E8886B}" type="slidenum">
              <a:rPr lang="zh-CN" altLang="en-US" smtClean="0"/>
              <a:pPr/>
              <a:t>16</a:t>
            </a:fld>
            <a:endParaRPr lang="zh-CN" altLang="en-US"/>
          </a:p>
        </p:txBody>
      </p:sp>
    </p:spTree>
    <p:extLst>
      <p:ext uri="{BB962C8B-B14F-4D97-AF65-F5344CB8AC3E}">
        <p14:creationId xmlns="" xmlns:p14="http://schemas.microsoft.com/office/powerpoint/2010/main" val="132216015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F5E6C439-5B31-42A4-9D65-F2D199E8886B}" type="slidenum">
              <a:rPr lang="zh-CN" altLang="en-US" smtClean="0"/>
              <a:pPr/>
              <a:t>17</a:t>
            </a:fld>
            <a:endParaRPr lang="zh-CN" altLang="en-US"/>
          </a:p>
        </p:txBody>
      </p:sp>
    </p:spTree>
    <p:extLst>
      <p:ext uri="{BB962C8B-B14F-4D97-AF65-F5344CB8AC3E}">
        <p14:creationId xmlns="" xmlns:p14="http://schemas.microsoft.com/office/powerpoint/2010/main" val="132216015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F5E6C439-5B31-42A4-9D65-F2D199E8886B}" type="slidenum">
              <a:rPr lang="zh-CN" altLang="en-US" smtClean="0"/>
              <a:pPr/>
              <a:t>18</a:t>
            </a:fld>
            <a:endParaRPr lang="zh-CN" altLang="en-US"/>
          </a:p>
        </p:txBody>
      </p:sp>
    </p:spTree>
    <p:extLst>
      <p:ext uri="{BB962C8B-B14F-4D97-AF65-F5344CB8AC3E}">
        <p14:creationId xmlns="" xmlns:p14="http://schemas.microsoft.com/office/powerpoint/2010/main" val="132216015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F5E6C439-5B31-42A4-9D65-F2D199E8886B}" type="slidenum">
              <a:rPr lang="zh-CN" altLang="en-US" smtClean="0"/>
              <a:pPr/>
              <a:t>19</a:t>
            </a:fld>
            <a:endParaRPr lang="zh-CN" altLang="en-US"/>
          </a:p>
        </p:txBody>
      </p:sp>
    </p:spTree>
    <p:extLst>
      <p:ext uri="{BB962C8B-B14F-4D97-AF65-F5344CB8AC3E}">
        <p14:creationId xmlns="" xmlns:p14="http://schemas.microsoft.com/office/powerpoint/2010/main" val="132216015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F5E6C439-5B31-42A4-9D65-F2D199E8886B}" type="slidenum">
              <a:rPr lang="zh-CN" altLang="en-US" smtClean="0"/>
              <a:pPr/>
              <a:t>20</a:t>
            </a:fld>
            <a:endParaRPr lang="zh-CN" altLang="en-US"/>
          </a:p>
        </p:txBody>
      </p:sp>
    </p:spTree>
    <p:extLst>
      <p:ext uri="{BB962C8B-B14F-4D97-AF65-F5344CB8AC3E}">
        <p14:creationId xmlns="" xmlns:p14="http://schemas.microsoft.com/office/powerpoint/2010/main" val="132216015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F5E6C439-5B31-42A4-9D65-F2D199E8886B}" type="slidenum">
              <a:rPr lang="zh-CN" altLang="en-US" smtClean="0"/>
              <a:pPr/>
              <a:t>21</a:t>
            </a:fld>
            <a:endParaRPr lang="zh-CN" altLang="en-US"/>
          </a:p>
        </p:txBody>
      </p:sp>
    </p:spTree>
    <p:extLst>
      <p:ext uri="{BB962C8B-B14F-4D97-AF65-F5344CB8AC3E}">
        <p14:creationId xmlns="" xmlns:p14="http://schemas.microsoft.com/office/powerpoint/2010/main" val="132216015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F5E6C439-5B31-42A4-9D65-F2D199E8886B}" type="slidenum">
              <a:rPr lang="zh-CN" altLang="en-US" smtClean="0"/>
              <a:pPr/>
              <a:t>22</a:t>
            </a:fld>
            <a:endParaRPr lang="zh-CN" altLang="en-US"/>
          </a:p>
        </p:txBody>
      </p:sp>
    </p:spTree>
    <p:extLst>
      <p:ext uri="{BB962C8B-B14F-4D97-AF65-F5344CB8AC3E}">
        <p14:creationId xmlns="" xmlns:p14="http://schemas.microsoft.com/office/powerpoint/2010/main" val="2912073720"/>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F5E6C439-5B31-42A4-9D65-F2D199E8886B}" type="slidenum">
              <a:rPr lang="zh-CN" altLang="en-US" smtClean="0"/>
              <a:pPr/>
              <a:t>23</a:t>
            </a:fld>
            <a:endParaRPr lang="zh-CN" altLang="en-US"/>
          </a:p>
        </p:txBody>
      </p:sp>
    </p:spTree>
    <p:extLst>
      <p:ext uri="{BB962C8B-B14F-4D97-AF65-F5344CB8AC3E}">
        <p14:creationId xmlns="" xmlns:p14="http://schemas.microsoft.com/office/powerpoint/2010/main" val="1283756737"/>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F5E6C439-5B31-42A4-9D65-F2D199E8886B}" type="slidenum">
              <a:rPr lang="zh-CN" altLang="en-US" smtClean="0"/>
              <a:pPr/>
              <a:t>24</a:t>
            </a:fld>
            <a:endParaRPr lang="zh-CN" altLang="en-US"/>
          </a:p>
        </p:txBody>
      </p:sp>
    </p:spTree>
    <p:extLst>
      <p:ext uri="{BB962C8B-B14F-4D97-AF65-F5344CB8AC3E}">
        <p14:creationId xmlns="" xmlns:p14="http://schemas.microsoft.com/office/powerpoint/2010/main" val="132216015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FB0FE57E-5129-4A67-8B2B-B871289EF237}" type="slidenum">
              <a:rPr lang="zh-CN" altLang="en-US" smtClean="0"/>
              <a:pPr/>
              <a:t>25</a:t>
            </a:fld>
            <a:endParaRPr lang="zh-CN" altLang="en-US"/>
          </a:p>
        </p:txBody>
      </p:sp>
    </p:spTree>
    <p:extLst>
      <p:ext uri="{BB962C8B-B14F-4D97-AF65-F5344CB8AC3E}">
        <p14:creationId xmlns="" xmlns:p14="http://schemas.microsoft.com/office/powerpoint/2010/main" val="210228712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标题幻灯片">
    <p:spTree>
      <p:nvGrpSpPr>
        <p:cNvPr id="1" name=""/>
        <p:cNvGrpSpPr/>
        <p:nvPr/>
      </p:nvGrpSpPr>
      <p:grpSpPr>
        <a:xfrm>
          <a:off x="0" y="0"/>
          <a:ext cx="0" cy="0"/>
          <a:chOff x="0" y="0"/>
          <a:chExt cx="0" cy="0"/>
        </a:xfrm>
      </p:grpSpPr>
    </p:spTree>
    <p:extLst>
      <p:ext uri="{BB962C8B-B14F-4D97-AF65-F5344CB8AC3E}">
        <p14:creationId xmlns="" xmlns:p14="http://schemas.microsoft.com/office/powerpoint/2010/main" val="3112836947"/>
      </p:ext>
    </p:extLst>
  </p:cSld>
  <p:clrMapOvr>
    <a:masterClrMapping/>
  </p:clrMapOvr>
  <mc:AlternateContent xmlns:mc="http://schemas.openxmlformats.org/markup-compatibility/2006">
    <mc:Choice xmlns="" xmlns:p14="http://schemas.microsoft.com/office/powerpoint/2010/main" Requires="p14">
      <p:transition spd="slow" p14:dur="1600">
        <p14:conveyor dir="l"/>
      </p:transition>
    </mc:Choice>
    <mc:Fallback>
      <p:transition spd="slow">
        <p:fade/>
      </p:transition>
    </mc:Fallback>
  </mc:AlternateContent>
  <p:timing>
    <p:tnLst>
      <p:par>
        <p:cTn id="1" dur="indefinite" restart="never" nodeType="tmRoot"/>
      </p:par>
    </p:tn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1_标题幻灯片">
    <p:spTree>
      <p:nvGrpSpPr>
        <p:cNvPr id="1" name=""/>
        <p:cNvGrpSpPr/>
        <p:nvPr/>
      </p:nvGrpSpPr>
      <p:grpSpPr>
        <a:xfrm>
          <a:off x="0" y="0"/>
          <a:ext cx="0" cy="0"/>
          <a:chOff x="0" y="0"/>
          <a:chExt cx="0" cy="0"/>
        </a:xfrm>
      </p:grpSpPr>
      <p:sp>
        <p:nvSpPr>
          <p:cNvPr id="60" name="Slide Number Placeholder 5">
            <a:extLst>
              <a:ext uri="{FF2B5EF4-FFF2-40B4-BE49-F238E27FC236}">
                <a16:creationId xmlns:a16="http://schemas.microsoft.com/office/drawing/2014/main" xmlns="" id="{06D2E944-F1EB-4F8A-AD7A-85305AFF0F74}"/>
              </a:ext>
            </a:extLst>
          </p:cNvPr>
          <p:cNvSpPr>
            <a:spLocks noGrp="1"/>
          </p:cNvSpPr>
          <p:nvPr>
            <p:ph type="sldNum" sz="quarter" idx="12"/>
          </p:nvPr>
        </p:nvSpPr>
        <p:spPr>
          <a:xfrm>
            <a:off x="6847529" y="4747679"/>
            <a:ext cx="2057400" cy="273844"/>
          </a:xfrm>
        </p:spPr>
        <p:txBody>
          <a:bodyPr/>
          <a:lstStyle>
            <a:lvl1pPr>
              <a:defRPr sz="1100">
                <a:solidFill>
                  <a:schemeClr val="tx1">
                    <a:lumMod val="85000"/>
                    <a:lumOff val="15000"/>
                  </a:schemeClr>
                </a:solidFill>
                <a:latin typeface="+mj-ea"/>
                <a:ea typeface="+mj-ea"/>
              </a:defRPr>
            </a:lvl1pPr>
          </a:lstStyle>
          <a:p>
            <a:fld id="{ACBECEF1-1935-4692-9C86-5FD89D9EDF46}" type="slidenum">
              <a:rPr lang="zh-CN" altLang="en-US" smtClean="0"/>
              <a:pPr/>
              <a:t>‹#›</a:t>
            </a:fld>
            <a:endParaRPr lang="zh-CN" altLang="en-US"/>
          </a:p>
        </p:txBody>
      </p:sp>
      <p:grpSp>
        <p:nvGrpSpPr>
          <p:cNvPr id="30" name="组合 29">
            <a:extLst>
              <a:ext uri="{FF2B5EF4-FFF2-40B4-BE49-F238E27FC236}">
                <a16:creationId xmlns:a16="http://schemas.microsoft.com/office/drawing/2014/main" xmlns="" id="{80CF846D-3858-4EA2-88C8-4FEF958641E5}"/>
              </a:ext>
            </a:extLst>
          </p:cNvPr>
          <p:cNvGrpSpPr/>
          <p:nvPr userDrawn="1"/>
        </p:nvGrpSpPr>
        <p:grpSpPr>
          <a:xfrm>
            <a:off x="207378" y="4666267"/>
            <a:ext cx="1253123" cy="407703"/>
            <a:chOff x="3302807" y="1034911"/>
            <a:chExt cx="2457878" cy="799669"/>
          </a:xfrm>
          <a:solidFill>
            <a:schemeClr val="accent1"/>
          </a:solidFill>
        </p:grpSpPr>
        <p:sp>
          <p:nvSpPr>
            <p:cNvPr id="31" name="íṡḷîḍê">
              <a:extLst>
                <a:ext uri="{FF2B5EF4-FFF2-40B4-BE49-F238E27FC236}">
                  <a16:creationId xmlns:a16="http://schemas.microsoft.com/office/drawing/2014/main" xmlns="" id="{C39ED63D-FD45-4A1B-AE24-2564605D72AC}"/>
                </a:ext>
              </a:extLst>
            </p:cNvPr>
            <p:cNvSpPr/>
            <p:nvPr/>
          </p:nvSpPr>
          <p:spPr bwMode="auto">
            <a:xfrm>
              <a:off x="3518669" y="1287918"/>
              <a:ext cx="364442" cy="336408"/>
            </a:xfrm>
            <a:custGeom>
              <a:avLst/>
              <a:gdLst>
                <a:gd name="T0" fmla="*/ 154 w 159"/>
                <a:gd name="T1" fmla="*/ 43 h 146"/>
                <a:gd name="T2" fmla="*/ 133 w 159"/>
                <a:gd name="T3" fmla="*/ 41 h 146"/>
                <a:gd name="T4" fmla="*/ 159 w 159"/>
                <a:gd name="T5" fmla="*/ 25 h 146"/>
                <a:gd name="T6" fmla="*/ 133 w 159"/>
                <a:gd name="T7" fmla="*/ 24 h 146"/>
                <a:gd name="T8" fmla="*/ 97 w 159"/>
                <a:gd name="T9" fmla="*/ 38 h 146"/>
                <a:gd name="T10" fmla="*/ 106 w 159"/>
                <a:gd name="T11" fmla="*/ 24 h 146"/>
                <a:gd name="T12" fmla="*/ 72 w 159"/>
                <a:gd name="T13" fmla="*/ 34 h 146"/>
                <a:gd name="T14" fmla="*/ 66 w 159"/>
                <a:gd name="T15" fmla="*/ 36 h 146"/>
                <a:gd name="T16" fmla="*/ 0 w 159"/>
                <a:gd name="T17" fmla="*/ 23 h 146"/>
                <a:gd name="T18" fmla="*/ 28 w 159"/>
                <a:gd name="T19" fmla="*/ 34 h 146"/>
                <a:gd name="T20" fmla="*/ 30 w 159"/>
                <a:gd name="T21" fmla="*/ 41 h 146"/>
                <a:gd name="T22" fmla="*/ 11 w 159"/>
                <a:gd name="T23" fmla="*/ 40 h 146"/>
                <a:gd name="T24" fmla="*/ 41 w 159"/>
                <a:gd name="T25" fmla="*/ 60 h 146"/>
                <a:gd name="T26" fmla="*/ 24 w 159"/>
                <a:gd name="T27" fmla="*/ 60 h 146"/>
                <a:gd name="T28" fmla="*/ 46 w 159"/>
                <a:gd name="T29" fmla="*/ 79 h 146"/>
                <a:gd name="T30" fmla="*/ 35 w 159"/>
                <a:gd name="T31" fmla="*/ 78 h 146"/>
                <a:gd name="T32" fmla="*/ 54 w 159"/>
                <a:gd name="T33" fmla="*/ 92 h 146"/>
                <a:gd name="T34" fmla="*/ 54 w 159"/>
                <a:gd name="T35" fmla="*/ 96 h 146"/>
                <a:gd name="T36" fmla="*/ 46 w 159"/>
                <a:gd name="T37" fmla="*/ 96 h 146"/>
                <a:gd name="T38" fmla="*/ 64 w 159"/>
                <a:gd name="T39" fmla="*/ 108 h 146"/>
                <a:gd name="T40" fmla="*/ 64 w 159"/>
                <a:gd name="T41" fmla="*/ 114 h 146"/>
                <a:gd name="T42" fmla="*/ 60 w 159"/>
                <a:gd name="T43" fmla="*/ 115 h 146"/>
                <a:gd name="T44" fmla="*/ 81 w 159"/>
                <a:gd name="T45" fmla="*/ 146 h 146"/>
                <a:gd name="T46" fmla="*/ 103 w 159"/>
                <a:gd name="T47" fmla="*/ 117 h 146"/>
                <a:gd name="T48" fmla="*/ 98 w 159"/>
                <a:gd name="T49" fmla="*/ 114 h 146"/>
                <a:gd name="T50" fmla="*/ 99 w 159"/>
                <a:gd name="T51" fmla="*/ 107 h 146"/>
                <a:gd name="T52" fmla="*/ 115 w 159"/>
                <a:gd name="T53" fmla="*/ 97 h 146"/>
                <a:gd name="T54" fmla="*/ 112 w 159"/>
                <a:gd name="T55" fmla="*/ 92 h 146"/>
                <a:gd name="T56" fmla="*/ 131 w 159"/>
                <a:gd name="T57" fmla="*/ 79 h 146"/>
                <a:gd name="T58" fmla="*/ 119 w 159"/>
                <a:gd name="T59" fmla="*/ 79 h 146"/>
                <a:gd name="T60" fmla="*/ 117 w 159"/>
                <a:gd name="T61" fmla="*/ 75 h 146"/>
                <a:gd name="T62" fmla="*/ 141 w 159"/>
                <a:gd name="T63" fmla="*/ 59 h 146"/>
                <a:gd name="T64" fmla="*/ 125 w 159"/>
                <a:gd name="T65" fmla="*/ 58 h 146"/>
                <a:gd name="T66" fmla="*/ 124 w 159"/>
                <a:gd name="T67" fmla="*/ 54 h 146"/>
                <a:gd name="T68" fmla="*/ 154 w 159"/>
                <a:gd name="T69" fmla="*/ 43 h 1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159" h="146">
                  <a:moveTo>
                    <a:pt x="154" y="43"/>
                  </a:moveTo>
                  <a:cubicBezTo>
                    <a:pt x="133" y="41"/>
                    <a:pt x="133" y="41"/>
                    <a:pt x="133" y="41"/>
                  </a:cubicBezTo>
                  <a:cubicBezTo>
                    <a:pt x="137" y="34"/>
                    <a:pt x="155" y="37"/>
                    <a:pt x="159" y="25"/>
                  </a:cubicBezTo>
                  <a:cubicBezTo>
                    <a:pt x="133" y="24"/>
                    <a:pt x="133" y="24"/>
                    <a:pt x="133" y="24"/>
                  </a:cubicBezTo>
                  <a:cubicBezTo>
                    <a:pt x="114" y="21"/>
                    <a:pt x="107" y="39"/>
                    <a:pt x="97" y="38"/>
                  </a:cubicBezTo>
                  <a:cubicBezTo>
                    <a:pt x="88" y="29"/>
                    <a:pt x="100" y="28"/>
                    <a:pt x="106" y="24"/>
                  </a:cubicBezTo>
                  <a:cubicBezTo>
                    <a:pt x="80" y="0"/>
                    <a:pt x="72" y="32"/>
                    <a:pt x="72" y="34"/>
                  </a:cubicBezTo>
                  <a:cubicBezTo>
                    <a:pt x="71" y="37"/>
                    <a:pt x="68" y="38"/>
                    <a:pt x="66" y="36"/>
                  </a:cubicBezTo>
                  <a:cubicBezTo>
                    <a:pt x="58" y="12"/>
                    <a:pt x="33" y="22"/>
                    <a:pt x="0" y="23"/>
                  </a:cubicBezTo>
                  <a:cubicBezTo>
                    <a:pt x="8" y="31"/>
                    <a:pt x="17" y="32"/>
                    <a:pt x="28" y="34"/>
                  </a:cubicBezTo>
                  <a:cubicBezTo>
                    <a:pt x="30" y="36"/>
                    <a:pt x="32" y="38"/>
                    <a:pt x="30" y="41"/>
                  </a:cubicBezTo>
                  <a:cubicBezTo>
                    <a:pt x="11" y="40"/>
                    <a:pt x="11" y="40"/>
                    <a:pt x="11" y="40"/>
                  </a:cubicBezTo>
                  <a:cubicBezTo>
                    <a:pt x="19" y="58"/>
                    <a:pt x="35" y="49"/>
                    <a:pt x="41" y="60"/>
                  </a:cubicBezTo>
                  <a:cubicBezTo>
                    <a:pt x="24" y="60"/>
                    <a:pt x="24" y="60"/>
                    <a:pt x="24" y="60"/>
                  </a:cubicBezTo>
                  <a:cubicBezTo>
                    <a:pt x="25" y="75"/>
                    <a:pt x="41" y="68"/>
                    <a:pt x="46" y="79"/>
                  </a:cubicBezTo>
                  <a:cubicBezTo>
                    <a:pt x="35" y="78"/>
                    <a:pt x="35" y="78"/>
                    <a:pt x="35" y="78"/>
                  </a:cubicBezTo>
                  <a:cubicBezTo>
                    <a:pt x="40" y="90"/>
                    <a:pt x="48" y="91"/>
                    <a:pt x="54" y="92"/>
                  </a:cubicBezTo>
                  <a:cubicBezTo>
                    <a:pt x="54" y="96"/>
                    <a:pt x="54" y="96"/>
                    <a:pt x="54" y="96"/>
                  </a:cubicBezTo>
                  <a:cubicBezTo>
                    <a:pt x="46" y="96"/>
                    <a:pt x="46" y="96"/>
                    <a:pt x="46" y="96"/>
                  </a:cubicBezTo>
                  <a:cubicBezTo>
                    <a:pt x="46" y="104"/>
                    <a:pt x="57" y="109"/>
                    <a:pt x="64" y="108"/>
                  </a:cubicBezTo>
                  <a:cubicBezTo>
                    <a:pt x="64" y="114"/>
                    <a:pt x="64" y="114"/>
                    <a:pt x="64" y="114"/>
                  </a:cubicBezTo>
                  <a:cubicBezTo>
                    <a:pt x="60" y="115"/>
                    <a:pt x="60" y="115"/>
                    <a:pt x="60" y="115"/>
                  </a:cubicBezTo>
                  <a:cubicBezTo>
                    <a:pt x="81" y="146"/>
                    <a:pt x="81" y="146"/>
                    <a:pt x="81" y="146"/>
                  </a:cubicBezTo>
                  <a:cubicBezTo>
                    <a:pt x="103" y="117"/>
                    <a:pt x="103" y="117"/>
                    <a:pt x="103" y="117"/>
                  </a:cubicBezTo>
                  <a:cubicBezTo>
                    <a:pt x="98" y="114"/>
                    <a:pt x="98" y="114"/>
                    <a:pt x="98" y="114"/>
                  </a:cubicBezTo>
                  <a:cubicBezTo>
                    <a:pt x="99" y="107"/>
                    <a:pt x="99" y="107"/>
                    <a:pt x="99" y="107"/>
                  </a:cubicBezTo>
                  <a:cubicBezTo>
                    <a:pt x="105" y="108"/>
                    <a:pt x="111" y="106"/>
                    <a:pt x="115" y="97"/>
                  </a:cubicBezTo>
                  <a:cubicBezTo>
                    <a:pt x="114" y="95"/>
                    <a:pt x="99" y="99"/>
                    <a:pt x="112" y="92"/>
                  </a:cubicBezTo>
                  <a:cubicBezTo>
                    <a:pt x="120" y="91"/>
                    <a:pt x="125" y="85"/>
                    <a:pt x="131" y="79"/>
                  </a:cubicBezTo>
                  <a:cubicBezTo>
                    <a:pt x="119" y="79"/>
                    <a:pt x="119" y="79"/>
                    <a:pt x="119" y="79"/>
                  </a:cubicBezTo>
                  <a:cubicBezTo>
                    <a:pt x="117" y="78"/>
                    <a:pt x="116" y="76"/>
                    <a:pt x="117" y="75"/>
                  </a:cubicBezTo>
                  <a:cubicBezTo>
                    <a:pt x="125" y="74"/>
                    <a:pt x="137" y="70"/>
                    <a:pt x="141" y="59"/>
                  </a:cubicBezTo>
                  <a:cubicBezTo>
                    <a:pt x="125" y="58"/>
                    <a:pt x="125" y="58"/>
                    <a:pt x="125" y="58"/>
                  </a:cubicBezTo>
                  <a:cubicBezTo>
                    <a:pt x="122" y="57"/>
                    <a:pt x="123" y="55"/>
                    <a:pt x="124" y="54"/>
                  </a:cubicBezTo>
                  <a:cubicBezTo>
                    <a:pt x="134" y="54"/>
                    <a:pt x="145" y="50"/>
                    <a:pt x="154" y="43"/>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nchor="ctr"/>
            <a:lstStyle/>
            <a:p>
              <a:pPr algn="ctr"/>
              <a:endParaRPr>
                <a:solidFill>
                  <a:schemeClr val="accent1"/>
                </a:solidFill>
              </a:endParaRPr>
            </a:p>
          </p:txBody>
        </p:sp>
        <p:sp>
          <p:nvSpPr>
            <p:cNvPr id="32" name="íŝḻiḍè">
              <a:extLst>
                <a:ext uri="{FF2B5EF4-FFF2-40B4-BE49-F238E27FC236}">
                  <a16:creationId xmlns:a16="http://schemas.microsoft.com/office/drawing/2014/main" xmlns="" id="{698D11D8-C0D7-47B7-9A5D-FA54DDF7FD77}"/>
                </a:ext>
              </a:extLst>
            </p:cNvPr>
            <p:cNvSpPr/>
            <p:nvPr/>
          </p:nvSpPr>
          <p:spPr bwMode="auto">
            <a:xfrm>
              <a:off x="3344157" y="1504480"/>
              <a:ext cx="93914" cy="74290"/>
            </a:xfrm>
            <a:custGeom>
              <a:avLst/>
              <a:gdLst>
                <a:gd name="T0" fmla="*/ 6 w 41"/>
                <a:gd name="T1" fmla="*/ 15 h 32"/>
                <a:gd name="T2" fmla="*/ 9 w 41"/>
                <a:gd name="T3" fmla="*/ 16 h 32"/>
                <a:gd name="T4" fmla="*/ 37 w 41"/>
                <a:gd name="T5" fmla="*/ 18 h 32"/>
                <a:gd name="T6" fmla="*/ 41 w 41"/>
                <a:gd name="T7" fmla="*/ 16 h 32"/>
                <a:gd name="T8" fmla="*/ 32 w 41"/>
                <a:gd name="T9" fmla="*/ 0 h 32"/>
                <a:gd name="T10" fmla="*/ 28 w 41"/>
                <a:gd name="T11" fmla="*/ 1 h 32"/>
                <a:gd name="T12" fmla="*/ 35 w 41"/>
                <a:gd name="T13" fmla="*/ 14 h 32"/>
                <a:gd name="T14" fmla="*/ 30 w 41"/>
                <a:gd name="T15" fmla="*/ 13 h 32"/>
                <a:gd name="T16" fmla="*/ 4 w 41"/>
                <a:gd name="T17" fmla="*/ 12 h 32"/>
                <a:gd name="T18" fmla="*/ 0 w 41"/>
                <a:gd name="T19" fmla="*/ 14 h 32"/>
                <a:gd name="T20" fmla="*/ 10 w 41"/>
                <a:gd name="T21" fmla="*/ 32 h 32"/>
                <a:gd name="T22" fmla="*/ 14 w 41"/>
                <a:gd name="T23" fmla="*/ 30 h 32"/>
                <a:gd name="T24" fmla="*/ 6 w 41"/>
                <a:gd name="T25" fmla="*/ 15 h 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1" h="32">
                  <a:moveTo>
                    <a:pt x="6" y="15"/>
                  </a:moveTo>
                  <a:cubicBezTo>
                    <a:pt x="9" y="16"/>
                    <a:pt x="9" y="16"/>
                    <a:pt x="9" y="16"/>
                  </a:cubicBezTo>
                  <a:cubicBezTo>
                    <a:pt x="37" y="18"/>
                    <a:pt x="37" y="18"/>
                    <a:pt x="37" y="18"/>
                  </a:cubicBezTo>
                  <a:cubicBezTo>
                    <a:pt x="41" y="16"/>
                    <a:pt x="41" y="16"/>
                    <a:pt x="41" y="16"/>
                  </a:cubicBezTo>
                  <a:cubicBezTo>
                    <a:pt x="32" y="0"/>
                    <a:pt x="32" y="0"/>
                    <a:pt x="32" y="0"/>
                  </a:cubicBezTo>
                  <a:cubicBezTo>
                    <a:pt x="28" y="1"/>
                    <a:pt x="28" y="1"/>
                    <a:pt x="28" y="1"/>
                  </a:cubicBezTo>
                  <a:cubicBezTo>
                    <a:pt x="35" y="14"/>
                    <a:pt x="35" y="14"/>
                    <a:pt x="35" y="14"/>
                  </a:cubicBezTo>
                  <a:cubicBezTo>
                    <a:pt x="34" y="14"/>
                    <a:pt x="32" y="14"/>
                    <a:pt x="30" y="13"/>
                  </a:cubicBezTo>
                  <a:cubicBezTo>
                    <a:pt x="4" y="12"/>
                    <a:pt x="4" y="12"/>
                    <a:pt x="4" y="12"/>
                  </a:cubicBezTo>
                  <a:cubicBezTo>
                    <a:pt x="0" y="14"/>
                    <a:pt x="0" y="14"/>
                    <a:pt x="0" y="14"/>
                  </a:cubicBezTo>
                  <a:cubicBezTo>
                    <a:pt x="10" y="32"/>
                    <a:pt x="10" y="32"/>
                    <a:pt x="10" y="32"/>
                  </a:cubicBezTo>
                  <a:cubicBezTo>
                    <a:pt x="14" y="30"/>
                    <a:pt x="14" y="30"/>
                    <a:pt x="14" y="30"/>
                  </a:cubicBezTo>
                  <a:lnTo>
                    <a:pt x="6" y="1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nchor="ctr"/>
            <a:lstStyle/>
            <a:p>
              <a:pPr algn="ctr"/>
              <a:endParaRPr>
                <a:solidFill>
                  <a:schemeClr val="accent1"/>
                </a:solidFill>
              </a:endParaRPr>
            </a:p>
          </p:txBody>
        </p:sp>
        <p:sp>
          <p:nvSpPr>
            <p:cNvPr id="33" name="îS1iďê">
              <a:extLst>
                <a:ext uri="{FF2B5EF4-FFF2-40B4-BE49-F238E27FC236}">
                  <a16:creationId xmlns:a16="http://schemas.microsoft.com/office/drawing/2014/main" xmlns="" id="{FB16437F-395D-429A-88A4-2F25C8CEA8E3}"/>
                </a:ext>
              </a:extLst>
            </p:cNvPr>
            <p:cNvSpPr/>
            <p:nvPr/>
          </p:nvSpPr>
          <p:spPr bwMode="auto">
            <a:xfrm>
              <a:off x="3369388" y="1550736"/>
              <a:ext cx="91811" cy="71487"/>
            </a:xfrm>
            <a:custGeom>
              <a:avLst/>
              <a:gdLst>
                <a:gd name="T0" fmla="*/ 128 w 131"/>
                <a:gd name="T1" fmla="*/ 46 h 102"/>
                <a:gd name="T2" fmla="*/ 85 w 131"/>
                <a:gd name="T3" fmla="*/ 66 h 102"/>
                <a:gd name="T4" fmla="*/ 66 w 131"/>
                <a:gd name="T5" fmla="*/ 30 h 102"/>
                <a:gd name="T6" fmla="*/ 108 w 131"/>
                <a:gd name="T7" fmla="*/ 10 h 102"/>
                <a:gd name="T8" fmla="*/ 105 w 131"/>
                <a:gd name="T9" fmla="*/ 0 h 102"/>
                <a:gd name="T10" fmla="*/ 0 w 131"/>
                <a:gd name="T11" fmla="*/ 46 h 102"/>
                <a:gd name="T12" fmla="*/ 7 w 131"/>
                <a:gd name="T13" fmla="*/ 56 h 102"/>
                <a:gd name="T14" fmla="*/ 56 w 131"/>
                <a:gd name="T15" fmla="*/ 33 h 102"/>
                <a:gd name="T16" fmla="*/ 72 w 131"/>
                <a:gd name="T17" fmla="*/ 73 h 102"/>
                <a:gd name="T18" fmla="*/ 23 w 131"/>
                <a:gd name="T19" fmla="*/ 92 h 102"/>
                <a:gd name="T20" fmla="*/ 30 w 131"/>
                <a:gd name="T21" fmla="*/ 102 h 102"/>
                <a:gd name="T22" fmla="*/ 131 w 131"/>
                <a:gd name="T23" fmla="*/ 56 h 102"/>
                <a:gd name="T24" fmla="*/ 128 w 131"/>
                <a:gd name="T25" fmla="*/ 46 h 10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1" h="102">
                  <a:moveTo>
                    <a:pt x="128" y="46"/>
                  </a:moveTo>
                  <a:lnTo>
                    <a:pt x="85" y="66"/>
                  </a:lnTo>
                  <a:lnTo>
                    <a:pt x="66" y="30"/>
                  </a:lnTo>
                  <a:lnTo>
                    <a:pt x="108" y="10"/>
                  </a:lnTo>
                  <a:lnTo>
                    <a:pt x="105" y="0"/>
                  </a:lnTo>
                  <a:lnTo>
                    <a:pt x="0" y="46"/>
                  </a:lnTo>
                  <a:lnTo>
                    <a:pt x="7" y="56"/>
                  </a:lnTo>
                  <a:lnTo>
                    <a:pt x="56" y="33"/>
                  </a:lnTo>
                  <a:lnTo>
                    <a:pt x="72" y="73"/>
                  </a:lnTo>
                  <a:lnTo>
                    <a:pt x="23" y="92"/>
                  </a:lnTo>
                  <a:lnTo>
                    <a:pt x="30" y="102"/>
                  </a:lnTo>
                  <a:lnTo>
                    <a:pt x="131" y="56"/>
                  </a:lnTo>
                  <a:lnTo>
                    <a:pt x="128" y="46"/>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nchor="ctr"/>
            <a:lstStyle/>
            <a:p>
              <a:pPr algn="ctr"/>
              <a:endParaRPr>
                <a:solidFill>
                  <a:schemeClr val="accent1"/>
                </a:solidFill>
              </a:endParaRPr>
            </a:p>
          </p:txBody>
        </p:sp>
        <p:sp>
          <p:nvSpPr>
            <p:cNvPr id="34" name="i$ḷíḓe">
              <a:extLst>
                <a:ext uri="{FF2B5EF4-FFF2-40B4-BE49-F238E27FC236}">
                  <a16:creationId xmlns:a16="http://schemas.microsoft.com/office/drawing/2014/main" xmlns="" id="{426A301C-2CA7-4502-80B8-D7FEFA2B4D9E}"/>
                </a:ext>
              </a:extLst>
            </p:cNvPr>
            <p:cNvSpPr/>
            <p:nvPr/>
          </p:nvSpPr>
          <p:spPr bwMode="auto">
            <a:xfrm>
              <a:off x="3394618" y="1599095"/>
              <a:ext cx="91811" cy="71487"/>
            </a:xfrm>
            <a:custGeom>
              <a:avLst/>
              <a:gdLst>
                <a:gd name="T0" fmla="*/ 72 w 131"/>
                <a:gd name="T1" fmla="*/ 76 h 102"/>
                <a:gd name="T2" fmla="*/ 85 w 131"/>
                <a:gd name="T3" fmla="*/ 69 h 102"/>
                <a:gd name="T4" fmla="*/ 66 w 131"/>
                <a:gd name="T5" fmla="*/ 30 h 102"/>
                <a:gd name="T6" fmla="*/ 98 w 131"/>
                <a:gd name="T7" fmla="*/ 17 h 102"/>
                <a:gd name="T8" fmla="*/ 118 w 131"/>
                <a:gd name="T9" fmla="*/ 56 h 102"/>
                <a:gd name="T10" fmla="*/ 131 w 131"/>
                <a:gd name="T11" fmla="*/ 53 h 102"/>
                <a:gd name="T12" fmla="*/ 105 w 131"/>
                <a:gd name="T13" fmla="*/ 0 h 102"/>
                <a:gd name="T14" fmla="*/ 0 w 131"/>
                <a:gd name="T15" fmla="*/ 50 h 102"/>
                <a:gd name="T16" fmla="*/ 30 w 131"/>
                <a:gd name="T17" fmla="*/ 102 h 102"/>
                <a:gd name="T18" fmla="*/ 39 w 131"/>
                <a:gd name="T19" fmla="*/ 96 h 102"/>
                <a:gd name="T20" fmla="*/ 20 w 131"/>
                <a:gd name="T21" fmla="*/ 53 h 102"/>
                <a:gd name="T22" fmla="*/ 52 w 131"/>
                <a:gd name="T23" fmla="*/ 36 h 102"/>
                <a:gd name="T24" fmla="*/ 72 w 131"/>
                <a:gd name="T25" fmla="*/ 76 h 10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1" h="102">
                  <a:moveTo>
                    <a:pt x="72" y="76"/>
                  </a:moveTo>
                  <a:lnTo>
                    <a:pt x="85" y="69"/>
                  </a:lnTo>
                  <a:lnTo>
                    <a:pt x="66" y="30"/>
                  </a:lnTo>
                  <a:lnTo>
                    <a:pt x="98" y="17"/>
                  </a:lnTo>
                  <a:lnTo>
                    <a:pt x="118" y="56"/>
                  </a:lnTo>
                  <a:lnTo>
                    <a:pt x="131" y="53"/>
                  </a:lnTo>
                  <a:lnTo>
                    <a:pt x="105" y="0"/>
                  </a:lnTo>
                  <a:lnTo>
                    <a:pt x="0" y="50"/>
                  </a:lnTo>
                  <a:lnTo>
                    <a:pt x="30" y="102"/>
                  </a:lnTo>
                  <a:lnTo>
                    <a:pt x="39" y="96"/>
                  </a:lnTo>
                  <a:lnTo>
                    <a:pt x="20" y="53"/>
                  </a:lnTo>
                  <a:lnTo>
                    <a:pt x="52" y="36"/>
                  </a:lnTo>
                  <a:lnTo>
                    <a:pt x="72" y="76"/>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nchor="ctr"/>
            <a:lstStyle/>
            <a:p>
              <a:pPr algn="ctr"/>
              <a:endParaRPr>
                <a:solidFill>
                  <a:schemeClr val="accent1"/>
                </a:solidFill>
              </a:endParaRPr>
            </a:p>
          </p:txBody>
        </p:sp>
        <p:sp>
          <p:nvSpPr>
            <p:cNvPr id="35" name="îş1íḍé">
              <a:extLst>
                <a:ext uri="{FF2B5EF4-FFF2-40B4-BE49-F238E27FC236}">
                  <a16:creationId xmlns:a16="http://schemas.microsoft.com/office/drawing/2014/main" xmlns="" id="{FD4BBB9F-4436-453F-95C0-5E3100F9E665}"/>
                </a:ext>
              </a:extLst>
            </p:cNvPr>
            <p:cNvSpPr/>
            <p:nvPr/>
          </p:nvSpPr>
          <p:spPr bwMode="auto">
            <a:xfrm>
              <a:off x="3431063" y="1647453"/>
              <a:ext cx="73589" cy="53265"/>
            </a:xfrm>
            <a:custGeom>
              <a:avLst/>
              <a:gdLst>
                <a:gd name="T0" fmla="*/ 32 w 32"/>
                <a:gd name="T1" fmla="*/ 3 h 23"/>
                <a:gd name="T2" fmla="*/ 30 w 32"/>
                <a:gd name="T3" fmla="*/ 0 h 23"/>
                <a:gd name="T4" fmla="*/ 13 w 32"/>
                <a:gd name="T5" fmla="*/ 16 h 23"/>
                <a:gd name="T6" fmla="*/ 10 w 32"/>
                <a:gd name="T7" fmla="*/ 19 h 23"/>
                <a:gd name="T8" fmla="*/ 7 w 32"/>
                <a:gd name="T9" fmla="*/ 20 h 23"/>
                <a:gd name="T10" fmla="*/ 5 w 32"/>
                <a:gd name="T11" fmla="*/ 19 h 23"/>
                <a:gd name="T12" fmla="*/ 4 w 32"/>
                <a:gd name="T13" fmla="*/ 16 h 23"/>
                <a:gd name="T14" fmla="*/ 7 w 32"/>
                <a:gd name="T15" fmla="*/ 11 h 23"/>
                <a:gd name="T16" fmla="*/ 5 w 32"/>
                <a:gd name="T17" fmla="*/ 10 h 23"/>
                <a:gd name="T18" fmla="*/ 0 w 32"/>
                <a:gd name="T19" fmla="*/ 16 h 23"/>
                <a:gd name="T20" fmla="*/ 2 w 32"/>
                <a:gd name="T21" fmla="*/ 21 h 23"/>
                <a:gd name="T22" fmla="*/ 6 w 32"/>
                <a:gd name="T23" fmla="*/ 23 h 23"/>
                <a:gd name="T24" fmla="*/ 10 w 32"/>
                <a:gd name="T25" fmla="*/ 22 h 23"/>
                <a:gd name="T26" fmla="*/ 15 w 32"/>
                <a:gd name="T27" fmla="*/ 18 h 23"/>
                <a:gd name="T28" fmla="*/ 32 w 32"/>
                <a:gd name="T29" fmla="*/ 3 h 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32" h="23">
                  <a:moveTo>
                    <a:pt x="32" y="3"/>
                  </a:moveTo>
                  <a:cubicBezTo>
                    <a:pt x="30" y="0"/>
                    <a:pt x="30" y="0"/>
                    <a:pt x="30" y="0"/>
                  </a:cubicBezTo>
                  <a:cubicBezTo>
                    <a:pt x="13" y="16"/>
                    <a:pt x="13" y="16"/>
                    <a:pt x="13" y="16"/>
                  </a:cubicBezTo>
                  <a:cubicBezTo>
                    <a:pt x="11" y="18"/>
                    <a:pt x="10" y="19"/>
                    <a:pt x="10" y="19"/>
                  </a:cubicBezTo>
                  <a:cubicBezTo>
                    <a:pt x="9" y="19"/>
                    <a:pt x="8" y="20"/>
                    <a:pt x="7" y="20"/>
                  </a:cubicBezTo>
                  <a:cubicBezTo>
                    <a:pt x="6" y="20"/>
                    <a:pt x="6" y="19"/>
                    <a:pt x="5" y="19"/>
                  </a:cubicBezTo>
                  <a:cubicBezTo>
                    <a:pt x="4" y="18"/>
                    <a:pt x="4" y="17"/>
                    <a:pt x="4" y="16"/>
                  </a:cubicBezTo>
                  <a:cubicBezTo>
                    <a:pt x="4" y="15"/>
                    <a:pt x="6" y="13"/>
                    <a:pt x="7" y="11"/>
                  </a:cubicBezTo>
                  <a:cubicBezTo>
                    <a:pt x="5" y="10"/>
                    <a:pt x="5" y="10"/>
                    <a:pt x="5" y="10"/>
                  </a:cubicBezTo>
                  <a:cubicBezTo>
                    <a:pt x="2" y="12"/>
                    <a:pt x="1" y="14"/>
                    <a:pt x="0" y="16"/>
                  </a:cubicBezTo>
                  <a:cubicBezTo>
                    <a:pt x="0" y="18"/>
                    <a:pt x="1" y="20"/>
                    <a:pt x="2" y="21"/>
                  </a:cubicBezTo>
                  <a:cubicBezTo>
                    <a:pt x="3" y="22"/>
                    <a:pt x="4" y="23"/>
                    <a:pt x="6" y="23"/>
                  </a:cubicBezTo>
                  <a:cubicBezTo>
                    <a:pt x="7" y="23"/>
                    <a:pt x="9" y="23"/>
                    <a:pt x="10" y="22"/>
                  </a:cubicBezTo>
                  <a:cubicBezTo>
                    <a:pt x="12" y="22"/>
                    <a:pt x="13" y="20"/>
                    <a:pt x="15" y="18"/>
                  </a:cubicBezTo>
                  <a:lnTo>
                    <a:pt x="32" y="3"/>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nchor="ctr"/>
            <a:lstStyle/>
            <a:p>
              <a:pPr algn="ctr"/>
              <a:endParaRPr>
                <a:solidFill>
                  <a:schemeClr val="accent1"/>
                </a:solidFill>
              </a:endParaRPr>
            </a:p>
          </p:txBody>
        </p:sp>
        <p:sp>
          <p:nvSpPr>
            <p:cNvPr id="36" name="išḻïde">
              <a:extLst>
                <a:ext uri="{FF2B5EF4-FFF2-40B4-BE49-F238E27FC236}">
                  <a16:creationId xmlns:a16="http://schemas.microsoft.com/office/drawing/2014/main" xmlns="" id="{F1860DD9-4B41-447B-BA9E-660E6938F338}"/>
                </a:ext>
              </a:extLst>
            </p:cNvPr>
            <p:cNvSpPr/>
            <p:nvPr/>
          </p:nvSpPr>
          <p:spPr bwMode="auto">
            <a:xfrm>
              <a:off x="3465404" y="1659368"/>
              <a:ext cx="60273" cy="59572"/>
            </a:xfrm>
            <a:custGeom>
              <a:avLst/>
              <a:gdLst>
                <a:gd name="T0" fmla="*/ 79 w 86"/>
                <a:gd name="T1" fmla="*/ 0 h 85"/>
                <a:gd name="T2" fmla="*/ 0 w 86"/>
                <a:gd name="T3" fmla="*/ 79 h 85"/>
                <a:gd name="T4" fmla="*/ 7 w 86"/>
                <a:gd name="T5" fmla="*/ 85 h 85"/>
                <a:gd name="T6" fmla="*/ 86 w 86"/>
                <a:gd name="T7" fmla="*/ 6 h 85"/>
                <a:gd name="T8" fmla="*/ 79 w 86"/>
                <a:gd name="T9" fmla="*/ 0 h 85"/>
              </a:gdLst>
              <a:ahLst/>
              <a:cxnLst>
                <a:cxn ang="0">
                  <a:pos x="T0" y="T1"/>
                </a:cxn>
                <a:cxn ang="0">
                  <a:pos x="T2" y="T3"/>
                </a:cxn>
                <a:cxn ang="0">
                  <a:pos x="T4" y="T5"/>
                </a:cxn>
                <a:cxn ang="0">
                  <a:pos x="T6" y="T7"/>
                </a:cxn>
                <a:cxn ang="0">
                  <a:pos x="T8" y="T9"/>
                </a:cxn>
              </a:cxnLst>
              <a:rect l="0" t="0" r="r" b="b"/>
              <a:pathLst>
                <a:path w="86" h="85">
                  <a:moveTo>
                    <a:pt x="79" y="0"/>
                  </a:moveTo>
                  <a:lnTo>
                    <a:pt x="0" y="79"/>
                  </a:lnTo>
                  <a:lnTo>
                    <a:pt x="7" y="85"/>
                  </a:lnTo>
                  <a:lnTo>
                    <a:pt x="86" y="6"/>
                  </a:lnTo>
                  <a:lnTo>
                    <a:pt x="79" y="0"/>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nchor="ctr"/>
            <a:lstStyle/>
            <a:p>
              <a:pPr algn="ctr"/>
              <a:endParaRPr>
                <a:solidFill>
                  <a:schemeClr val="accent1"/>
                </a:solidFill>
              </a:endParaRPr>
            </a:p>
          </p:txBody>
        </p:sp>
        <p:sp>
          <p:nvSpPr>
            <p:cNvPr id="37" name="ís1ïḓè">
              <a:extLst>
                <a:ext uri="{FF2B5EF4-FFF2-40B4-BE49-F238E27FC236}">
                  <a16:creationId xmlns:a16="http://schemas.microsoft.com/office/drawing/2014/main" xmlns="" id="{9F946271-4CA3-4472-ACC0-B8CD80B76E74}"/>
                </a:ext>
              </a:extLst>
            </p:cNvPr>
            <p:cNvSpPr/>
            <p:nvPr/>
          </p:nvSpPr>
          <p:spPr bwMode="auto">
            <a:xfrm>
              <a:off x="3477319" y="1675487"/>
              <a:ext cx="73589" cy="80598"/>
            </a:xfrm>
            <a:custGeom>
              <a:avLst/>
              <a:gdLst>
                <a:gd name="T0" fmla="*/ 29 w 32"/>
                <a:gd name="T1" fmla="*/ 0 h 35"/>
                <a:gd name="T2" fmla="*/ 0 w 32"/>
                <a:gd name="T3" fmla="*/ 21 h 35"/>
                <a:gd name="T4" fmla="*/ 3 w 32"/>
                <a:gd name="T5" fmla="*/ 23 h 35"/>
                <a:gd name="T6" fmla="*/ 12 w 32"/>
                <a:gd name="T7" fmla="*/ 17 h 35"/>
                <a:gd name="T8" fmla="*/ 20 w 32"/>
                <a:gd name="T9" fmla="*/ 23 h 35"/>
                <a:gd name="T10" fmla="*/ 16 w 32"/>
                <a:gd name="T11" fmla="*/ 33 h 35"/>
                <a:gd name="T12" fmla="*/ 19 w 32"/>
                <a:gd name="T13" fmla="*/ 35 h 35"/>
                <a:gd name="T14" fmla="*/ 32 w 32"/>
                <a:gd name="T15" fmla="*/ 3 h 35"/>
                <a:gd name="T16" fmla="*/ 29 w 32"/>
                <a:gd name="T17" fmla="*/ 0 h 35"/>
                <a:gd name="T18" fmla="*/ 25 w 32"/>
                <a:gd name="T19" fmla="*/ 11 h 35"/>
                <a:gd name="T20" fmla="*/ 22 w 32"/>
                <a:gd name="T21" fmla="*/ 20 h 35"/>
                <a:gd name="T22" fmla="*/ 15 w 32"/>
                <a:gd name="T23" fmla="*/ 15 h 35"/>
                <a:gd name="T24" fmla="*/ 23 w 32"/>
                <a:gd name="T25" fmla="*/ 8 h 35"/>
                <a:gd name="T26" fmla="*/ 28 w 32"/>
                <a:gd name="T27" fmla="*/ 4 h 35"/>
                <a:gd name="T28" fmla="*/ 25 w 32"/>
                <a:gd name="T29" fmla="*/ 11 h 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32" h="35">
                  <a:moveTo>
                    <a:pt x="29" y="0"/>
                  </a:moveTo>
                  <a:cubicBezTo>
                    <a:pt x="0" y="21"/>
                    <a:pt x="0" y="21"/>
                    <a:pt x="0" y="21"/>
                  </a:cubicBezTo>
                  <a:cubicBezTo>
                    <a:pt x="3" y="23"/>
                    <a:pt x="3" y="23"/>
                    <a:pt x="3" y="23"/>
                  </a:cubicBezTo>
                  <a:cubicBezTo>
                    <a:pt x="12" y="17"/>
                    <a:pt x="12" y="17"/>
                    <a:pt x="12" y="17"/>
                  </a:cubicBezTo>
                  <a:cubicBezTo>
                    <a:pt x="20" y="23"/>
                    <a:pt x="20" y="23"/>
                    <a:pt x="20" y="23"/>
                  </a:cubicBezTo>
                  <a:cubicBezTo>
                    <a:pt x="16" y="33"/>
                    <a:pt x="16" y="33"/>
                    <a:pt x="16" y="33"/>
                  </a:cubicBezTo>
                  <a:cubicBezTo>
                    <a:pt x="19" y="35"/>
                    <a:pt x="19" y="35"/>
                    <a:pt x="19" y="35"/>
                  </a:cubicBezTo>
                  <a:cubicBezTo>
                    <a:pt x="32" y="3"/>
                    <a:pt x="32" y="3"/>
                    <a:pt x="32" y="3"/>
                  </a:cubicBezTo>
                  <a:lnTo>
                    <a:pt x="29" y="0"/>
                  </a:lnTo>
                  <a:close/>
                  <a:moveTo>
                    <a:pt x="25" y="11"/>
                  </a:moveTo>
                  <a:cubicBezTo>
                    <a:pt x="22" y="20"/>
                    <a:pt x="22" y="20"/>
                    <a:pt x="22" y="20"/>
                  </a:cubicBezTo>
                  <a:cubicBezTo>
                    <a:pt x="15" y="15"/>
                    <a:pt x="15" y="15"/>
                    <a:pt x="15" y="15"/>
                  </a:cubicBezTo>
                  <a:cubicBezTo>
                    <a:pt x="23" y="8"/>
                    <a:pt x="23" y="8"/>
                    <a:pt x="23" y="8"/>
                  </a:cubicBezTo>
                  <a:cubicBezTo>
                    <a:pt x="25" y="7"/>
                    <a:pt x="27" y="6"/>
                    <a:pt x="28" y="4"/>
                  </a:cubicBezTo>
                  <a:cubicBezTo>
                    <a:pt x="28" y="6"/>
                    <a:pt x="27" y="8"/>
                    <a:pt x="25" y="11"/>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nchor="ctr"/>
            <a:lstStyle/>
            <a:p>
              <a:pPr algn="ctr"/>
              <a:endParaRPr>
                <a:solidFill>
                  <a:schemeClr val="accent1"/>
                </a:solidFill>
              </a:endParaRPr>
            </a:p>
          </p:txBody>
        </p:sp>
        <p:sp>
          <p:nvSpPr>
            <p:cNvPr id="38" name="ïṩlïďê">
              <a:extLst>
                <a:ext uri="{FF2B5EF4-FFF2-40B4-BE49-F238E27FC236}">
                  <a16:creationId xmlns:a16="http://schemas.microsoft.com/office/drawing/2014/main" xmlns="" id="{C964D40F-5907-4024-897F-D7572ACB4413}"/>
                </a:ext>
              </a:extLst>
            </p:cNvPr>
            <p:cNvSpPr/>
            <p:nvPr/>
          </p:nvSpPr>
          <p:spPr bwMode="auto">
            <a:xfrm>
              <a:off x="3529882" y="1688803"/>
              <a:ext cx="80598" cy="87606"/>
            </a:xfrm>
            <a:custGeom>
              <a:avLst/>
              <a:gdLst>
                <a:gd name="T0" fmla="*/ 108 w 115"/>
                <a:gd name="T1" fmla="*/ 27 h 125"/>
                <a:gd name="T2" fmla="*/ 62 w 115"/>
                <a:gd name="T3" fmla="*/ 102 h 125"/>
                <a:gd name="T4" fmla="*/ 69 w 115"/>
                <a:gd name="T5" fmla="*/ 7 h 125"/>
                <a:gd name="T6" fmla="*/ 59 w 115"/>
                <a:gd name="T7" fmla="*/ 0 h 125"/>
                <a:gd name="T8" fmla="*/ 0 w 115"/>
                <a:gd name="T9" fmla="*/ 96 h 125"/>
                <a:gd name="T10" fmla="*/ 10 w 115"/>
                <a:gd name="T11" fmla="*/ 99 h 125"/>
                <a:gd name="T12" fmla="*/ 56 w 115"/>
                <a:gd name="T13" fmla="*/ 27 h 125"/>
                <a:gd name="T14" fmla="*/ 49 w 115"/>
                <a:gd name="T15" fmla="*/ 122 h 125"/>
                <a:gd name="T16" fmla="*/ 59 w 115"/>
                <a:gd name="T17" fmla="*/ 125 h 125"/>
                <a:gd name="T18" fmla="*/ 115 w 115"/>
                <a:gd name="T19" fmla="*/ 33 h 125"/>
                <a:gd name="T20" fmla="*/ 108 w 115"/>
                <a:gd name="T21" fmla="*/ 27 h 1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15" h="125">
                  <a:moveTo>
                    <a:pt x="108" y="27"/>
                  </a:moveTo>
                  <a:lnTo>
                    <a:pt x="62" y="102"/>
                  </a:lnTo>
                  <a:lnTo>
                    <a:pt x="69" y="7"/>
                  </a:lnTo>
                  <a:lnTo>
                    <a:pt x="59" y="0"/>
                  </a:lnTo>
                  <a:lnTo>
                    <a:pt x="0" y="96"/>
                  </a:lnTo>
                  <a:lnTo>
                    <a:pt x="10" y="99"/>
                  </a:lnTo>
                  <a:lnTo>
                    <a:pt x="56" y="27"/>
                  </a:lnTo>
                  <a:lnTo>
                    <a:pt x="49" y="122"/>
                  </a:lnTo>
                  <a:lnTo>
                    <a:pt x="59" y="125"/>
                  </a:lnTo>
                  <a:lnTo>
                    <a:pt x="115" y="33"/>
                  </a:lnTo>
                  <a:lnTo>
                    <a:pt x="108" y="27"/>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nchor="ctr"/>
            <a:lstStyle/>
            <a:p>
              <a:pPr algn="ctr"/>
              <a:endParaRPr>
                <a:solidFill>
                  <a:schemeClr val="accent1"/>
                </a:solidFill>
              </a:endParaRPr>
            </a:p>
          </p:txBody>
        </p:sp>
        <p:sp>
          <p:nvSpPr>
            <p:cNvPr id="39" name="íSliḋê">
              <a:extLst>
                <a:ext uri="{FF2B5EF4-FFF2-40B4-BE49-F238E27FC236}">
                  <a16:creationId xmlns:a16="http://schemas.microsoft.com/office/drawing/2014/main" xmlns="" id="{055B3BC3-1E79-4D74-90A9-693D41142DC2}"/>
                </a:ext>
              </a:extLst>
            </p:cNvPr>
            <p:cNvSpPr/>
            <p:nvPr/>
          </p:nvSpPr>
          <p:spPr bwMode="auto">
            <a:xfrm>
              <a:off x="3594360" y="1714735"/>
              <a:ext cx="56769" cy="77794"/>
            </a:xfrm>
            <a:custGeom>
              <a:avLst/>
              <a:gdLst>
                <a:gd name="T0" fmla="*/ 19 w 25"/>
                <a:gd name="T1" fmla="*/ 1 h 34"/>
                <a:gd name="T2" fmla="*/ 13 w 25"/>
                <a:gd name="T3" fmla="*/ 1 h 34"/>
                <a:gd name="T4" fmla="*/ 8 w 25"/>
                <a:gd name="T5" fmla="*/ 5 h 34"/>
                <a:gd name="T6" fmla="*/ 3 w 25"/>
                <a:gd name="T7" fmla="*/ 13 h 34"/>
                <a:gd name="T8" fmla="*/ 1 w 25"/>
                <a:gd name="T9" fmla="*/ 22 h 34"/>
                <a:gd name="T10" fmla="*/ 2 w 25"/>
                <a:gd name="T11" fmla="*/ 29 h 34"/>
                <a:gd name="T12" fmla="*/ 6 w 25"/>
                <a:gd name="T13" fmla="*/ 33 h 34"/>
                <a:gd name="T14" fmla="*/ 11 w 25"/>
                <a:gd name="T15" fmla="*/ 33 h 34"/>
                <a:gd name="T16" fmla="*/ 17 w 25"/>
                <a:gd name="T17" fmla="*/ 31 h 34"/>
                <a:gd name="T18" fmla="*/ 21 w 25"/>
                <a:gd name="T19" fmla="*/ 20 h 34"/>
                <a:gd name="T20" fmla="*/ 13 w 25"/>
                <a:gd name="T21" fmla="*/ 17 h 34"/>
                <a:gd name="T22" fmla="*/ 11 w 25"/>
                <a:gd name="T23" fmla="*/ 20 h 34"/>
                <a:gd name="T24" fmla="*/ 17 w 25"/>
                <a:gd name="T25" fmla="*/ 22 h 34"/>
                <a:gd name="T26" fmla="*/ 15 w 25"/>
                <a:gd name="T27" fmla="*/ 28 h 34"/>
                <a:gd name="T28" fmla="*/ 12 w 25"/>
                <a:gd name="T29" fmla="*/ 29 h 34"/>
                <a:gd name="T30" fmla="*/ 8 w 25"/>
                <a:gd name="T31" fmla="*/ 29 h 34"/>
                <a:gd name="T32" fmla="*/ 5 w 25"/>
                <a:gd name="T33" fmla="*/ 26 h 34"/>
                <a:gd name="T34" fmla="*/ 4 w 25"/>
                <a:gd name="T35" fmla="*/ 21 h 34"/>
                <a:gd name="T36" fmla="*/ 6 w 25"/>
                <a:gd name="T37" fmla="*/ 14 h 34"/>
                <a:gd name="T38" fmla="*/ 9 w 25"/>
                <a:gd name="T39" fmla="*/ 8 h 34"/>
                <a:gd name="T40" fmla="*/ 11 w 25"/>
                <a:gd name="T41" fmla="*/ 5 h 34"/>
                <a:gd name="T42" fmla="*/ 15 w 25"/>
                <a:gd name="T43" fmla="*/ 4 h 34"/>
                <a:gd name="T44" fmla="*/ 18 w 25"/>
                <a:gd name="T45" fmla="*/ 4 h 34"/>
                <a:gd name="T46" fmla="*/ 20 w 25"/>
                <a:gd name="T47" fmla="*/ 6 h 34"/>
                <a:gd name="T48" fmla="*/ 21 w 25"/>
                <a:gd name="T49" fmla="*/ 9 h 34"/>
                <a:gd name="T50" fmla="*/ 21 w 25"/>
                <a:gd name="T51" fmla="*/ 13 h 34"/>
                <a:gd name="T52" fmla="*/ 24 w 25"/>
                <a:gd name="T53" fmla="*/ 13 h 34"/>
                <a:gd name="T54" fmla="*/ 24 w 25"/>
                <a:gd name="T55" fmla="*/ 7 h 34"/>
                <a:gd name="T56" fmla="*/ 23 w 25"/>
                <a:gd name="T57" fmla="*/ 3 h 34"/>
                <a:gd name="T58" fmla="*/ 19 w 25"/>
                <a:gd name="T59" fmla="*/ 1 h 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25" h="34">
                  <a:moveTo>
                    <a:pt x="19" y="1"/>
                  </a:moveTo>
                  <a:cubicBezTo>
                    <a:pt x="18" y="0"/>
                    <a:pt x="15" y="0"/>
                    <a:pt x="13" y="1"/>
                  </a:cubicBezTo>
                  <a:cubicBezTo>
                    <a:pt x="11" y="1"/>
                    <a:pt x="9" y="3"/>
                    <a:pt x="8" y="5"/>
                  </a:cubicBezTo>
                  <a:cubicBezTo>
                    <a:pt x="6" y="7"/>
                    <a:pt x="4" y="10"/>
                    <a:pt x="3" y="13"/>
                  </a:cubicBezTo>
                  <a:cubicBezTo>
                    <a:pt x="2" y="16"/>
                    <a:pt x="1" y="19"/>
                    <a:pt x="1" y="22"/>
                  </a:cubicBezTo>
                  <a:cubicBezTo>
                    <a:pt x="0" y="25"/>
                    <a:pt x="1" y="27"/>
                    <a:pt x="2" y="29"/>
                  </a:cubicBezTo>
                  <a:cubicBezTo>
                    <a:pt x="3" y="31"/>
                    <a:pt x="4" y="32"/>
                    <a:pt x="6" y="33"/>
                  </a:cubicBezTo>
                  <a:cubicBezTo>
                    <a:pt x="8" y="34"/>
                    <a:pt x="9" y="34"/>
                    <a:pt x="11" y="33"/>
                  </a:cubicBezTo>
                  <a:cubicBezTo>
                    <a:pt x="13" y="33"/>
                    <a:pt x="15" y="32"/>
                    <a:pt x="17" y="31"/>
                  </a:cubicBezTo>
                  <a:cubicBezTo>
                    <a:pt x="21" y="20"/>
                    <a:pt x="21" y="20"/>
                    <a:pt x="21" y="20"/>
                  </a:cubicBezTo>
                  <a:cubicBezTo>
                    <a:pt x="13" y="17"/>
                    <a:pt x="13" y="17"/>
                    <a:pt x="13" y="17"/>
                  </a:cubicBezTo>
                  <a:cubicBezTo>
                    <a:pt x="11" y="20"/>
                    <a:pt x="11" y="20"/>
                    <a:pt x="11" y="20"/>
                  </a:cubicBezTo>
                  <a:cubicBezTo>
                    <a:pt x="17" y="22"/>
                    <a:pt x="17" y="22"/>
                    <a:pt x="17" y="22"/>
                  </a:cubicBezTo>
                  <a:cubicBezTo>
                    <a:pt x="15" y="28"/>
                    <a:pt x="15" y="28"/>
                    <a:pt x="15" y="28"/>
                  </a:cubicBezTo>
                  <a:cubicBezTo>
                    <a:pt x="14" y="29"/>
                    <a:pt x="13" y="29"/>
                    <a:pt x="12" y="29"/>
                  </a:cubicBezTo>
                  <a:cubicBezTo>
                    <a:pt x="10" y="30"/>
                    <a:pt x="9" y="30"/>
                    <a:pt x="8" y="29"/>
                  </a:cubicBezTo>
                  <a:cubicBezTo>
                    <a:pt x="6" y="29"/>
                    <a:pt x="5" y="28"/>
                    <a:pt x="5" y="26"/>
                  </a:cubicBezTo>
                  <a:cubicBezTo>
                    <a:pt x="4" y="25"/>
                    <a:pt x="3" y="23"/>
                    <a:pt x="4" y="21"/>
                  </a:cubicBezTo>
                  <a:cubicBezTo>
                    <a:pt x="4" y="19"/>
                    <a:pt x="4" y="17"/>
                    <a:pt x="6" y="14"/>
                  </a:cubicBezTo>
                  <a:cubicBezTo>
                    <a:pt x="7" y="12"/>
                    <a:pt x="8" y="10"/>
                    <a:pt x="9" y="8"/>
                  </a:cubicBezTo>
                  <a:cubicBezTo>
                    <a:pt x="10" y="7"/>
                    <a:pt x="11" y="6"/>
                    <a:pt x="11" y="5"/>
                  </a:cubicBezTo>
                  <a:cubicBezTo>
                    <a:pt x="12" y="5"/>
                    <a:pt x="13" y="4"/>
                    <a:pt x="15" y="4"/>
                  </a:cubicBezTo>
                  <a:cubicBezTo>
                    <a:pt x="16" y="4"/>
                    <a:pt x="17" y="4"/>
                    <a:pt x="18" y="4"/>
                  </a:cubicBezTo>
                  <a:cubicBezTo>
                    <a:pt x="19" y="5"/>
                    <a:pt x="20" y="5"/>
                    <a:pt x="20" y="6"/>
                  </a:cubicBezTo>
                  <a:cubicBezTo>
                    <a:pt x="21" y="7"/>
                    <a:pt x="21" y="8"/>
                    <a:pt x="21" y="9"/>
                  </a:cubicBezTo>
                  <a:cubicBezTo>
                    <a:pt x="22" y="10"/>
                    <a:pt x="21" y="11"/>
                    <a:pt x="21" y="13"/>
                  </a:cubicBezTo>
                  <a:cubicBezTo>
                    <a:pt x="24" y="13"/>
                    <a:pt x="24" y="13"/>
                    <a:pt x="24" y="13"/>
                  </a:cubicBezTo>
                  <a:cubicBezTo>
                    <a:pt x="24" y="11"/>
                    <a:pt x="25" y="9"/>
                    <a:pt x="24" y="7"/>
                  </a:cubicBezTo>
                  <a:cubicBezTo>
                    <a:pt x="24" y="6"/>
                    <a:pt x="24" y="4"/>
                    <a:pt x="23" y="3"/>
                  </a:cubicBezTo>
                  <a:cubicBezTo>
                    <a:pt x="22" y="2"/>
                    <a:pt x="21" y="1"/>
                    <a:pt x="19" y="1"/>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nchor="ctr"/>
            <a:lstStyle/>
            <a:p>
              <a:pPr algn="ctr"/>
              <a:endParaRPr>
                <a:solidFill>
                  <a:schemeClr val="accent1"/>
                </a:solidFill>
              </a:endParaRPr>
            </a:p>
          </p:txBody>
        </p:sp>
        <p:sp>
          <p:nvSpPr>
            <p:cNvPr id="40" name="ísļîdè">
              <a:extLst>
                <a:ext uri="{FF2B5EF4-FFF2-40B4-BE49-F238E27FC236}">
                  <a16:creationId xmlns:a16="http://schemas.microsoft.com/office/drawing/2014/main" xmlns="" id="{7BC03D1D-BAC2-4800-8D7A-9D860D4FDF6E}"/>
                </a:ext>
              </a:extLst>
            </p:cNvPr>
            <p:cNvSpPr/>
            <p:nvPr/>
          </p:nvSpPr>
          <p:spPr bwMode="auto">
            <a:xfrm>
              <a:off x="3681266" y="1716837"/>
              <a:ext cx="45555" cy="78495"/>
            </a:xfrm>
            <a:custGeom>
              <a:avLst/>
              <a:gdLst>
                <a:gd name="T0" fmla="*/ 17 w 20"/>
                <a:gd name="T1" fmla="*/ 19 h 34"/>
                <a:gd name="T2" fmla="*/ 15 w 20"/>
                <a:gd name="T3" fmla="*/ 27 h 34"/>
                <a:gd name="T4" fmla="*/ 10 w 20"/>
                <a:gd name="T5" fmla="*/ 30 h 34"/>
                <a:gd name="T6" fmla="*/ 7 w 20"/>
                <a:gd name="T7" fmla="*/ 29 h 34"/>
                <a:gd name="T8" fmla="*/ 4 w 20"/>
                <a:gd name="T9" fmla="*/ 25 h 34"/>
                <a:gd name="T10" fmla="*/ 4 w 20"/>
                <a:gd name="T11" fmla="*/ 19 h 34"/>
                <a:gd name="T12" fmla="*/ 4 w 20"/>
                <a:gd name="T13" fmla="*/ 0 h 34"/>
                <a:gd name="T14" fmla="*/ 0 w 20"/>
                <a:gd name="T15" fmla="*/ 0 h 34"/>
                <a:gd name="T16" fmla="*/ 0 w 20"/>
                <a:gd name="T17" fmla="*/ 19 h 34"/>
                <a:gd name="T18" fmla="*/ 1 w 20"/>
                <a:gd name="T19" fmla="*/ 27 h 34"/>
                <a:gd name="T20" fmla="*/ 5 w 20"/>
                <a:gd name="T21" fmla="*/ 32 h 34"/>
                <a:gd name="T22" fmla="*/ 10 w 20"/>
                <a:gd name="T23" fmla="*/ 34 h 34"/>
                <a:gd name="T24" fmla="*/ 16 w 20"/>
                <a:gd name="T25" fmla="*/ 32 h 34"/>
                <a:gd name="T26" fmla="*/ 19 w 20"/>
                <a:gd name="T27" fmla="*/ 27 h 34"/>
                <a:gd name="T28" fmla="*/ 20 w 20"/>
                <a:gd name="T29" fmla="*/ 19 h 34"/>
                <a:gd name="T30" fmla="*/ 20 w 20"/>
                <a:gd name="T31" fmla="*/ 0 h 34"/>
                <a:gd name="T32" fmla="*/ 17 w 20"/>
                <a:gd name="T33" fmla="*/ 0 h 34"/>
                <a:gd name="T34" fmla="*/ 17 w 20"/>
                <a:gd name="T35" fmla="*/ 19 h 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20" h="34">
                  <a:moveTo>
                    <a:pt x="17" y="19"/>
                  </a:moveTo>
                  <a:cubicBezTo>
                    <a:pt x="17" y="23"/>
                    <a:pt x="16" y="26"/>
                    <a:pt x="15" y="27"/>
                  </a:cubicBezTo>
                  <a:cubicBezTo>
                    <a:pt x="14" y="29"/>
                    <a:pt x="13" y="30"/>
                    <a:pt x="10" y="30"/>
                  </a:cubicBezTo>
                  <a:cubicBezTo>
                    <a:pt x="9" y="30"/>
                    <a:pt x="8" y="29"/>
                    <a:pt x="7" y="29"/>
                  </a:cubicBezTo>
                  <a:cubicBezTo>
                    <a:pt x="6" y="28"/>
                    <a:pt x="5" y="27"/>
                    <a:pt x="4" y="25"/>
                  </a:cubicBezTo>
                  <a:cubicBezTo>
                    <a:pt x="4" y="24"/>
                    <a:pt x="4" y="22"/>
                    <a:pt x="4" y="19"/>
                  </a:cubicBezTo>
                  <a:cubicBezTo>
                    <a:pt x="4" y="0"/>
                    <a:pt x="4" y="0"/>
                    <a:pt x="4" y="0"/>
                  </a:cubicBezTo>
                  <a:cubicBezTo>
                    <a:pt x="0" y="0"/>
                    <a:pt x="0" y="0"/>
                    <a:pt x="0" y="0"/>
                  </a:cubicBezTo>
                  <a:cubicBezTo>
                    <a:pt x="0" y="19"/>
                    <a:pt x="0" y="19"/>
                    <a:pt x="0" y="19"/>
                  </a:cubicBezTo>
                  <a:cubicBezTo>
                    <a:pt x="0" y="23"/>
                    <a:pt x="1" y="25"/>
                    <a:pt x="1" y="27"/>
                  </a:cubicBezTo>
                  <a:cubicBezTo>
                    <a:pt x="2" y="29"/>
                    <a:pt x="3" y="31"/>
                    <a:pt x="5" y="32"/>
                  </a:cubicBezTo>
                  <a:cubicBezTo>
                    <a:pt x="6" y="33"/>
                    <a:pt x="8" y="34"/>
                    <a:pt x="10" y="34"/>
                  </a:cubicBezTo>
                  <a:cubicBezTo>
                    <a:pt x="13" y="34"/>
                    <a:pt x="15" y="33"/>
                    <a:pt x="16" y="32"/>
                  </a:cubicBezTo>
                  <a:cubicBezTo>
                    <a:pt x="18" y="31"/>
                    <a:pt x="19" y="29"/>
                    <a:pt x="19" y="27"/>
                  </a:cubicBezTo>
                  <a:cubicBezTo>
                    <a:pt x="20" y="25"/>
                    <a:pt x="20" y="22"/>
                    <a:pt x="20" y="19"/>
                  </a:cubicBezTo>
                  <a:cubicBezTo>
                    <a:pt x="20" y="0"/>
                    <a:pt x="20" y="0"/>
                    <a:pt x="20" y="0"/>
                  </a:cubicBezTo>
                  <a:cubicBezTo>
                    <a:pt x="17" y="0"/>
                    <a:pt x="17" y="0"/>
                    <a:pt x="17" y="0"/>
                  </a:cubicBezTo>
                  <a:lnTo>
                    <a:pt x="17" y="19"/>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nchor="ctr"/>
            <a:lstStyle/>
            <a:p>
              <a:pPr algn="ctr"/>
              <a:endParaRPr>
                <a:solidFill>
                  <a:schemeClr val="accent1"/>
                </a:solidFill>
              </a:endParaRPr>
            </a:p>
          </p:txBody>
        </p:sp>
        <p:sp>
          <p:nvSpPr>
            <p:cNvPr id="41" name="îSlíḋé">
              <a:extLst>
                <a:ext uri="{FF2B5EF4-FFF2-40B4-BE49-F238E27FC236}">
                  <a16:creationId xmlns:a16="http://schemas.microsoft.com/office/drawing/2014/main" xmlns="" id="{6DD09F45-8FAD-44C3-B9A7-8234E5BC977B}"/>
                </a:ext>
              </a:extLst>
            </p:cNvPr>
            <p:cNvSpPr/>
            <p:nvPr/>
          </p:nvSpPr>
          <p:spPr bwMode="auto">
            <a:xfrm>
              <a:off x="3733829" y="1709829"/>
              <a:ext cx="55367" cy="80598"/>
            </a:xfrm>
            <a:custGeom>
              <a:avLst/>
              <a:gdLst>
                <a:gd name="T0" fmla="*/ 53 w 79"/>
                <a:gd name="T1" fmla="*/ 0 h 115"/>
                <a:gd name="T2" fmla="*/ 62 w 79"/>
                <a:gd name="T3" fmla="*/ 86 h 115"/>
                <a:gd name="T4" fmla="*/ 10 w 79"/>
                <a:gd name="T5" fmla="*/ 3 h 115"/>
                <a:gd name="T6" fmla="*/ 0 w 79"/>
                <a:gd name="T7" fmla="*/ 7 h 115"/>
                <a:gd name="T8" fmla="*/ 13 w 79"/>
                <a:gd name="T9" fmla="*/ 115 h 115"/>
                <a:gd name="T10" fmla="*/ 23 w 79"/>
                <a:gd name="T11" fmla="*/ 115 h 115"/>
                <a:gd name="T12" fmla="*/ 13 w 79"/>
                <a:gd name="T13" fmla="*/ 30 h 115"/>
                <a:gd name="T14" fmla="*/ 66 w 79"/>
                <a:gd name="T15" fmla="*/ 109 h 115"/>
                <a:gd name="T16" fmla="*/ 79 w 79"/>
                <a:gd name="T17" fmla="*/ 109 h 115"/>
                <a:gd name="T18" fmla="*/ 62 w 79"/>
                <a:gd name="T19" fmla="*/ 0 h 115"/>
                <a:gd name="T20" fmla="*/ 53 w 79"/>
                <a:gd name="T21" fmla="*/ 0 h 1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79" h="115">
                  <a:moveTo>
                    <a:pt x="53" y="0"/>
                  </a:moveTo>
                  <a:lnTo>
                    <a:pt x="62" y="86"/>
                  </a:lnTo>
                  <a:lnTo>
                    <a:pt x="10" y="3"/>
                  </a:lnTo>
                  <a:lnTo>
                    <a:pt x="0" y="7"/>
                  </a:lnTo>
                  <a:lnTo>
                    <a:pt x="13" y="115"/>
                  </a:lnTo>
                  <a:lnTo>
                    <a:pt x="23" y="115"/>
                  </a:lnTo>
                  <a:lnTo>
                    <a:pt x="13" y="30"/>
                  </a:lnTo>
                  <a:lnTo>
                    <a:pt x="66" y="109"/>
                  </a:lnTo>
                  <a:lnTo>
                    <a:pt x="79" y="109"/>
                  </a:lnTo>
                  <a:lnTo>
                    <a:pt x="62" y="0"/>
                  </a:lnTo>
                  <a:lnTo>
                    <a:pt x="53" y="0"/>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nchor="ctr"/>
            <a:lstStyle/>
            <a:p>
              <a:pPr algn="ctr"/>
              <a:endParaRPr>
                <a:solidFill>
                  <a:schemeClr val="accent1"/>
                </a:solidFill>
              </a:endParaRPr>
            </a:p>
          </p:txBody>
        </p:sp>
        <p:sp>
          <p:nvSpPr>
            <p:cNvPr id="42" name="íŝ1ïḓê">
              <a:extLst>
                <a:ext uri="{FF2B5EF4-FFF2-40B4-BE49-F238E27FC236}">
                  <a16:creationId xmlns:a16="http://schemas.microsoft.com/office/drawing/2014/main" xmlns="" id="{7283B66C-D810-4092-9369-2E441201EF6D}"/>
                </a:ext>
              </a:extLst>
            </p:cNvPr>
            <p:cNvSpPr/>
            <p:nvPr/>
          </p:nvSpPr>
          <p:spPr bwMode="auto">
            <a:xfrm>
              <a:off x="3782188" y="1695812"/>
              <a:ext cx="32239" cy="76393"/>
            </a:xfrm>
            <a:custGeom>
              <a:avLst/>
              <a:gdLst>
                <a:gd name="T0" fmla="*/ 0 w 46"/>
                <a:gd name="T1" fmla="*/ 4 h 109"/>
                <a:gd name="T2" fmla="*/ 36 w 46"/>
                <a:gd name="T3" fmla="*/ 109 h 109"/>
                <a:gd name="T4" fmla="*/ 46 w 46"/>
                <a:gd name="T5" fmla="*/ 106 h 109"/>
                <a:gd name="T6" fmla="*/ 10 w 46"/>
                <a:gd name="T7" fmla="*/ 0 h 109"/>
                <a:gd name="T8" fmla="*/ 0 w 46"/>
                <a:gd name="T9" fmla="*/ 4 h 109"/>
              </a:gdLst>
              <a:ahLst/>
              <a:cxnLst>
                <a:cxn ang="0">
                  <a:pos x="T0" y="T1"/>
                </a:cxn>
                <a:cxn ang="0">
                  <a:pos x="T2" y="T3"/>
                </a:cxn>
                <a:cxn ang="0">
                  <a:pos x="T4" y="T5"/>
                </a:cxn>
                <a:cxn ang="0">
                  <a:pos x="T6" y="T7"/>
                </a:cxn>
                <a:cxn ang="0">
                  <a:pos x="T8" y="T9"/>
                </a:cxn>
              </a:cxnLst>
              <a:rect l="0" t="0" r="r" b="b"/>
              <a:pathLst>
                <a:path w="46" h="109">
                  <a:moveTo>
                    <a:pt x="0" y="4"/>
                  </a:moveTo>
                  <a:lnTo>
                    <a:pt x="36" y="109"/>
                  </a:lnTo>
                  <a:lnTo>
                    <a:pt x="46" y="106"/>
                  </a:lnTo>
                  <a:lnTo>
                    <a:pt x="10" y="0"/>
                  </a:lnTo>
                  <a:lnTo>
                    <a:pt x="0" y="4"/>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nchor="ctr"/>
            <a:lstStyle/>
            <a:p>
              <a:pPr algn="ctr"/>
              <a:endParaRPr>
                <a:solidFill>
                  <a:schemeClr val="accent1"/>
                </a:solidFill>
              </a:endParaRPr>
            </a:p>
          </p:txBody>
        </p:sp>
        <p:sp>
          <p:nvSpPr>
            <p:cNvPr id="43" name="ï$ľíḑè">
              <a:extLst>
                <a:ext uri="{FF2B5EF4-FFF2-40B4-BE49-F238E27FC236}">
                  <a16:creationId xmlns:a16="http://schemas.microsoft.com/office/drawing/2014/main" xmlns="" id="{B8B1D0DE-FDC6-4F74-958D-8B419F26D72E}"/>
                </a:ext>
              </a:extLst>
            </p:cNvPr>
            <p:cNvSpPr/>
            <p:nvPr/>
          </p:nvSpPr>
          <p:spPr bwMode="auto">
            <a:xfrm>
              <a:off x="3793401" y="1679692"/>
              <a:ext cx="55367" cy="83401"/>
            </a:xfrm>
            <a:custGeom>
              <a:avLst/>
              <a:gdLst>
                <a:gd name="T0" fmla="*/ 17 w 24"/>
                <a:gd name="T1" fmla="*/ 1 h 36"/>
                <a:gd name="T2" fmla="*/ 20 w 24"/>
                <a:gd name="T3" fmla="*/ 26 h 36"/>
                <a:gd name="T4" fmla="*/ 21 w 24"/>
                <a:gd name="T5" fmla="*/ 32 h 36"/>
                <a:gd name="T6" fmla="*/ 18 w 24"/>
                <a:gd name="T7" fmla="*/ 27 h 36"/>
                <a:gd name="T8" fmla="*/ 3 w 24"/>
                <a:gd name="T9" fmla="*/ 7 h 36"/>
                <a:gd name="T10" fmla="*/ 0 w 24"/>
                <a:gd name="T11" fmla="*/ 8 h 36"/>
                <a:gd name="T12" fmla="*/ 21 w 24"/>
                <a:gd name="T13" fmla="*/ 36 h 36"/>
                <a:gd name="T14" fmla="*/ 24 w 24"/>
                <a:gd name="T15" fmla="*/ 35 h 36"/>
                <a:gd name="T16" fmla="*/ 19 w 24"/>
                <a:gd name="T17" fmla="*/ 0 h 36"/>
                <a:gd name="T18" fmla="*/ 17 w 24"/>
                <a:gd name="T19" fmla="*/ 1 h 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4" h="36">
                  <a:moveTo>
                    <a:pt x="17" y="1"/>
                  </a:moveTo>
                  <a:cubicBezTo>
                    <a:pt x="20" y="26"/>
                    <a:pt x="20" y="26"/>
                    <a:pt x="20" y="26"/>
                  </a:cubicBezTo>
                  <a:cubicBezTo>
                    <a:pt x="20" y="28"/>
                    <a:pt x="21" y="30"/>
                    <a:pt x="21" y="32"/>
                  </a:cubicBezTo>
                  <a:cubicBezTo>
                    <a:pt x="20" y="30"/>
                    <a:pt x="19" y="29"/>
                    <a:pt x="18" y="27"/>
                  </a:cubicBezTo>
                  <a:cubicBezTo>
                    <a:pt x="3" y="7"/>
                    <a:pt x="3" y="7"/>
                    <a:pt x="3" y="7"/>
                  </a:cubicBezTo>
                  <a:cubicBezTo>
                    <a:pt x="0" y="8"/>
                    <a:pt x="0" y="8"/>
                    <a:pt x="0" y="8"/>
                  </a:cubicBezTo>
                  <a:cubicBezTo>
                    <a:pt x="21" y="36"/>
                    <a:pt x="21" y="36"/>
                    <a:pt x="21" y="36"/>
                  </a:cubicBezTo>
                  <a:cubicBezTo>
                    <a:pt x="24" y="35"/>
                    <a:pt x="24" y="35"/>
                    <a:pt x="24" y="35"/>
                  </a:cubicBezTo>
                  <a:cubicBezTo>
                    <a:pt x="19" y="0"/>
                    <a:pt x="19" y="0"/>
                    <a:pt x="19" y="0"/>
                  </a:cubicBezTo>
                  <a:lnTo>
                    <a:pt x="17" y="1"/>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nchor="ctr"/>
            <a:lstStyle/>
            <a:p>
              <a:pPr algn="ctr"/>
              <a:endParaRPr>
                <a:solidFill>
                  <a:schemeClr val="accent1"/>
                </a:solidFill>
              </a:endParaRPr>
            </a:p>
          </p:txBody>
        </p:sp>
        <p:sp>
          <p:nvSpPr>
            <p:cNvPr id="44" name="ïṧ1íḓè">
              <a:extLst>
                <a:ext uri="{FF2B5EF4-FFF2-40B4-BE49-F238E27FC236}">
                  <a16:creationId xmlns:a16="http://schemas.microsoft.com/office/drawing/2014/main" xmlns="" id="{C21EECE4-AE5E-4A88-AABC-393EFA879EC8}"/>
                </a:ext>
              </a:extLst>
            </p:cNvPr>
            <p:cNvSpPr/>
            <p:nvPr/>
          </p:nvSpPr>
          <p:spPr bwMode="auto">
            <a:xfrm>
              <a:off x="3843863" y="1661470"/>
              <a:ext cx="68683" cy="78495"/>
            </a:xfrm>
            <a:custGeom>
              <a:avLst/>
              <a:gdLst>
                <a:gd name="T0" fmla="*/ 62 w 98"/>
                <a:gd name="T1" fmla="*/ 99 h 112"/>
                <a:gd name="T2" fmla="*/ 40 w 98"/>
                <a:gd name="T3" fmla="*/ 66 h 112"/>
                <a:gd name="T4" fmla="*/ 66 w 98"/>
                <a:gd name="T5" fmla="*/ 49 h 112"/>
                <a:gd name="T6" fmla="*/ 59 w 98"/>
                <a:gd name="T7" fmla="*/ 39 h 112"/>
                <a:gd name="T8" fmla="*/ 33 w 98"/>
                <a:gd name="T9" fmla="*/ 56 h 112"/>
                <a:gd name="T10" fmla="*/ 13 w 98"/>
                <a:gd name="T11" fmla="*/ 26 h 112"/>
                <a:gd name="T12" fmla="*/ 40 w 98"/>
                <a:gd name="T13" fmla="*/ 10 h 112"/>
                <a:gd name="T14" fmla="*/ 33 w 98"/>
                <a:gd name="T15" fmla="*/ 0 h 112"/>
                <a:gd name="T16" fmla="*/ 0 w 98"/>
                <a:gd name="T17" fmla="*/ 20 h 112"/>
                <a:gd name="T18" fmla="*/ 62 w 98"/>
                <a:gd name="T19" fmla="*/ 112 h 112"/>
                <a:gd name="T20" fmla="*/ 98 w 98"/>
                <a:gd name="T21" fmla="*/ 92 h 112"/>
                <a:gd name="T22" fmla="*/ 89 w 98"/>
                <a:gd name="T23" fmla="*/ 79 h 112"/>
                <a:gd name="T24" fmla="*/ 62 w 98"/>
                <a:gd name="T25" fmla="*/ 99 h 1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98" h="112">
                  <a:moveTo>
                    <a:pt x="62" y="99"/>
                  </a:moveTo>
                  <a:lnTo>
                    <a:pt x="40" y="66"/>
                  </a:lnTo>
                  <a:lnTo>
                    <a:pt x="66" y="49"/>
                  </a:lnTo>
                  <a:lnTo>
                    <a:pt x="59" y="39"/>
                  </a:lnTo>
                  <a:lnTo>
                    <a:pt x="33" y="56"/>
                  </a:lnTo>
                  <a:lnTo>
                    <a:pt x="13" y="26"/>
                  </a:lnTo>
                  <a:lnTo>
                    <a:pt x="40" y="10"/>
                  </a:lnTo>
                  <a:lnTo>
                    <a:pt x="33" y="0"/>
                  </a:lnTo>
                  <a:lnTo>
                    <a:pt x="0" y="20"/>
                  </a:lnTo>
                  <a:lnTo>
                    <a:pt x="62" y="112"/>
                  </a:lnTo>
                  <a:lnTo>
                    <a:pt x="98" y="92"/>
                  </a:lnTo>
                  <a:lnTo>
                    <a:pt x="89" y="79"/>
                  </a:lnTo>
                  <a:lnTo>
                    <a:pt x="62" y="99"/>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nchor="ctr"/>
            <a:lstStyle/>
            <a:p>
              <a:pPr algn="ctr"/>
              <a:endParaRPr>
                <a:solidFill>
                  <a:schemeClr val="accent1"/>
                </a:solidFill>
              </a:endParaRPr>
            </a:p>
          </p:txBody>
        </p:sp>
        <p:sp>
          <p:nvSpPr>
            <p:cNvPr id="45" name="işļïḑê">
              <a:extLst>
                <a:ext uri="{FF2B5EF4-FFF2-40B4-BE49-F238E27FC236}">
                  <a16:creationId xmlns:a16="http://schemas.microsoft.com/office/drawing/2014/main" xmlns="" id="{6E1A4E8B-56D3-49CD-B687-49377DD23B06}"/>
                </a:ext>
              </a:extLst>
            </p:cNvPr>
            <p:cNvSpPr/>
            <p:nvPr/>
          </p:nvSpPr>
          <p:spPr bwMode="auto">
            <a:xfrm>
              <a:off x="3876102" y="1636239"/>
              <a:ext cx="82700" cy="78495"/>
            </a:xfrm>
            <a:custGeom>
              <a:avLst/>
              <a:gdLst>
                <a:gd name="T0" fmla="*/ 22 w 36"/>
                <a:gd name="T1" fmla="*/ 16 h 34"/>
                <a:gd name="T2" fmla="*/ 20 w 36"/>
                <a:gd name="T3" fmla="*/ 16 h 34"/>
                <a:gd name="T4" fmla="*/ 22 w 36"/>
                <a:gd name="T5" fmla="*/ 11 h 34"/>
                <a:gd name="T6" fmla="*/ 19 w 36"/>
                <a:gd name="T7" fmla="*/ 5 h 34"/>
                <a:gd name="T8" fmla="*/ 15 w 36"/>
                <a:gd name="T9" fmla="*/ 2 h 34"/>
                <a:gd name="T10" fmla="*/ 12 w 36"/>
                <a:gd name="T11" fmla="*/ 0 h 34"/>
                <a:gd name="T12" fmla="*/ 8 w 36"/>
                <a:gd name="T13" fmla="*/ 2 h 34"/>
                <a:gd name="T14" fmla="*/ 0 w 36"/>
                <a:gd name="T15" fmla="*/ 7 h 34"/>
                <a:gd name="T16" fmla="*/ 21 w 36"/>
                <a:gd name="T17" fmla="*/ 34 h 34"/>
                <a:gd name="T18" fmla="*/ 23 w 36"/>
                <a:gd name="T19" fmla="*/ 33 h 34"/>
                <a:gd name="T20" fmla="*/ 14 w 36"/>
                <a:gd name="T21" fmla="*/ 21 h 34"/>
                <a:gd name="T22" fmla="*/ 16 w 36"/>
                <a:gd name="T23" fmla="*/ 19 h 34"/>
                <a:gd name="T24" fmla="*/ 18 w 36"/>
                <a:gd name="T25" fmla="*/ 18 h 34"/>
                <a:gd name="T26" fmla="*/ 19 w 36"/>
                <a:gd name="T27" fmla="*/ 18 h 34"/>
                <a:gd name="T28" fmla="*/ 22 w 36"/>
                <a:gd name="T29" fmla="*/ 19 h 34"/>
                <a:gd name="T30" fmla="*/ 26 w 36"/>
                <a:gd name="T31" fmla="*/ 22 h 34"/>
                <a:gd name="T32" fmla="*/ 33 w 36"/>
                <a:gd name="T33" fmla="*/ 26 h 34"/>
                <a:gd name="T34" fmla="*/ 36 w 36"/>
                <a:gd name="T35" fmla="*/ 24 h 34"/>
                <a:gd name="T36" fmla="*/ 27 w 36"/>
                <a:gd name="T37" fmla="*/ 19 h 34"/>
                <a:gd name="T38" fmla="*/ 22 w 36"/>
                <a:gd name="T39" fmla="*/ 16 h 34"/>
                <a:gd name="T40" fmla="*/ 18 w 36"/>
                <a:gd name="T41" fmla="*/ 12 h 34"/>
                <a:gd name="T42" fmla="*/ 16 w 36"/>
                <a:gd name="T43" fmla="*/ 14 h 34"/>
                <a:gd name="T44" fmla="*/ 12 w 36"/>
                <a:gd name="T45" fmla="*/ 18 h 34"/>
                <a:gd name="T46" fmla="*/ 5 w 36"/>
                <a:gd name="T47" fmla="*/ 9 h 34"/>
                <a:gd name="T48" fmla="*/ 10 w 36"/>
                <a:gd name="T49" fmla="*/ 5 h 34"/>
                <a:gd name="T50" fmla="*/ 14 w 36"/>
                <a:gd name="T51" fmla="*/ 4 h 34"/>
                <a:gd name="T52" fmla="*/ 17 w 36"/>
                <a:gd name="T53" fmla="*/ 7 h 34"/>
                <a:gd name="T54" fmla="*/ 18 w 36"/>
                <a:gd name="T55" fmla="*/ 10 h 34"/>
                <a:gd name="T56" fmla="*/ 18 w 36"/>
                <a:gd name="T57" fmla="*/ 12 h 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36" h="34">
                  <a:moveTo>
                    <a:pt x="22" y="16"/>
                  </a:moveTo>
                  <a:cubicBezTo>
                    <a:pt x="22" y="16"/>
                    <a:pt x="21" y="16"/>
                    <a:pt x="20" y="16"/>
                  </a:cubicBezTo>
                  <a:cubicBezTo>
                    <a:pt x="21" y="14"/>
                    <a:pt x="22" y="13"/>
                    <a:pt x="22" y="11"/>
                  </a:cubicBezTo>
                  <a:cubicBezTo>
                    <a:pt x="22" y="9"/>
                    <a:pt x="21" y="7"/>
                    <a:pt x="19" y="5"/>
                  </a:cubicBezTo>
                  <a:cubicBezTo>
                    <a:pt x="18" y="4"/>
                    <a:pt x="17" y="3"/>
                    <a:pt x="15" y="2"/>
                  </a:cubicBezTo>
                  <a:cubicBezTo>
                    <a:pt x="14" y="1"/>
                    <a:pt x="13" y="0"/>
                    <a:pt x="12" y="0"/>
                  </a:cubicBezTo>
                  <a:cubicBezTo>
                    <a:pt x="11" y="0"/>
                    <a:pt x="9" y="1"/>
                    <a:pt x="8" y="2"/>
                  </a:cubicBezTo>
                  <a:cubicBezTo>
                    <a:pt x="0" y="7"/>
                    <a:pt x="0" y="7"/>
                    <a:pt x="0" y="7"/>
                  </a:cubicBezTo>
                  <a:cubicBezTo>
                    <a:pt x="21" y="34"/>
                    <a:pt x="21" y="34"/>
                    <a:pt x="21" y="34"/>
                  </a:cubicBezTo>
                  <a:cubicBezTo>
                    <a:pt x="23" y="33"/>
                    <a:pt x="23" y="33"/>
                    <a:pt x="23" y="33"/>
                  </a:cubicBezTo>
                  <a:cubicBezTo>
                    <a:pt x="14" y="21"/>
                    <a:pt x="14" y="21"/>
                    <a:pt x="14" y="21"/>
                  </a:cubicBezTo>
                  <a:cubicBezTo>
                    <a:pt x="16" y="19"/>
                    <a:pt x="16" y="19"/>
                    <a:pt x="16" y="19"/>
                  </a:cubicBezTo>
                  <a:cubicBezTo>
                    <a:pt x="17" y="19"/>
                    <a:pt x="17" y="18"/>
                    <a:pt x="18" y="18"/>
                  </a:cubicBezTo>
                  <a:cubicBezTo>
                    <a:pt x="18" y="18"/>
                    <a:pt x="19" y="18"/>
                    <a:pt x="19" y="18"/>
                  </a:cubicBezTo>
                  <a:cubicBezTo>
                    <a:pt x="20" y="18"/>
                    <a:pt x="21" y="19"/>
                    <a:pt x="22" y="19"/>
                  </a:cubicBezTo>
                  <a:cubicBezTo>
                    <a:pt x="23" y="20"/>
                    <a:pt x="24" y="21"/>
                    <a:pt x="26" y="22"/>
                  </a:cubicBezTo>
                  <a:cubicBezTo>
                    <a:pt x="33" y="26"/>
                    <a:pt x="33" y="26"/>
                    <a:pt x="33" y="26"/>
                  </a:cubicBezTo>
                  <a:cubicBezTo>
                    <a:pt x="36" y="24"/>
                    <a:pt x="36" y="24"/>
                    <a:pt x="36" y="24"/>
                  </a:cubicBezTo>
                  <a:cubicBezTo>
                    <a:pt x="27" y="19"/>
                    <a:pt x="27" y="19"/>
                    <a:pt x="27" y="19"/>
                  </a:cubicBezTo>
                  <a:cubicBezTo>
                    <a:pt x="25" y="18"/>
                    <a:pt x="24" y="17"/>
                    <a:pt x="22" y="16"/>
                  </a:cubicBezTo>
                  <a:close/>
                  <a:moveTo>
                    <a:pt x="18" y="12"/>
                  </a:moveTo>
                  <a:cubicBezTo>
                    <a:pt x="18" y="13"/>
                    <a:pt x="17" y="14"/>
                    <a:pt x="16" y="14"/>
                  </a:cubicBezTo>
                  <a:cubicBezTo>
                    <a:pt x="12" y="18"/>
                    <a:pt x="12" y="18"/>
                    <a:pt x="12" y="18"/>
                  </a:cubicBezTo>
                  <a:cubicBezTo>
                    <a:pt x="5" y="9"/>
                    <a:pt x="5" y="9"/>
                    <a:pt x="5" y="9"/>
                  </a:cubicBezTo>
                  <a:cubicBezTo>
                    <a:pt x="10" y="5"/>
                    <a:pt x="10" y="5"/>
                    <a:pt x="10" y="5"/>
                  </a:cubicBezTo>
                  <a:cubicBezTo>
                    <a:pt x="11" y="4"/>
                    <a:pt x="13" y="4"/>
                    <a:pt x="14" y="4"/>
                  </a:cubicBezTo>
                  <a:cubicBezTo>
                    <a:pt x="15" y="5"/>
                    <a:pt x="16" y="6"/>
                    <a:pt x="17" y="7"/>
                  </a:cubicBezTo>
                  <a:cubicBezTo>
                    <a:pt x="18" y="8"/>
                    <a:pt x="18" y="9"/>
                    <a:pt x="18" y="10"/>
                  </a:cubicBezTo>
                  <a:cubicBezTo>
                    <a:pt x="19" y="11"/>
                    <a:pt x="19" y="11"/>
                    <a:pt x="18" y="12"/>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nchor="ctr"/>
            <a:lstStyle/>
            <a:p>
              <a:pPr algn="ctr"/>
              <a:endParaRPr>
                <a:solidFill>
                  <a:schemeClr val="accent1"/>
                </a:solidFill>
              </a:endParaRPr>
            </a:p>
          </p:txBody>
        </p:sp>
        <p:sp>
          <p:nvSpPr>
            <p:cNvPr id="46" name="îŝ1îdé">
              <a:extLst>
                <a:ext uri="{FF2B5EF4-FFF2-40B4-BE49-F238E27FC236}">
                  <a16:creationId xmlns:a16="http://schemas.microsoft.com/office/drawing/2014/main" xmlns="" id="{029CDCB0-0C35-4439-BB98-F3982F6611A0}"/>
                </a:ext>
              </a:extLst>
            </p:cNvPr>
            <p:cNvSpPr/>
            <p:nvPr/>
          </p:nvSpPr>
          <p:spPr bwMode="auto">
            <a:xfrm>
              <a:off x="3915349" y="1611009"/>
              <a:ext cx="77794" cy="61675"/>
            </a:xfrm>
            <a:custGeom>
              <a:avLst/>
              <a:gdLst>
                <a:gd name="T0" fmla="*/ 28 w 34"/>
                <a:gd name="T1" fmla="*/ 10 h 27"/>
                <a:gd name="T2" fmla="*/ 24 w 34"/>
                <a:gd name="T3" fmla="*/ 8 h 27"/>
                <a:gd name="T4" fmla="*/ 19 w 34"/>
                <a:gd name="T5" fmla="*/ 9 h 27"/>
                <a:gd name="T6" fmla="*/ 14 w 34"/>
                <a:gd name="T7" fmla="*/ 12 h 27"/>
                <a:gd name="T8" fmla="*/ 10 w 34"/>
                <a:gd name="T9" fmla="*/ 14 h 27"/>
                <a:gd name="T10" fmla="*/ 7 w 34"/>
                <a:gd name="T11" fmla="*/ 13 h 27"/>
                <a:gd name="T12" fmla="*/ 4 w 34"/>
                <a:gd name="T13" fmla="*/ 10 h 27"/>
                <a:gd name="T14" fmla="*/ 5 w 34"/>
                <a:gd name="T15" fmla="*/ 6 h 27"/>
                <a:gd name="T16" fmla="*/ 9 w 34"/>
                <a:gd name="T17" fmla="*/ 4 h 27"/>
                <a:gd name="T18" fmla="*/ 14 w 34"/>
                <a:gd name="T19" fmla="*/ 5 h 27"/>
                <a:gd name="T20" fmla="*/ 15 w 34"/>
                <a:gd name="T21" fmla="*/ 3 h 27"/>
                <a:gd name="T22" fmla="*/ 10 w 34"/>
                <a:gd name="T23" fmla="*/ 1 h 27"/>
                <a:gd name="T24" fmla="*/ 5 w 34"/>
                <a:gd name="T25" fmla="*/ 1 h 27"/>
                <a:gd name="T26" fmla="*/ 2 w 34"/>
                <a:gd name="T27" fmla="*/ 4 h 27"/>
                <a:gd name="T28" fmla="*/ 0 w 34"/>
                <a:gd name="T29" fmla="*/ 8 h 27"/>
                <a:gd name="T30" fmla="*/ 2 w 34"/>
                <a:gd name="T31" fmla="*/ 13 h 27"/>
                <a:gd name="T32" fmla="*/ 5 w 34"/>
                <a:gd name="T33" fmla="*/ 16 h 27"/>
                <a:gd name="T34" fmla="*/ 9 w 34"/>
                <a:gd name="T35" fmla="*/ 18 h 27"/>
                <a:gd name="T36" fmla="*/ 14 w 34"/>
                <a:gd name="T37" fmla="*/ 17 h 27"/>
                <a:gd name="T38" fmla="*/ 18 w 34"/>
                <a:gd name="T39" fmla="*/ 15 h 27"/>
                <a:gd name="T40" fmla="*/ 21 w 34"/>
                <a:gd name="T41" fmla="*/ 12 h 27"/>
                <a:gd name="T42" fmla="*/ 24 w 34"/>
                <a:gd name="T43" fmla="*/ 11 h 27"/>
                <a:gd name="T44" fmla="*/ 27 w 34"/>
                <a:gd name="T45" fmla="*/ 12 h 27"/>
                <a:gd name="T46" fmla="*/ 29 w 34"/>
                <a:gd name="T47" fmla="*/ 14 h 27"/>
                <a:gd name="T48" fmla="*/ 30 w 34"/>
                <a:gd name="T49" fmla="*/ 17 h 27"/>
                <a:gd name="T50" fmla="*/ 29 w 34"/>
                <a:gd name="T51" fmla="*/ 20 h 27"/>
                <a:gd name="T52" fmla="*/ 26 w 34"/>
                <a:gd name="T53" fmla="*/ 22 h 27"/>
                <a:gd name="T54" fmla="*/ 23 w 34"/>
                <a:gd name="T55" fmla="*/ 23 h 27"/>
                <a:gd name="T56" fmla="*/ 19 w 34"/>
                <a:gd name="T57" fmla="*/ 22 h 27"/>
                <a:gd name="T58" fmla="*/ 17 w 34"/>
                <a:gd name="T59" fmla="*/ 24 h 27"/>
                <a:gd name="T60" fmla="*/ 23 w 34"/>
                <a:gd name="T61" fmla="*/ 26 h 27"/>
                <a:gd name="T62" fmla="*/ 29 w 34"/>
                <a:gd name="T63" fmla="*/ 26 h 27"/>
                <a:gd name="T64" fmla="*/ 33 w 34"/>
                <a:gd name="T65" fmla="*/ 22 h 27"/>
                <a:gd name="T66" fmla="*/ 34 w 34"/>
                <a:gd name="T67" fmla="*/ 18 h 27"/>
                <a:gd name="T68" fmla="*/ 32 w 34"/>
                <a:gd name="T69" fmla="*/ 13 h 27"/>
                <a:gd name="T70" fmla="*/ 28 w 34"/>
                <a:gd name="T71" fmla="*/ 10 h 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34" h="27">
                  <a:moveTo>
                    <a:pt x="28" y="10"/>
                  </a:moveTo>
                  <a:cubicBezTo>
                    <a:pt x="27" y="9"/>
                    <a:pt x="25" y="8"/>
                    <a:pt x="24" y="8"/>
                  </a:cubicBezTo>
                  <a:cubicBezTo>
                    <a:pt x="22" y="8"/>
                    <a:pt x="20" y="8"/>
                    <a:pt x="19" y="9"/>
                  </a:cubicBezTo>
                  <a:cubicBezTo>
                    <a:pt x="18" y="9"/>
                    <a:pt x="16" y="10"/>
                    <a:pt x="14" y="12"/>
                  </a:cubicBezTo>
                  <a:cubicBezTo>
                    <a:pt x="12" y="13"/>
                    <a:pt x="11" y="14"/>
                    <a:pt x="10" y="14"/>
                  </a:cubicBezTo>
                  <a:cubicBezTo>
                    <a:pt x="9" y="14"/>
                    <a:pt x="8" y="14"/>
                    <a:pt x="7" y="13"/>
                  </a:cubicBezTo>
                  <a:cubicBezTo>
                    <a:pt x="5" y="13"/>
                    <a:pt x="5" y="12"/>
                    <a:pt x="4" y="10"/>
                  </a:cubicBezTo>
                  <a:cubicBezTo>
                    <a:pt x="4" y="9"/>
                    <a:pt x="4" y="8"/>
                    <a:pt x="5" y="6"/>
                  </a:cubicBezTo>
                  <a:cubicBezTo>
                    <a:pt x="6" y="5"/>
                    <a:pt x="7" y="4"/>
                    <a:pt x="9" y="4"/>
                  </a:cubicBezTo>
                  <a:cubicBezTo>
                    <a:pt x="10" y="4"/>
                    <a:pt x="12" y="4"/>
                    <a:pt x="14" y="5"/>
                  </a:cubicBezTo>
                  <a:cubicBezTo>
                    <a:pt x="15" y="3"/>
                    <a:pt x="15" y="3"/>
                    <a:pt x="15" y="3"/>
                  </a:cubicBezTo>
                  <a:cubicBezTo>
                    <a:pt x="13" y="2"/>
                    <a:pt x="12" y="1"/>
                    <a:pt x="10" y="1"/>
                  </a:cubicBezTo>
                  <a:cubicBezTo>
                    <a:pt x="8" y="0"/>
                    <a:pt x="6" y="1"/>
                    <a:pt x="5" y="1"/>
                  </a:cubicBezTo>
                  <a:cubicBezTo>
                    <a:pt x="4" y="2"/>
                    <a:pt x="2" y="3"/>
                    <a:pt x="2" y="4"/>
                  </a:cubicBezTo>
                  <a:cubicBezTo>
                    <a:pt x="1" y="6"/>
                    <a:pt x="0" y="7"/>
                    <a:pt x="0" y="8"/>
                  </a:cubicBezTo>
                  <a:cubicBezTo>
                    <a:pt x="0" y="10"/>
                    <a:pt x="1" y="11"/>
                    <a:pt x="2" y="13"/>
                  </a:cubicBezTo>
                  <a:cubicBezTo>
                    <a:pt x="3" y="14"/>
                    <a:pt x="4" y="15"/>
                    <a:pt x="5" y="16"/>
                  </a:cubicBezTo>
                  <a:cubicBezTo>
                    <a:pt x="7" y="17"/>
                    <a:pt x="8" y="17"/>
                    <a:pt x="9" y="18"/>
                  </a:cubicBezTo>
                  <a:cubicBezTo>
                    <a:pt x="11" y="18"/>
                    <a:pt x="12" y="18"/>
                    <a:pt x="14" y="17"/>
                  </a:cubicBezTo>
                  <a:cubicBezTo>
                    <a:pt x="15" y="17"/>
                    <a:pt x="16" y="16"/>
                    <a:pt x="18" y="15"/>
                  </a:cubicBezTo>
                  <a:cubicBezTo>
                    <a:pt x="20" y="13"/>
                    <a:pt x="21" y="12"/>
                    <a:pt x="21" y="12"/>
                  </a:cubicBezTo>
                  <a:cubicBezTo>
                    <a:pt x="22" y="12"/>
                    <a:pt x="23" y="11"/>
                    <a:pt x="24" y="11"/>
                  </a:cubicBezTo>
                  <a:cubicBezTo>
                    <a:pt x="25" y="11"/>
                    <a:pt x="26" y="12"/>
                    <a:pt x="27" y="12"/>
                  </a:cubicBezTo>
                  <a:cubicBezTo>
                    <a:pt x="28" y="13"/>
                    <a:pt x="29" y="14"/>
                    <a:pt x="29" y="14"/>
                  </a:cubicBezTo>
                  <a:cubicBezTo>
                    <a:pt x="30" y="15"/>
                    <a:pt x="30" y="16"/>
                    <a:pt x="30" y="17"/>
                  </a:cubicBezTo>
                  <a:cubicBezTo>
                    <a:pt x="30" y="18"/>
                    <a:pt x="30" y="19"/>
                    <a:pt x="29" y="20"/>
                  </a:cubicBezTo>
                  <a:cubicBezTo>
                    <a:pt x="28" y="21"/>
                    <a:pt x="27" y="22"/>
                    <a:pt x="26" y="22"/>
                  </a:cubicBezTo>
                  <a:cubicBezTo>
                    <a:pt x="25" y="23"/>
                    <a:pt x="24" y="23"/>
                    <a:pt x="23" y="23"/>
                  </a:cubicBezTo>
                  <a:cubicBezTo>
                    <a:pt x="21" y="23"/>
                    <a:pt x="20" y="22"/>
                    <a:pt x="19" y="22"/>
                  </a:cubicBezTo>
                  <a:cubicBezTo>
                    <a:pt x="17" y="24"/>
                    <a:pt x="17" y="24"/>
                    <a:pt x="17" y="24"/>
                  </a:cubicBezTo>
                  <a:cubicBezTo>
                    <a:pt x="19" y="25"/>
                    <a:pt x="21" y="26"/>
                    <a:pt x="23" y="26"/>
                  </a:cubicBezTo>
                  <a:cubicBezTo>
                    <a:pt x="25" y="27"/>
                    <a:pt x="27" y="26"/>
                    <a:pt x="29" y="26"/>
                  </a:cubicBezTo>
                  <a:cubicBezTo>
                    <a:pt x="30" y="25"/>
                    <a:pt x="31" y="24"/>
                    <a:pt x="33" y="22"/>
                  </a:cubicBezTo>
                  <a:cubicBezTo>
                    <a:pt x="33" y="21"/>
                    <a:pt x="34" y="19"/>
                    <a:pt x="34" y="18"/>
                  </a:cubicBezTo>
                  <a:cubicBezTo>
                    <a:pt x="34" y="16"/>
                    <a:pt x="33" y="15"/>
                    <a:pt x="32" y="13"/>
                  </a:cubicBezTo>
                  <a:cubicBezTo>
                    <a:pt x="31" y="12"/>
                    <a:pt x="30" y="11"/>
                    <a:pt x="28" y="10"/>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nchor="ctr"/>
            <a:lstStyle/>
            <a:p>
              <a:pPr algn="ctr"/>
              <a:endParaRPr>
                <a:solidFill>
                  <a:schemeClr val="accent1"/>
                </a:solidFill>
              </a:endParaRPr>
            </a:p>
          </p:txBody>
        </p:sp>
        <p:sp>
          <p:nvSpPr>
            <p:cNvPr id="47" name="iṩlîḍe">
              <a:extLst>
                <a:ext uri="{FF2B5EF4-FFF2-40B4-BE49-F238E27FC236}">
                  <a16:creationId xmlns:a16="http://schemas.microsoft.com/office/drawing/2014/main" xmlns="" id="{0A9BAABD-B0B8-46AC-9C96-A80AB6BDEE4A}"/>
                </a:ext>
              </a:extLst>
            </p:cNvPr>
            <p:cNvSpPr/>
            <p:nvPr/>
          </p:nvSpPr>
          <p:spPr bwMode="auto">
            <a:xfrm>
              <a:off x="3940580" y="1585778"/>
              <a:ext cx="75692" cy="43453"/>
            </a:xfrm>
            <a:custGeom>
              <a:avLst/>
              <a:gdLst>
                <a:gd name="T0" fmla="*/ 0 w 108"/>
                <a:gd name="T1" fmla="*/ 9 h 62"/>
                <a:gd name="T2" fmla="*/ 101 w 108"/>
                <a:gd name="T3" fmla="*/ 62 h 62"/>
                <a:gd name="T4" fmla="*/ 108 w 108"/>
                <a:gd name="T5" fmla="*/ 52 h 62"/>
                <a:gd name="T6" fmla="*/ 6 w 108"/>
                <a:gd name="T7" fmla="*/ 0 h 62"/>
                <a:gd name="T8" fmla="*/ 0 w 108"/>
                <a:gd name="T9" fmla="*/ 9 h 62"/>
              </a:gdLst>
              <a:ahLst/>
              <a:cxnLst>
                <a:cxn ang="0">
                  <a:pos x="T0" y="T1"/>
                </a:cxn>
                <a:cxn ang="0">
                  <a:pos x="T2" y="T3"/>
                </a:cxn>
                <a:cxn ang="0">
                  <a:pos x="T4" y="T5"/>
                </a:cxn>
                <a:cxn ang="0">
                  <a:pos x="T6" y="T7"/>
                </a:cxn>
                <a:cxn ang="0">
                  <a:pos x="T8" y="T9"/>
                </a:cxn>
              </a:cxnLst>
              <a:rect l="0" t="0" r="r" b="b"/>
              <a:pathLst>
                <a:path w="108" h="62">
                  <a:moveTo>
                    <a:pt x="0" y="9"/>
                  </a:moveTo>
                  <a:lnTo>
                    <a:pt x="101" y="62"/>
                  </a:lnTo>
                  <a:lnTo>
                    <a:pt x="108" y="52"/>
                  </a:lnTo>
                  <a:lnTo>
                    <a:pt x="6" y="0"/>
                  </a:lnTo>
                  <a:lnTo>
                    <a:pt x="0" y="9"/>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nchor="ctr"/>
            <a:lstStyle/>
            <a:p>
              <a:pPr algn="ctr"/>
              <a:endParaRPr>
                <a:solidFill>
                  <a:schemeClr val="accent1"/>
                </a:solidFill>
              </a:endParaRPr>
            </a:p>
          </p:txBody>
        </p:sp>
        <p:sp>
          <p:nvSpPr>
            <p:cNvPr id="48" name="ïṣlíḋe">
              <a:extLst>
                <a:ext uri="{FF2B5EF4-FFF2-40B4-BE49-F238E27FC236}">
                  <a16:creationId xmlns:a16="http://schemas.microsoft.com/office/drawing/2014/main" xmlns="" id="{B95D3E19-AD97-43A6-975B-FA416E0634A1}"/>
                </a:ext>
              </a:extLst>
            </p:cNvPr>
            <p:cNvSpPr/>
            <p:nvPr/>
          </p:nvSpPr>
          <p:spPr bwMode="auto">
            <a:xfrm>
              <a:off x="3951793" y="1539522"/>
              <a:ext cx="82700" cy="55367"/>
            </a:xfrm>
            <a:custGeom>
              <a:avLst/>
              <a:gdLst>
                <a:gd name="T0" fmla="*/ 39 w 118"/>
                <a:gd name="T1" fmla="*/ 6 h 79"/>
                <a:gd name="T2" fmla="*/ 26 w 118"/>
                <a:gd name="T3" fmla="*/ 0 h 79"/>
                <a:gd name="T4" fmla="*/ 0 w 118"/>
                <a:gd name="T5" fmla="*/ 52 h 79"/>
                <a:gd name="T6" fmla="*/ 13 w 118"/>
                <a:gd name="T7" fmla="*/ 59 h 79"/>
                <a:gd name="T8" fmla="*/ 23 w 118"/>
                <a:gd name="T9" fmla="*/ 36 h 79"/>
                <a:gd name="T10" fmla="*/ 115 w 118"/>
                <a:gd name="T11" fmla="*/ 79 h 79"/>
                <a:gd name="T12" fmla="*/ 118 w 118"/>
                <a:gd name="T13" fmla="*/ 69 h 79"/>
                <a:gd name="T14" fmla="*/ 26 w 118"/>
                <a:gd name="T15" fmla="*/ 29 h 79"/>
                <a:gd name="T16" fmla="*/ 39 w 118"/>
                <a:gd name="T17" fmla="*/ 6 h 7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18" h="79">
                  <a:moveTo>
                    <a:pt x="39" y="6"/>
                  </a:moveTo>
                  <a:lnTo>
                    <a:pt x="26" y="0"/>
                  </a:lnTo>
                  <a:lnTo>
                    <a:pt x="0" y="52"/>
                  </a:lnTo>
                  <a:lnTo>
                    <a:pt x="13" y="59"/>
                  </a:lnTo>
                  <a:lnTo>
                    <a:pt x="23" y="36"/>
                  </a:lnTo>
                  <a:lnTo>
                    <a:pt x="115" y="79"/>
                  </a:lnTo>
                  <a:lnTo>
                    <a:pt x="118" y="69"/>
                  </a:lnTo>
                  <a:lnTo>
                    <a:pt x="26" y="29"/>
                  </a:lnTo>
                  <a:lnTo>
                    <a:pt x="39" y="6"/>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nchor="ctr"/>
            <a:lstStyle/>
            <a:p>
              <a:pPr algn="ctr"/>
              <a:endParaRPr>
                <a:solidFill>
                  <a:schemeClr val="accent1"/>
                </a:solidFill>
              </a:endParaRPr>
            </a:p>
          </p:txBody>
        </p:sp>
        <p:sp>
          <p:nvSpPr>
            <p:cNvPr id="49" name="ísļiďè">
              <a:extLst>
                <a:ext uri="{FF2B5EF4-FFF2-40B4-BE49-F238E27FC236}">
                  <a16:creationId xmlns:a16="http://schemas.microsoft.com/office/drawing/2014/main" xmlns="" id="{3D3BA2D5-FCFA-46FC-A27E-0CB2F79E58E7}"/>
                </a:ext>
              </a:extLst>
            </p:cNvPr>
            <p:cNvSpPr/>
            <p:nvPr/>
          </p:nvSpPr>
          <p:spPr bwMode="auto">
            <a:xfrm>
              <a:off x="3573335" y="1604000"/>
              <a:ext cx="39248" cy="52564"/>
            </a:xfrm>
            <a:custGeom>
              <a:avLst/>
              <a:gdLst>
                <a:gd name="T0" fmla="*/ 17 w 17"/>
                <a:gd name="T1" fmla="*/ 1 h 23"/>
                <a:gd name="T2" fmla="*/ 17 w 17"/>
                <a:gd name="T3" fmla="*/ 0 h 23"/>
                <a:gd name="T4" fmla="*/ 10 w 17"/>
                <a:gd name="T5" fmla="*/ 0 h 23"/>
                <a:gd name="T6" fmla="*/ 10 w 17"/>
                <a:gd name="T7" fmla="*/ 1 h 23"/>
                <a:gd name="T8" fmla="*/ 12 w 17"/>
                <a:gd name="T9" fmla="*/ 1 h 23"/>
                <a:gd name="T10" fmla="*/ 13 w 17"/>
                <a:gd name="T11" fmla="*/ 2 h 23"/>
                <a:gd name="T12" fmla="*/ 13 w 17"/>
                <a:gd name="T13" fmla="*/ 3 h 23"/>
                <a:gd name="T14" fmla="*/ 11 w 17"/>
                <a:gd name="T15" fmla="*/ 5 h 23"/>
                <a:gd name="T16" fmla="*/ 5 w 17"/>
                <a:gd name="T17" fmla="*/ 16 h 23"/>
                <a:gd name="T18" fmla="*/ 3 w 17"/>
                <a:gd name="T19" fmla="*/ 18 h 23"/>
                <a:gd name="T20" fmla="*/ 2 w 17"/>
                <a:gd name="T21" fmla="*/ 19 h 23"/>
                <a:gd name="T22" fmla="*/ 0 w 17"/>
                <a:gd name="T23" fmla="*/ 18 h 23"/>
                <a:gd name="T24" fmla="*/ 0 w 17"/>
                <a:gd name="T25" fmla="*/ 19 h 23"/>
                <a:gd name="T26" fmla="*/ 8 w 17"/>
                <a:gd name="T27" fmla="*/ 23 h 23"/>
                <a:gd name="T28" fmla="*/ 8 w 17"/>
                <a:gd name="T29" fmla="*/ 22 h 23"/>
                <a:gd name="T30" fmla="*/ 6 w 17"/>
                <a:gd name="T31" fmla="*/ 21 h 23"/>
                <a:gd name="T32" fmla="*/ 6 w 17"/>
                <a:gd name="T33" fmla="*/ 20 h 23"/>
                <a:gd name="T34" fmla="*/ 7 w 17"/>
                <a:gd name="T35" fmla="*/ 18 h 23"/>
                <a:gd name="T36" fmla="*/ 17 w 17"/>
                <a:gd name="T37" fmla="*/ 1 h 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7" h="23">
                  <a:moveTo>
                    <a:pt x="17" y="1"/>
                  </a:moveTo>
                  <a:cubicBezTo>
                    <a:pt x="17" y="0"/>
                    <a:pt x="17" y="0"/>
                    <a:pt x="17" y="0"/>
                  </a:cubicBezTo>
                  <a:cubicBezTo>
                    <a:pt x="10" y="0"/>
                    <a:pt x="10" y="0"/>
                    <a:pt x="10" y="0"/>
                  </a:cubicBezTo>
                  <a:cubicBezTo>
                    <a:pt x="10" y="1"/>
                    <a:pt x="10" y="1"/>
                    <a:pt x="10" y="1"/>
                  </a:cubicBezTo>
                  <a:cubicBezTo>
                    <a:pt x="11" y="1"/>
                    <a:pt x="12" y="1"/>
                    <a:pt x="12" y="1"/>
                  </a:cubicBezTo>
                  <a:cubicBezTo>
                    <a:pt x="12" y="1"/>
                    <a:pt x="13" y="1"/>
                    <a:pt x="13" y="2"/>
                  </a:cubicBezTo>
                  <a:cubicBezTo>
                    <a:pt x="13" y="2"/>
                    <a:pt x="13" y="2"/>
                    <a:pt x="13" y="3"/>
                  </a:cubicBezTo>
                  <a:cubicBezTo>
                    <a:pt x="13" y="3"/>
                    <a:pt x="12" y="4"/>
                    <a:pt x="11" y="5"/>
                  </a:cubicBezTo>
                  <a:cubicBezTo>
                    <a:pt x="5" y="16"/>
                    <a:pt x="5" y="16"/>
                    <a:pt x="5" y="16"/>
                  </a:cubicBezTo>
                  <a:cubicBezTo>
                    <a:pt x="4" y="18"/>
                    <a:pt x="4" y="18"/>
                    <a:pt x="3" y="18"/>
                  </a:cubicBezTo>
                  <a:cubicBezTo>
                    <a:pt x="3" y="19"/>
                    <a:pt x="3" y="19"/>
                    <a:pt x="2" y="19"/>
                  </a:cubicBezTo>
                  <a:cubicBezTo>
                    <a:pt x="2" y="19"/>
                    <a:pt x="1" y="18"/>
                    <a:pt x="0" y="18"/>
                  </a:cubicBezTo>
                  <a:cubicBezTo>
                    <a:pt x="0" y="19"/>
                    <a:pt x="0" y="19"/>
                    <a:pt x="0" y="19"/>
                  </a:cubicBezTo>
                  <a:cubicBezTo>
                    <a:pt x="8" y="23"/>
                    <a:pt x="8" y="23"/>
                    <a:pt x="8" y="23"/>
                  </a:cubicBezTo>
                  <a:cubicBezTo>
                    <a:pt x="8" y="22"/>
                    <a:pt x="8" y="22"/>
                    <a:pt x="8" y="22"/>
                  </a:cubicBezTo>
                  <a:cubicBezTo>
                    <a:pt x="7" y="22"/>
                    <a:pt x="7" y="21"/>
                    <a:pt x="6" y="21"/>
                  </a:cubicBezTo>
                  <a:cubicBezTo>
                    <a:pt x="6" y="21"/>
                    <a:pt x="6" y="20"/>
                    <a:pt x="6" y="20"/>
                  </a:cubicBezTo>
                  <a:cubicBezTo>
                    <a:pt x="6" y="20"/>
                    <a:pt x="7" y="19"/>
                    <a:pt x="7" y="18"/>
                  </a:cubicBezTo>
                  <a:lnTo>
                    <a:pt x="17" y="1"/>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nchor="ctr"/>
            <a:lstStyle/>
            <a:p>
              <a:pPr algn="ctr"/>
              <a:endParaRPr>
                <a:solidFill>
                  <a:schemeClr val="accent1"/>
                </a:solidFill>
              </a:endParaRPr>
            </a:p>
          </p:txBody>
        </p:sp>
        <p:sp>
          <p:nvSpPr>
            <p:cNvPr id="50" name="íṡlïde">
              <a:extLst>
                <a:ext uri="{FF2B5EF4-FFF2-40B4-BE49-F238E27FC236}">
                  <a16:creationId xmlns:a16="http://schemas.microsoft.com/office/drawing/2014/main" xmlns="" id="{A661788A-CF7E-44A9-8E2F-665D6EFC14A0}"/>
                </a:ext>
              </a:extLst>
            </p:cNvPr>
            <p:cNvSpPr/>
            <p:nvPr/>
          </p:nvSpPr>
          <p:spPr bwMode="auto">
            <a:xfrm>
              <a:off x="3646924" y="1622223"/>
              <a:ext cx="34342" cy="57470"/>
            </a:xfrm>
            <a:custGeom>
              <a:avLst/>
              <a:gdLst>
                <a:gd name="T0" fmla="*/ 9 w 15"/>
                <a:gd name="T1" fmla="*/ 1 h 25"/>
                <a:gd name="T2" fmla="*/ 4 w 15"/>
                <a:gd name="T3" fmla="*/ 2 h 25"/>
                <a:gd name="T4" fmla="*/ 2 w 15"/>
                <a:gd name="T5" fmla="*/ 5 h 25"/>
                <a:gd name="T6" fmla="*/ 2 w 15"/>
                <a:gd name="T7" fmla="*/ 8 h 25"/>
                <a:gd name="T8" fmla="*/ 5 w 15"/>
                <a:gd name="T9" fmla="*/ 12 h 25"/>
                <a:gd name="T10" fmla="*/ 1 w 15"/>
                <a:gd name="T11" fmla="*/ 15 h 25"/>
                <a:gd name="T12" fmla="*/ 0 w 15"/>
                <a:gd name="T13" fmla="*/ 18 h 25"/>
                <a:gd name="T14" fmla="*/ 1 w 15"/>
                <a:gd name="T15" fmla="*/ 22 h 25"/>
                <a:gd name="T16" fmla="*/ 6 w 15"/>
                <a:gd name="T17" fmla="*/ 25 h 25"/>
                <a:gd name="T18" fmla="*/ 11 w 15"/>
                <a:gd name="T19" fmla="*/ 24 h 25"/>
                <a:gd name="T20" fmla="*/ 14 w 15"/>
                <a:gd name="T21" fmla="*/ 20 h 25"/>
                <a:gd name="T22" fmla="*/ 13 w 15"/>
                <a:gd name="T23" fmla="*/ 16 h 25"/>
                <a:gd name="T24" fmla="*/ 9 w 15"/>
                <a:gd name="T25" fmla="*/ 12 h 25"/>
                <a:gd name="T26" fmla="*/ 14 w 15"/>
                <a:gd name="T27" fmla="*/ 9 h 25"/>
                <a:gd name="T28" fmla="*/ 15 w 15"/>
                <a:gd name="T29" fmla="*/ 7 h 25"/>
                <a:gd name="T30" fmla="*/ 14 w 15"/>
                <a:gd name="T31" fmla="*/ 3 h 25"/>
                <a:gd name="T32" fmla="*/ 9 w 15"/>
                <a:gd name="T33" fmla="*/ 1 h 25"/>
                <a:gd name="T34" fmla="*/ 11 w 15"/>
                <a:gd name="T35" fmla="*/ 19 h 25"/>
                <a:gd name="T36" fmla="*/ 11 w 15"/>
                <a:gd name="T37" fmla="*/ 21 h 25"/>
                <a:gd name="T38" fmla="*/ 10 w 15"/>
                <a:gd name="T39" fmla="*/ 23 h 25"/>
                <a:gd name="T40" fmla="*/ 6 w 15"/>
                <a:gd name="T41" fmla="*/ 24 h 25"/>
                <a:gd name="T42" fmla="*/ 3 w 15"/>
                <a:gd name="T43" fmla="*/ 22 h 25"/>
                <a:gd name="T44" fmla="*/ 3 w 15"/>
                <a:gd name="T45" fmla="*/ 18 h 25"/>
                <a:gd name="T46" fmla="*/ 4 w 15"/>
                <a:gd name="T47" fmla="*/ 15 h 25"/>
                <a:gd name="T48" fmla="*/ 6 w 15"/>
                <a:gd name="T49" fmla="*/ 13 h 25"/>
                <a:gd name="T50" fmla="*/ 11 w 15"/>
                <a:gd name="T51" fmla="*/ 19 h 25"/>
                <a:gd name="T52" fmla="*/ 12 w 15"/>
                <a:gd name="T53" fmla="*/ 8 h 25"/>
                <a:gd name="T54" fmla="*/ 8 w 15"/>
                <a:gd name="T55" fmla="*/ 11 h 25"/>
                <a:gd name="T56" fmla="*/ 6 w 15"/>
                <a:gd name="T57" fmla="*/ 8 h 25"/>
                <a:gd name="T58" fmla="*/ 5 w 15"/>
                <a:gd name="T59" fmla="*/ 6 h 25"/>
                <a:gd name="T60" fmla="*/ 5 w 15"/>
                <a:gd name="T61" fmla="*/ 5 h 25"/>
                <a:gd name="T62" fmla="*/ 6 w 15"/>
                <a:gd name="T63" fmla="*/ 2 h 25"/>
                <a:gd name="T64" fmla="*/ 9 w 15"/>
                <a:gd name="T65" fmla="*/ 2 h 25"/>
                <a:gd name="T66" fmla="*/ 12 w 15"/>
                <a:gd name="T67" fmla="*/ 3 h 25"/>
                <a:gd name="T68" fmla="*/ 12 w 15"/>
                <a:gd name="T69" fmla="*/ 6 h 25"/>
                <a:gd name="T70" fmla="*/ 12 w 15"/>
                <a:gd name="T71" fmla="*/ 8 h 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15" h="25">
                  <a:moveTo>
                    <a:pt x="9" y="1"/>
                  </a:moveTo>
                  <a:cubicBezTo>
                    <a:pt x="7" y="0"/>
                    <a:pt x="6" y="1"/>
                    <a:pt x="4" y="2"/>
                  </a:cubicBezTo>
                  <a:cubicBezTo>
                    <a:pt x="3" y="3"/>
                    <a:pt x="2" y="4"/>
                    <a:pt x="2" y="5"/>
                  </a:cubicBezTo>
                  <a:cubicBezTo>
                    <a:pt x="2" y="6"/>
                    <a:pt x="2" y="7"/>
                    <a:pt x="2" y="8"/>
                  </a:cubicBezTo>
                  <a:cubicBezTo>
                    <a:pt x="3" y="9"/>
                    <a:pt x="4" y="11"/>
                    <a:pt x="5" y="12"/>
                  </a:cubicBezTo>
                  <a:cubicBezTo>
                    <a:pt x="4" y="13"/>
                    <a:pt x="2" y="14"/>
                    <a:pt x="1" y="15"/>
                  </a:cubicBezTo>
                  <a:cubicBezTo>
                    <a:pt x="0" y="16"/>
                    <a:pt x="0" y="17"/>
                    <a:pt x="0" y="18"/>
                  </a:cubicBezTo>
                  <a:cubicBezTo>
                    <a:pt x="0" y="19"/>
                    <a:pt x="0" y="21"/>
                    <a:pt x="1" y="22"/>
                  </a:cubicBezTo>
                  <a:cubicBezTo>
                    <a:pt x="2" y="24"/>
                    <a:pt x="4" y="24"/>
                    <a:pt x="6" y="25"/>
                  </a:cubicBezTo>
                  <a:cubicBezTo>
                    <a:pt x="8" y="25"/>
                    <a:pt x="10" y="25"/>
                    <a:pt x="11" y="24"/>
                  </a:cubicBezTo>
                  <a:cubicBezTo>
                    <a:pt x="13" y="23"/>
                    <a:pt x="14" y="21"/>
                    <a:pt x="14" y="20"/>
                  </a:cubicBezTo>
                  <a:cubicBezTo>
                    <a:pt x="14" y="18"/>
                    <a:pt x="14" y="17"/>
                    <a:pt x="13" y="16"/>
                  </a:cubicBezTo>
                  <a:cubicBezTo>
                    <a:pt x="12" y="15"/>
                    <a:pt x="11" y="14"/>
                    <a:pt x="9" y="12"/>
                  </a:cubicBezTo>
                  <a:cubicBezTo>
                    <a:pt x="11" y="11"/>
                    <a:pt x="13" y="10"/>
                    <a:pt x="14" y="9"/>
                  </a:cubicBezTo>
                  <a:cubicBezTo>
                    <a:pt x="14" y="8"/>
                    <a:pt x="15" y="7"/>
                    <a:pt x="15" y="7"/>
                  </a:cubicBezTo>
                  <a:cubicBezTo>
                    <a:pt x="15" y="5"/>
                    <a:pt x="15" y="4"/>
                    <a:pt x="14" y="3"/>
                  </a:cubicBezTo>
                  <a:cubicBezTo>
                    <a:pt x="13" y="2"/>
                    <a:pt x="11" y="1"/>
                    <a:pt x="9" y="1"/>
                  </a:cubicBezTo>
                  <a:close/>
                  <a:moveTo>
                    <a:pt x="11" y="19"/>
                  </a:moveTo>
                  <a:cubicBezTo>
                    <a:pt x="11" y="19"/>
                    <a:pt x="11" y="20"/>
                    <a:pt x="11" y="21"/>
                  </a:cubicBezTo>
                  <a:cubicBezTo>
                    <a:pt x="11" y="22"/>
                    <a:pt x="10" y="23"/>
                    <a:pt x="10" y="23"/>
                  </a:cubicBezTo>
                  <a:cubicBezTo>
                    <a:pt x="9" y="24"/>
                    <a:pt x="8" y="24"/>
                    <a:pt x="6" y="24"/>
                  </a:cubicBezTo>
                  <a:cubicBezTo>
                    <a:pt x="5" y="24"/>
                    <a:pt x="4" y="23"/>
                    <a:pt x="3" y="22"/>
                  </a:cubicBezTo>
                  <a:cubicBezTo>
                    <a:pt x="3" y="21"/>
                    <a:pt x="2" y="20"/>
                    <a:pt x="3" y="18"/>
                  </a:cubicBezTo>
                  <a:cubicBezTo>
                    <a:pt x="3" y="17"/>
                    <a:pt x="3" y="16"/>
                    <a:pt x="4" y="15"/>
                  </a:cubicBezTo>
                  <a:cubicBezTo>
                    <a:pt x="4" y="15"/>
                    <a:pt x="5" y="14"/>
                    <a:pt x="6" y="13"/>
                  </a:cubicBezTo>
                  <a:cubicBezTo>
                    <a:pt x="9" y="15"/>
                    <a:pt x="10" y="17"/>
                    <a:pt x="11" y="19"/>
                  </a:cubicBezTo>
                  <a:close/>
                  <a:moveTo>
                    <a:pt x="12" y="8"/>
                  </a:moveTo>
                  <a:cubicBezTo>
                    <a:pt x="11" y="9"/>
                    <a:pt x="10" y="10"/>
                    <a:pt x="8" y="11"/>
                  </a:cubicBezTo>
                  <a:cubicBezTo>
                    <a:pt x="6" y="8"/>
                    <a:pt x="6" y="8"/>
                    <a:pt x="6" y="8"/>
                  </a:cubicBezTo>
                  <a:cubicBezTo>
                    <a:pt x="5" y="8"/>
                    <a:pt x="5" y="7"/>
                    <a:pt x="5" y="6"/>
                  </a:cubicBezTo>
                  <a:cubicBezTo>
                    <a:pt x="5" y="6"/>
                    <a:pt x="4" y="5"/>
                    <a:pt x="5" y="5"/>
                  </a:cubicBezTo>
                  <a:cubicBezTo>
                    <a:pt x="5" y="4"/>
                    <a:pt x="5" y="3"/>
                    <a:pt x="6" y="2"/>
                  </a:cubicBezTo>
                  <a:cubicBezTo>
                    <a:pt x="7" y="2"/>
                    <a:pt x="8" y="2"/>
                    <a:pt x="9" y="2"/>
                  </a:cubicBezTo>
                  <a:cubicBezTo>
                    <a:pt x="10" y="2"/>
                    <a:pt x="11" y="2"/>
                    <a:pt x="12" y="3"/>
                  </a:cubicBezTo>
                  <a:cubicBezTo>
                    <a:pt x="12" y="4"/>
                    <a:pt x="13" y="5"/>
                    <a:pt x="12" y="6"/>
                  </a:cubicBezTo>
                  <a:cubicBezTo>
                    <a:pt x="12" y="7"/>
                    <a:pt x="12" y="8"/>
                    <a:pt x="12" y="8"/>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nchor="ctr"/>
            <a:lstStyle/>
            <a:p>
              <a:pPr algn="ctr"/>
              <a:endParaRPr>
                <a:solidFill>
                  <a:schemeClr val="accent1"/>
                </a:solidFill>
              </a:endParaRPr>
            </a:p>
          </p:txBody>
        </p:sp>
        <p:sp>
          <p:nvSpPr>
            <p:cNvPr id="51" name="iṩlide">
              <a:extLst>
                <a:ext uri="{FF2B5EF4-FFF2-40B4-BE49-F238E27FC236}">
                  <a16:creationId xmlns:a16="http://schemas.microsoft.com/office/drawing/2014/main" xmlns="" id="{FC756534-09D1-46A3-B04E-E38D7881B68B}"/>
                </a:ext>
              </a:extLst>
            </p:cNvPr>
            <p:cNvSpPr/>
            <p:nvPr/>
          </p:nvSpPr>
          <p:spPr bwMode="auto">
            <a:xfrm>
              <a:off x="3717710" y="1622223"/>
              <a:ext cx="37145" cy="60273"/>
            </a:xfrm>
            <a:custGeom>
              <a:avLst/>
              <a:gdLst>
                <a:gd name="T0" fmla="*/ 15 w 16"/>
                <a:gd name="T1" fmla="*/ 16 h 26"/>
                <a:gd name="T2" fmla="*/ 15 w 16"/>
                <a:gd name="T3" fmla="*/ 9 h 26"/>
                <a:gd name="T4" fmla="*/ 12 w 16"/>
                <a:gd name="T5" fmla="*/ 2 h 26"/>
                <a:gd name="T6" fmla="*/ 6 w 16"/>
                <a:gd name="T7" fmla="*/ 1 h 26"/>
                <a:gd name="T8" fmla="*/ 1 w 16"/>
                <a:gd name="T9" fmla="*/ 4 h 26"/>
                <a:gd name="T10" fmla="*/ 0 w 16"/>
                <a:gd name="T11" fmla="*/ 10 h 26"/>
                <a:gd name="T12" fmla="*/ 3 w 16"/>
                <a:gd name="T13" fmla="*/ 15 h 26"/>
                <a:gd name="T14" fmla="*/ 8 w 16"/>
                <a:gd name="T15" fmla="*/ 16 h 26"/>
                <a:gd name="T16" fmla="*/ 12 w 16"/>
                <a:gd name="T17" fmla="*/ 13 h 26"/>
                <a:gd name="T18" fmla="*/ 11 w 16"/>
                <a:gd name="T19" fmla="*/ 19 h 26"/>
                <a:gd name="T20" fmla="*/ 8 w 16"/>
                <a:gd name="T21" fmla="*/ 23 h 26"/>
                <a:gd name="T22" fmla="*/ 4 w 16"/>
                <a:gd name="T23" fmla="*/ 25 h 26"/>
                <a:gd name="T24" fmla="*/ 4 w 16"/>
                <a:gd name="T25" fmla="*/ 26 h 26"/>
                <a:gd name="T26" fmla="*/ 5 w 16"/>
                <a:gd name="T27" fmla="*/ 26 h 26"/>
                <a:gd name="T28" fmla="*/ 11 w 16"/>
                <a:gd name="T29" fmla="*/ 23 h 26"/>
                <a:gd name="T30" fmla="*/ 15 w 16"/>
                <a:gd name="T31" fmla="*/ 16 h 26"/>
                <a:gd name="T32" fmla="*/ 11 w 16"/>
                <a:gd name="T33" fmla="*/ 13 h 26"/>
                <a:gd name="T34" fmla="*/ 9 w 16"/>
                <a:gd name="T35" fmla="*/ 14 h 26"/>
                <a:gd name="T36" fmla="*/ 6 w 16"/>
                <a:gd name="T37" fmla="*/ 13 h 26"/>
                <a:gd name="T38" fmla="*/ 3 w 16"/>
                <a:gd name="T39" fmla="*/ 8 h 26"/>
                <a:gd name="T40" fmla="*/ 3 w 16"/>
                <a:gd name="T41" fmla="*/ 4 h 26"/>
                <a:gd name="T42" fmla="*/ 6 w 16"/>
                <a:gd name="T43" fmla="*/ 2 h 26"/>
                <a:gd name="T44" fmla="*/ 8 w 16"/>
                <a:gd name="T45" fmla="*/ 2 h 26"/>
                <a:gd name="T46" fmla="*/ 11 w 16"/>
                <a:gd name="T47" fmla="*/ 5 h 26"/>
                <a:gd name="T48" fmla="*/ 12 w 16"/>
                <a:gd name="T49" fmla="*/ 8 h 26"/>
                <a:gd name="T50" fmla="*/ 12 w 16"/>
                <a:gd name="T51" fmla="*/ 12 h 26"/>
                <a:gd name="T52" fmla="*/ 11 w 16"/>
                <a:gd name="T53" fmla="*/ 13 h 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16" h="26">
                  <a:moveTo>
                    <a:pt x="15" y="16"/>
                  </a:moveTo>
                  <a:cubicBezTo>
                    <a:pt x="16" y="14"/>
                    <a:pt x="16" y="11"/>
                    <a:pt x="15" y="9"/>
                  </a:cubicBezTo>
                  <a:cubicBezTo>
                    <a:pt x="15" y="6"/>
                    <a:pt x="14" y="4"/>
                    <a:pt x="12" y="2"/>
                  </a:cubicBezTo>
                  <a:cubicBezTo>
                    <a:pt x="10" y="1"/>
                    <a:pt x="8" y="0"/>
                    <a:pt x="6" y="1"/>
                  </a:cubicBezTo>
                  <a:cubicBezTo>
                    <a:pt x="4" y="1"/>
                    <a:pt x="2" y="2"/>
                    <a:pt x="1" y="4"/>
                  </a:cubicBezTo>
                  <a:cubicBezTo>
                    <a:pt x="0" y="6"/>
                    <a:pt x="0" y="8"/>
                    <a:pt x="0" y="10"/>
                  </a:cubicBezTo>
                  <a:cubicBezTo>
                    <a:pt x="1" y="12"/>
                    <a:pt x="1" y="14"/>
                    <a:pt x="3" y="15"/>
                  </a:cubicBezTo>
                  <a:cubicBezTo>
                    <a:pt x="4" y="16"/>
                    <a:pt x="6" y="16"/>
                    <a:pt x="8" y="16"/>
                  </a:cubicBezTo>
                  <a:cubicBezTo>
                    <a:pt x="9" y="16"/>
                    <a:pt x="11" y="15"/>
                    <a:pt x="12" y="13"/>
                  </a:cubicBezTo>
                  <a:cubicBezTo>
                    <a:pt x="12" y="15"/>
                    <a:pt x="12" y="17"/>
                    <a:pt x="11" y="19"/>
                  </a:cubicBezTo>
                  <a:cubicBezTo>
                    <a:pt x="10" y="21"/>
                    <a:pt x="9" y="22"/>
                    <a:pt x="8" y="23"/>
                  </a:cubicBezTo>
                  <a:cubicBezTo>
                    <a:pt x="6" y="24"/>
                    <a:pt x="5" y="25"/>
                    <a:pt x="4" y="25"/>
                  </a:cubicBezTo>
                  <a:cubicBezTo>
                    <a:pt x="4" y="26"/>
                    <a:pt x="4" y="26"/>
                    <a:pt x="4" y="26"/>
                  </a:cubicBezTo>
                  <a:cubicBezTo>
                    <a:pt x="5" y="26"/>
                    <a:pt x="5" y="26"/>
                    <a:pt x="5" y="26"/>
                  </a:cubicBezTo>
                  <a:cubicBezTo>
                    <a:pt x="7" y="25"/>
                    <a:pt x="9" y="24"/>
                    <a:pt x="11" y="23"/>
                  </a:cubicBezTo>
                  <a:cubicBezTo>
                    <a:pt x="13" y="21"/>
                    <a:pt x="14" y="19"/>
                    <a:pt x="15" y="16"/>
                  </a:cubicBezTo>
                  <a:close/>
                  <a:moveTo>
                    <a:pt x="11" y="13"/>
                  </a:moveTo>
                  <a:cubicBezTo>
                    <a:pt x="10" y="14"/>
                    <a:pt x="9" y="14"/>
                    <a:pt x="9" y="14"/>
                  </a:cubicBezTo>
                  <a:cubicBezTo>
                    <a:pt x="8" y="14"/>
                    <a:pt x="7" y="14"/>
                    <a:pt x="6" y="13"/>
                  </a:cubicBezTo>
                  <a:cubicBezTo>
                    <a:pt x="4" y="12"/>
                    <a:pt x="3" y="10"/>
                    <a:pt x="3" y="8"/>
                  </a:cubicBezTo>
                  <a:cubicBezTo>
                    <a:pt x="3" y="6"/>
                    <a:pt x="3" y="5"/>
                    <a:pt x="3" y="4"/>
                  </a:cubicBezTo>
                  <a:cubicBezTo>
                    <a:pt x="4" y="3"/>
                    <a:pt x="5" y="2"/>
                    <a:pt x="6" y="2"/>
                  </a:cubicBezTo>
                  <a:cubicBezTo>
                    <a:pt x="7" y="2"/>
                    <a:pt x="8" y="2"/>
                    <a:pt x="8" y="2"/>
                  </a:cubicBezTo>
                  <a:cubicBezTo>
                    <a:pt x="9" y="3"/>
                    <a:pt x="10" y="4"/>
                    <a:pt x="11" y="5"/>
                  </a:cubicBezTo>
                  <a:cubicBezTo>
                    <a:pt x="11" y="6"/>
                    <a:pt x="12" y="7"/>
                    <a:pt x="12" y="8"/>
                  </a:cubicBezTo>
                  <a:cubicBezTo>
                    <a:pt x="12" y="9"/>
                    <a:pt x="12" y="10"/>
                    <a:pt x="12" y="12"/>
                  </a:cubicBezTo>
                  <a:cubicBezTo>
                    <a:pt x="12" y="13"/>
                    <a:pt x="11" y="13"/>
                    <a:pt x="11" y="13"/>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nchor="ctr"/>
            <a:lstStyle/>
            <a:p>
              <a:pPr algn="ctr"/>
              <a:endParaRPr>
                <a:solidFill>
                  <a:schemeClr val="accent1"/>
                </a:solidFill>
              </a:endParaRPr>
            </a:p>
          </p:txBody>
        </p:sp>
        <p:sp>
          <p:nvSpPr>
            <p:cNvPr id="52" name="îs1ïde">
              <a:extLst>
                <a:ext uri="{FF2B5EF4-FFF2-40B4-BE49-F238E27FC236}">
                  <a16:creationId xmlns:a16="http://schemas.microsoft.com/office/drawing/2014/main" xmlns="" id="{D9384C91-284C-44CB-86A8-B0EE371F3E19}"/>
                </a:ext>
              </a:extLst>
            </p:cNvPr>
            <p:cNvSpPr/>
            <p:nvPr/>
          </p:nvSpPr>
          <p:spPr bwMode="auto">
            <a:xfrm>
              <a:off x="3782188" y="1613112"/>
              <a:ext cx="32239" cy="57470"/>
            </a:xfrm>
            <a:custGeom>
              <a:avLst/>
              <a:gdLst>
                <a:gd name="T0" fmla="*/ 11 w 14"/>
                <a:gd name="T1" fmla="*/ 24 h 25"/>
                <a:gd name="T2" fmla="*/ 14 w 14"/>
                <a:gd name="T3" fmla="*/ 0 h 25"/>
                <a:gd name="T4" fmla="*/ 14 w 14"/>
                <a:gd name="T5" fmla="*/ 0 h 25"/>
                <a:gd name="T6" fmla="*/ 1 w 14"/>
                <a:gd name="T7" fmla="*/ 2 h 25"/>
                <a:gd name="T8" fmla="*/ 0 w 14"/>
                <a:gd name="T9" fmla="*/ 8 h 25"/>
                <a:gd name="T10" fmla="*/ 0 w 14"/>
                <a:gd name="T11" fmla="*/ 8 h 25"/>
                <a:gd name="T12" fmla="*/ 2 w 14"/>
                <a:gd name="T13" fmla="*/ 5 h 25"/>
                <a:gd name="T14" fmla="*/ 5 w 14"/>
                <a:gd name="T15" fmla="*/ 4 h 25"/>
                <a:gd name="T16" fmla="*/ 12 w 14"/>
                <a:gd name="T17" fmla="*/ 3 h 25"/>
                <a:gd name="T18" fmla="*/ 9 w 14"/>
                <a:gd name="T19" fmla="*/ 25 h 25"/>
                <a:gd name="T20" fmla="*/ 11 w 14"/>
                <a:gd name="T21" fmla="*/ 24 h 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4" h="25">
                  <a:moveTo>
                    <a:pt x="11" y="24"/>
                  </a:moveTo>
                  <a:cubicBezTo>
                    <a:pt x="14" y="0"/>
                    <a:pt x="14" y="0"/>
                    <a:pt x="14" y="0"/>
                  </a:cubicBezTo>
                  <a:cubicBezTo>
                    <a:pt x="14" y="0"/>
                    <a:pt x="14" y="0"/>
                    <a:pt x="14" y="0"/>
                  </a:cubicBezTo>
                  <a:cubicBezTo>
                    <a:pt x="1" y="2"/>
                    <a:pt x="1" y="2"/>
                    <a:pt x="1" y="2"/>
                  </a:cubicBezTo>
                  <a:cubicBezTo>
                    <a:pt x="0" y="8"/>
                    <a:pt x="0" y="8"/>
                    <a:pt x="0" y="8"/>
                  </a:cubicBezTo>
                  <a:cubicBezTo>
                    <a:pt x="0" y="8"/>
                    <a:pt x="0" y="8"/>
                    <a:pt x="0" y="8"/>
                  </a:cubicBezTo>
                  <a:cubicBezTo>
                    <a:pt x="1" y="7"/>
                    <a:pt x="1" y="6"/>
                    <a:pt x="2" y="5"/>
                  </a:cubicBezTo>
                  <a:cubicBezTo>
                    <a:pt x="3" y="5"/>
                    <a:pt x="4" y="4"/>
                    <a:pt x="5" y="4"/>
                  </a:cubicBezTo>
                  <a:cubicBezTo>
                    <a:pt x="12" y="3"/>
                    <a:pt x="12" y="3"/>
                    <a:pt x="12" y="3"/>
                  </a:cubicBezTo>
                  <a:cubicBezTo>
                    <a:pt x="9" y="25"/>
                    <a:pt x="9" y="25"/>
                    <a:pt x="9" y="25"/>
                  </a:cubicBezTo>
                  <a:lnTo>
                    <a:pt x="11" y="24"/>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nchor="ctr"/>
            <a:lstStyle/>
            <a:p>
              <a:pPr algn="ctr"/>
              <a:endParaRPr>
                <a:solidFill>
                  <a:schemeClr val="accent1"/>
                </a:solidFill>
              </a:endParaRPr>
            </a:p>
          </p:txBody>
        </p:sp>
        <p:sp>
          <p:nvSpPr>
            <p:cNvPr id="53" name="i$ľïḑe">
              <a:extLst>
                <a:ext uri="{FF2B5EF4-FFF2-40B4-BE49-F238E27FC236}">
                  <a16:creationId xmlns:a16="http://schemas.microsoft.com/office/drawing/2014/main" xmlns="" id="{5620022D-CD0F-4F5F-B53B-A98FEE6FCC66}"/>
                </a:ext>
              </a:extLst>
            </p:cNvPr>
            <p:cNvSpPr/>
            <p:nvPr/>
          </p:nvSpPr>
          <p:spPr bwMode="auto">
            <a:xfrm>
              <a:off x="3349063" y="1294926"/>
              <a:ext cx="34342" cy="23128"/>
            </a:xfrm>
            <a:custGeom>
              <a:avLst/>
              <a:gdLst>
                <a:gd name="T0" fmla="*/ 8 w 15"/>
                <a:gd name="T1" fmla="*/ 7 h 10"/>
                <a:gd name="T2" fmla="*/ 12 w 15"/>
                <a:gd name="T3" fmla="*/ 10 h 10"/>
                <a:gd name="T4" fmla="*/ 14 w 15"/>
                <a:gd name="T5" fmla="*/ 3 h 10"/>
                <a:gd name="T6" fmla="*/ 10 w 15"/>
                <a:gd name="T7" fmla="*/ 0 h 10"/>
                <a:gd name="T8" fmla="*/ 0 w 15"/>
                <a:gd name="T9" fmla="*/ 2 h 10"/>
                <a:gd name="T10" fmla="*/ 8 w 15"/>
                <a:gd name="T11" fmla="*/ 7 h 10"/>
              </a:gdLst>
              <a:ahLst/>
              <a:cxnLst>
                <a:cxn ang="0">
                  <a:pos x="T0" y="T1"/>
                </a:cxn>
                <a:cxn ang="0">
                  <a:pos x="T2" y="T3"/>
                </a:cxn>
                <a:cxn ang="0">
                  <a:pos x="T4" y="T5"/>
                </a:cxn>
                <a:cxn ang="0">
                  <a:pos x="T6" y="T7"/>
                </a:cxn>
                <a:cxn ang="0">
                  <a:pos x="T8" y="T9"/>
                </a:cxn>
                <a:cxn ang="0">
                  <a:pos x="T10" y="T11"/>
                </a:cxn>
              </a:cxnLst>
              <a:rect l="0" t="0" r="r" b="b"/>
              <a:pathLst>
                <a:path w="15" h="10">
                  <a:moveTo>
                    <a:pt x="8" y="7"/>
                  </a:moveTo>
                  <a:cubicBezTo>
                    <a:pt x="12" y="10"/>
                    <a:pt x="12" y="10"/>
                    <a:pt x="12" y="10"/>
                  </a:cubicBezTo>
                  <a:cubicBezTo>
                    <a:pt x="12" y="7"/>
                    <a:pt x="15" y="5"/>
                    <a:pt x="14" y="3"/>
                  </a:cubicBezTo>
                  <a:cubicBezTo>
                    <a:pt x="10" y="0"/>
                    <a:pt x="10" y="0"/>
                    <a:pt x="10" y="0"/>
                  </a:cubicBezTo>
                  <a:cubicBezTo>
                    <a:pt x="7" y="0"/>
                    <a:pt x="3" y="0"/>
                    <a:pt x="0" y="2"/>
                  </a:cubicBezTo>
                  <a:cubicBezTo>
                    <a:pt x="1" y="4"/>
                    <a:pt x="4" y="8"/>
                    <a:pt x="8" y="7"/>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nchor="ctr"/>
            <a:lstStyle/>
            <a:p>
              <a:pPr algn="ctr"/>
              <a:endParaRPr>
                <a:solidFill>
                  <a:schemeClr val="accent1"/>
                </a:solidFill>
              </a:endParaRPr>
            </a:p>
          </p:txBody>
        </p:sp>
        <p:sp>
          <p:nvSpPr>
            <p:cNvPr id="54" name="iŝļíḍè">
              <a:extLst>
                <a:ext uri="{FF2B5EF4-FFF2-40B4-BE49-F238E27FC236}">
                  <a16:creationId xmlns:a16="http://schemas.microsoft.com/office/drawing/2014/main" xmlns="" id="{B8770E7F-FFA5-4F19-A00F-31FA9E2C4FF4}"/>
                </a:ext>
              </a:extLst>
            </p:cNvPr>
            <p:cNvSpPr/>
            <p:nvPr/>
          </p:nvSpPr>
          <p:spPr bwMode="auto">
            <a:xfrm>
              <a:off x="3378499" y="1327165"/>
              <a:ext cx="27333" cy="18923"/>
            </a:xfrm>
            <a:custGeom>
              <a:avLst/>
              <a:gdLst>
                <a:gd name="T0" fmla="*/ 7 w 12"/>
                <a:gd name="T1" fmla="*/ 7 h 8"/>
                <a:gd name="T2" fmla="*/ 9 w 12"/>
                <a:gd name="T3" fmla="*/ 8 h 8"/>
                <a:gd name="T4" fmla="*/ 12 w 12"/>
                <a:gd name="T5" fmla="*/ 6 h 8"/>
                <a:gd name="T6" fmla="*/ 11 w 12"/>
                <a:gd name="T7" fmla="*/ 2 h 8"/>
                <a:gd name="T8" fmla="*/ 8 w 12"/>
                <a:gd name="T9" fmla="*/ 0 h 8"/>
                <a:gd name="T10" fmla="*/ 0 w 12"/>
                <a:gd name="T11" fmla="*/ 3 h 8"/>
                <a:gd name="T12" fmla="*/ 7 w 12"/>
                <a:gd name="T13" fmla="*/ 7 h 8"/>
              </a:gdLst>
              <a:ahLst/>
              <a:cxnLst>
                <a:cxn ang="0">
                  <a:pos x="T0" y="T1"/>
                </a:cxn>
                <a:cxn ang="0">
                  <a:pos x="T2" y="T3"/>
                </a:cxn>
                <a:cxn ang="0">
                  <a:pos x="T4" y="T5"/>
                </a:cxn>
                <a:cxn ang="0">
                  <a:pos x="T6" y="T7"/>
                </a:cxn>
                <a:cxn ang="0">
                  <a:pos x="T8" y="T9"/>
                </a:cxn>
                <a:cxn ang="0">
                  <a:pos x="T10" y="T11"/>
                </a:cxn>
                <a:cxn ang="0">
                  <a:pos x="T12" y="T13"/>
                </a:cxn>
              </a:cxnLst>
              <a:rect l="0" t="0" r="r" b="b"/>
              <a:pathLst>
                <a:path w="12" h="8">
                  <a:moveTo>
                    <a:pt x="7" y="7"/>
                  </a:moveTo>
                  <a:cubicBezTo>
                    <a:pt x="9" y="8"/>
                    <a:pt x="9" y="8"/>
                    <a:pt x="9" y="8"/>
                  </a:cubicBezTo>
                  <a:cubicBezTo>
                    <a:pt x="10" y="8"/>
                    <a:pt x="11" y="6"/>
                    <a:pt x="12" y="6"/>
                  </a:cubicBezTo>
                  <a:cubicBezTo>
                    <a:pt x="12" y="4"/>
                    <a:pt x="11" y="2"/>
                    <a:pt x="11" y="2"/>
                  </a:cubicBezTo>
                  <a:cubicBezTo>
                    <a:pt x="11" y="0"/>
                    <a:pt x="9" y="1"/>
                    <a:pt x="8" y="0"/>
                  </a:cubicBezTo>
                  <a:cubicBezTo>
                    <a:pt x="5" y="1"/>
                    <a:pt x="1" y="0"/>
                    <a:pt x="0" y="3"/>
                  </a:cubicBezTo>
                  <a:cubicBezTo>
                    <a:pt x="2" y="5"/>
                    <a:pt x="5" y="6"/>
                    <a:pt x="7" y="7"/>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nchor="ctr"/>
            <a:lstStyle/>
            <a:p>
              <a:pPr algn="ctr"/>
              <a:endParaRPr>
                <a:solidFill>
                  <a:schemeClr val="accent1"/>
                </a:solidFill>
              </a:endParaRPr>
            </a:p>
          </p:txBody>
        </p:sp>
        <p:sp>
          <p:nvSpPr>
            <p:cNvPr id="55" name="íṩḻîḋê">
              <a:extLst>
                <a:ext uri="{FF2B5EF4-FFF2-40B4-BE49-F238E27FC236}">
                  <a16:creationId xmlns:a16="http://schemas.microsoft.com/office/drawing/2014/main" xmlns="" id="{7449D368-FFC6-409D-8C54-9CACA6DF7971}"/>
                </a:ext>
              </a:extLst>
            </p:cNvPr>
            <p:cNvSpPr/>
            <p:nvPr/>
          </p:nvSpPr>
          <p:spPr bwMode="auto">
            <a:xfrm>
              <a:off x="3394618" y="1244465"/>
              <a:ext cx="100922" cy="166101"/>
            </a:xfrm>
            <a:custGeom>
              <a:avLst/>
              <a:gdLst>
                <a:gd name="T0" fmla="*/ 9 w 44"/>
                <a:gd name="T1" fmla="*/ 32 h 72"/>
                <a:gd name="T2" fmla="*/ 12 w 44"/>
                <a:gd name="T3" fmla="*/ 31 h 72"/>
                <a:gd name="T4" fmla="*/ 15 w 44"/>
                <a:gd name="T5" fmla="*/ 33 h 72"/>
                <a:gd name="T6" fmla="*/ 13 w 44"/>
                <a:gd name="T7" fmla="*/ 44 h 72"/>
                <a:gd name="T8" fmla="*/ 8 w 44"/>
                <a:gd name="T9" fmla="*/ 41 h 72"/>
                <a:gd name="T10" fmla="*/ 14 w 44"/>
                <a:gd name="T11" fmla="*/ 68 h 72"/>
                <a:gd name="T12" fmla="*/ 26 w 44"/>
                <a:gd name="T13" fmla="*/ 72 h 72"/>
                <a:gd name="T14" fmla="*/ 27 w 44"/>
                <a:gd name="T15" fmla="*/ 69 h 72"/>
                <a:gd name="T16" fmla="*/ 15 w 44"/>
                <a:gd name="T17" fmla="*/ 52 h 72"/>
                <a:gd name="T18" fmla="*/ 21 w 44"/>
                <a:gd name="T19" fmla="*/ 49 h 72"/>
                <a:gd name="T20" fmla="*/ 21 w 44"/>
                <a:gd name="T21" fmla="*/ 40 h 72"/>
                <a:gd name="T22" fmla="*/ 26 w 44"/>
                <a:gd name="T23" fmla="*/ 45 h 72"/>
                <a:gd name="T24" fmla="*/ 19 w 44"/>
                <a:gd name="T25" fmla="*/ 31 h 72"/>
                <a:gd name="T26" fmla="*/ 19 w 44"/>
                <a:gd name="T27" fmla="*/ 21 h 72"/>
                <a:gd name="T28" fmla="*/ 30 w 44"/>
                <a:gd name="T29" fmla="*/ 30 h 72"/>
                <a:gd name="T30" fmla="*/ 26 w 44"/>
                <a:gd name="T31" fmla="*/ 19 h 72"/>
                <a:gd name="T32" fmla="*/ 29 w 44"/>
                <a:gd name="T33" fmla="*/ 16 h 72"/>
                <a:gd name="T34" fmla="*/ 43 w 44"/>
                <a:gd name="T35" fmla="*/ 28 h 72"/>
                <a:gd name="T36" fmla="*/ 29 w 44"/>
                <a:gd name="T37" fmla="*/ 8 h 72"/>
                <a:gd name="T38" fmla="*/ 24 w 44"/>
                <a:gd name="T39" fmla="*/ 6 h 72"/>
                <a:gd name="T40" fmla="*/ 24 w 44"/>
                <a:gd name="T41" fmla="*/ 13 h 72"/>
                <a:gd name="T42" fmla="*/ 17 w 44"/>
                <a:gd name="T43" fmla="*/ 11 h 72"/>
                <a:gd name="T44" fmla="*/ 16 w 44"/>
                <a:gd name="T45" fmla="*/ 0 h 72"/>
                <a:gd name="T46" fmla="*/ 14 w 44"/>
                <a:gd name="T47" fmla="*/ 6 h 72"/>
                <a:gd name="T48" fmla="*/ 9 w 44"/>
                <a:gd name="T49" fmla="*/ 8 h 72"/>
                <a:gd name="T50" fmla="*/ 16 w 44"/>
                <a:gd name="T51" fmla="*/ 16 h 72"/>
                <a:gd name="T52" fmla="*/ 16 w 44"/>
                <a:gd name="T53" fmla="*/ 25 h 72"/>
                <a:gd name="T54" fmla="*/ 11 w 44"/>
                <a:gd name="T55" fmla="*/ 20 h 72"/>
                <a:gd name="T56" fmla="*/ 0 w 44"/>
                <a:gd name="T57" fmla="*/ 19 h 72"/>
                <a:gd name="T58" fmla="*/ 9 w 44"/>
                <a:gd name="T59" fmla="*/ 28 h 72"/>
                <a:gd name="T60" fmla="*/ 9 w 44"/>
                <a:gd name="T61" fmla="*/ 32 h 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44" h="72">
                  <a:moveTo>
                    <a:pt x="9" y="32"/>
                  </a:moveTo>
                  <a:cubicBezTo>
                    <a:pt x="10" y="33"/>
                    <a:pt x="11" y="32"/>
                    <a:pt x="12" y="31"/>
                  </a:cubicBezTo>
                  <a:cubicBezTo>
                    <a:pt x="15" y="33"/>
                    <a:pt x="15" y="33"/>
                    <a:pt x="15" y="33"/>
                  </a:cubicBezTo>
                  <a:cubicBezTo>
                    <a:pt x="16" y="37"/>
                    <a:pt x="15" y="41"/>
                    <a:pt x="13" y="44"/>
                  </a:cubicBezTo>
                  <a:cubicBezTo>
                    <a:pt x="11" y="46"/>
                    <a:pt x="10" y="42"/>
                    <a:pt x="8" y="41"/>
                  </a:cubicBezTo>
                  <a:cubicBezTo>
                    <a:pt x="10" y="50"/>
                    <a:pt x="15" y="60"/>
                    <a:pt x="14" y="68"/>
                  </a:cubicBezTo>
                  <a:cubicBezTo>
                    <a:pt x="20" y="72"/>
                    <a:pt x="24" y="72"/>
                    <a:pt x="26" y="72"/>
                  </a:cubicBezTo>
                  <a:cubicBezTo>
                    <a:pt x="27" y="69"/>
                    <a:pt x="27" y="69"/>
                    <a:pt x="27" y="69"/>
                  </a:cubicBezTo>
                  <a:cubicBezTo>
                    <a:pt x="19" y="64"/>
                    <a:pt x="16" y="54"/>
                    <a:pt x="15" y="52"/>
                  </a:cubicBezTo>
                  <a:cubicBezTo>
                    <a:pt x="21" y="49"/>
                    <a:pt x="21" y="49"/>
                    <a:pt x="21" y="49"/>
                  </a:cubicBezTo>
                  <a:cubicBezTo>
                    <a:pt x="21" y="46"/>
                    <a:pt x="20" y="41"/>
                    <a:pt x="21" y="40"/>
                  </a:cubicBezTo>
                  <a:cubicBezTo>
                    <a:pt x="24" y="41"/>
                    <a:pt x="25" y="43"/>
                    <a:pt x="26" y="45"/>
                  </a:cubicBezTo>
                  <a:cubicBezTo>
                    <a:pt x="33" y="42"/>
                    <a:pt x="22" y="36"/>
                    <a:pt x="19" y="31"/>
                  </a:cubicBezTo>
                  <a:cubicBezTo>
                    <a:pt x="19" y="27"/>
                    <a:pt x="19" y="24"/>
                    <a:pt x="19" y="21"/>
                  </a:cubicBezTo>
                  <a:cubicBezTo>
                    <a:pt x="23" y="22"/>
                    <a:pt x="27" y="27"/>
                    <a:pt x="30" y="30"/>
                  </a:cubicBezTo>
                  <a:cubicBezTo>
                    <a:pt x="33" y="27"/>
                    <a:pt x="27" y="23"/>
                    <a:pt x="26" y="19"/>
                  </a:cubicBezTo>
                  <a:cubicBezTo>
                    <a:pt x="25" y="17"/>
                    <a:pt x="27" y="17"/>
                    <a:pt x="29" y="16"/>
                  </a:cubicBezTo>
                  <a:cubicBezTo>
                    <a:pt x="43" y="28"/>
                    <a:pt x="43" y="28"/>
                    <a:pt x="43" y="28"/>
                  </a:cubicBezTo>
                  <a:cubicBezTo>
                    <a:pt x="44" y="21"/>
                    <a:pt x="34" y="15"/>
                    <a:pt x="29" y="8"/>
                  </a:cubicBezTo>
                  <a:cubicBezTo>
                    <a:pt x="30" y="6"/>
                    <a:pt x="29" y="4"/>
                    <a:pt x="24" y="6"/>
                  </a:cubicBezTo>
                  <a:cubicBezTo>
                    <a:pt x="22" y="6"/>
                    <a:pt x="19" y="7"/>
                    <a:pt x="24" y="13"/>
                  </a:cubicBezTo>
                  <a:cubicBezTo>
                    <a:pt x="21" y="17"/>
                    <a:pt x="19" y="12"/>
                    <a:pt x="17" y="11"/>
                  </a:cubicBezTo>
                  <a:cubicBezTo>
                    <a:pt x="18" y="6"/>
                    <a:pt x="20" y="1"/>
                    <a:pt x="16" y="0"/>
                  </a:cubicBezTo>
                  <a:cubicBezTo>
                    <a:pt x="16" y="2"/>
                    <a:pt x="16" y="4"/>
                    <a:pt x="14" y="6"/>
                  </a:cubicBezTo>
                  <a:cubicBezTo>
                    <a:pt x="9" y="8"/>
                    <a:pt x="9" y="8"/>
                    <a:pt x="9" y="8"/>
                  </a:cubicBezTo>
                  <a:cubicBezTo>
                    <a:pt x="9" y="10"/>
                    <a:pt x="14" y="13"/>
                    <a:pt x="16" y="16"/>
                  </a:cubicBezTo>
                  <a:cubicBezTo>
                    <a:pt x="17" y="20"/>
                    <a:pt x="16" y="23"/>
                    <a:pt x="16" y="25"/>
                  </a:cubicBezTo>
                  <a:cubicBezTo>
                    <a:pt x="12" y="27"/>
                    <a:pt x="13" y="22"/>
                    <a:pt x="11" y="20"/>
                  </a:cubicBezTo>
                  <a:cubicBezTo>
                    <a:pt x="7" y="17"/>
                    <a:pt x="2" y="18"/>
                    <a:pt x="0" y="19"/>
                  </a:cubicBezTo>
                  <a:cubicBezTo>
                    <a:pt x="9" y="28"/>
                    <a:pt x="9" y="28"/>
                    <a:pt x="9" y="28"/>
                  </a:cubicBezTo>
                  <a:cubicBezTo>
                    <a:pt x="9" y="29"/>
                    <a:pt x="6" y="32"/>
                    <a:pt x="9" y="32"/>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nchor="ctr"/>
            <a:lstStyle/>
            <a:p>
              <a:pPr algn="ctr"/>
              <a:endParaRPr>
                <a:solidFill>
                  <a:schemeClr val="accent1"/>
                </a:solidFill>
              </a:endParaRPr>
            </a:p>
          </p:txBody>
        </p:sp>
        <p:sp>
          <p:nvSpPr>
            <p:cNvPr id="56" name="íṡľiḑê">
              <a:extLst>
                <a:ext uri="{FF2B5EF4-FFF2-40B4-BE49-F238E27FC236}">
                  <a16:creationId xmlns:a16="http://schemas.microsoft.com/office/drawing/2014/main" xmlns="" id="{F1A81E41-4E5E-4F59-A848-8B7C1B6C47B7}"/>
                </a:ext>
              </a:extLst>
            </p:cNvPr>
            <p:cNvSpPr/>
            <p:nvPr/>
          </p:nvSpPr>
          <p:spPr bwMode="auto">
            <a:xfrm>
              <a:off x="3589455" y="1092381"/>
              <a:ext cx="30137" cy="30137"/>
            </a:xfrm>
            <a:custGeom>
              <a:avLst/>
              <a:gdLst>
                <a:gd name="T0" fmla="*/ 2 w 13"/>
                <a:gd name="T1" fmla="*/ 13 h 13"/>
                <a:gd name="T2" fmla="*/ 9 w 13"/>
                <a:gd name="T3" fmla="*/ 13 h 13"/>
                <a:gd name="T4" fmla="*/ 3 w 13"/>
                <a:gd name="T5" fmla="*/ 0 h 13"/>
                <a:gd name="T6" fmla="*/ 2 w 13"/>
                <a:gd name="T7" fmla="*/ 8 h 13"/>
                <a:gd name="T8" fmla="*/ 2 w 13"/>
                <a:gd name="T9" fmla="*/ 13 h 13"/>
              </a:gdLst>
              <a:ahLst/>
              <a:cxnLst>
                <a:cxn ang="0">
                  <a:pos x="T0" y="T1"/>
                </a:cxn>
                <a:cxn ang="0">
                  <a:pos x="T2" y="T3"/>
                </a:cxn>
                <a:cxn ang="0">
                  <a:pos x="T4" y="T5"/>
                </a:cxn>
                <a:cxn ang="0">
                  <a:pos x="T6" y="T7"/>
                </a:cxn>
                <a:cxn ang="0">
                  <a:pos x="T8" y="T9"/>
                </a:cxn>
              </a:cxnLst>
              <a:rect l="0" t="0" r="r" b="b"/>
              <a:pathLst>
                <a:path w="13" h="13">
                  <a:moveTo>
                    <a:pt x="2" y="13"/>
                  </a:moveTo>
                  <a:cubicBezTo>
                    <a:pt x="4" y="13"/>
                    <a:pt x="6" y="13"/>
                    <a:pt x="9" y="13"/>
                  </a:cubicBezTo>
                  <a:cubicBezTo>
                    <a:pt x="13" y="8"/>
                    <a:pt x="6" y="3"/>
                    <a:pt x="3" y="0"/>
                  </a:cubicBezTo>
                  <a:cubicBezTo>
                    <a:pt x="0" y="1"/>
                    <a:pt x="2" y="6"/>
                    <a:pt x="2" y="8"/>
                  </a:cubicBezTo>
                  <a:cubicBezTo>
                    <a:pt x="2" y="9"/>
                    <a:pt x="1" y="11"/>
                    <a:pt x="2" y="13"/>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nchor="ctr"/>
            <a:lstStyle/>
            <a:p>
              <a:pPr algn="ctr"/>
              <a:endParaRPr>
                <a:solidFill>
                  <a:schemeClr val="accent1"/>
                </a:solidFill>
              </a:endParaRPr>
            </a:p>
          </p:txBody>
        </p:sp>
        <p:sp>
          <p:nvSpPr>
            <p:cNvPr id="57" name="iṥļiḓe">
              <a:extLst>
                <a:ext uri="{FF2B5EF4-FFF2-40B4-BE49-F238E27FC236}">
                  <a16:creationId xmlns:a16="http://schemas.microsoft.com/office/drawing/2014/main" xmlns="" id="{016F9212-10A5-488A-9B66-CE03B13072F1}"/>
                </a:ext>
              </a:extLst>
            </p:cNvPr>
            <p:cNvSpPr/>
            <p:nvPr/>
          </p:nvSpPr>
          <p:spPr bwMode="auto">
            <a:xfrm>
              <a:off x="3578241" y="1138637"/>
              <a:ext cx="18222" cy="25231"/>
            </a:xfrm>
            <a:custGeom>
              <a:avLst/>
              <a:gdLst>
                <a:gd name="T0" fmla="*/ 2 w 8"/>
                <a:gd name="T1" fmla="*/ 11 h 11"/>
                <a:gd name="T2" fmla="*/ 8 w 8"/>
                <a:gd name="T3" fmla="*/ 9 h 11"/>
                <a:gd name="T4" fmla="*/ 7 w 8"/>
                <a:gd name="T5" fmla="*/ 4 h 11"/>
                <a:gd name="T6" fmla="*/ 3 w 8"/>
                <a:gd name="T7" fmla="*/ 0 h 11"/>
                <a:gd name="T8" fmla="*/ 1 w 8"/>
                <a:gd name="T9" fmla="*/ 5 h 11"/>
                <a:gd name="T10" fmla="*/ 2 w 8"/>
                <a:gd name="T11" fmla="*/ 11 h 11"/>
              </a:gdLst>
              <a:ahLst/>
              <a:cxnLst>
                <a:cxn ang="0">
                  <a:pos x="T0" y="T1"/>
                </a:cxn>
                <a:cxn ang="0">
                  <a:pos x="T2" y="T3"/>
                </a:cxn>
                <a:cxn ang="0">
                  <a:pos x="T4" y="T5"/>
                </a:cxn>
                <a:cxn ang="0">
                  <a:pos x="T6" y="T7"/>
                </a:cxn>
                <a:cxn ang="0">
                  <a:pos x="T8" y="T9"/>
                </a:cxn>
                <a:cxn ang="0">
                  <a:pos x="T10" y="T11"/>
                </a:cxn>
              </a:cxnLst>
              <a:rect l="0" t="0" r="r" b="b"/>
              <a:pathLst>
                <a:path w="8" h="11">
                  <a:moveTo>
                    <a:pt x="2" y="11"/>
                  </a:moveTo>
                  <a:cubicBezTo>
                    <a:pt x="4" y="11"/>
                    <a:pt x="6" y="10"/>
                    <a:pt x="8" y="9"/>
                  </a:cubicBezTo>
                  <a:cubicBezTo>
                    <a:pt x="8" y="7"/>
                    <a:pt x="8" y="6"/>
                    <a:pt x="7" y="4"/>
                  </a:cubicBezTo>
                  <a:cubicBezTo>
                    <a:pt x="6" y="3"/>
                    <a:pt x="5" y="1"/>
                    <a:pt x="3" y="0"/>
                  </a:cubicBezTo>
                  <a:cubicBezTo>
                    <a:pt x="3" y="0"/>
                    <a:pt x="0" y="1"/>
                    <a:pt x="1" y="5"/>
                  </a:cubicBezTo>
                  <a:cubicBezTo>
                    <a:pt x="2" y="8"/>
                    <a:pt x="2" y="9"/>
                    <a:pt x="2" y="11"/>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nchor="ctr"/>
            <a:lstStyle/>
            <a:p>
              <a:pPr algn="ctr"/>
              <a:endParaRPr>
                <a:solidFill>
                  <a:schemeClr val="accent1"/>
                </a:solidFill>
              </a:endParaRPr>
            </a:p>
          </p:txBody>
        </p:sp>
        <p:sp>
          <p:nvSpPr>
            <p:cNvPr id="58" name="iŝ1îḋé">
              <a:extLst>
                <a:ext uri="{FF2B5EF4-FFF2-40B4-BE49-F238E27FC236}">
                  <a16:creationId xmlns:a16="http://schemas.microsoft.com/office/drawing/2014/main" xmlns="" id="{6A6467D2-E204-4AF1-A6E0-E8A5E8C19664}"/>
                </a:ext>
              </a:extLst>
            </p:cNvPr>
            <p:cNvSpPr/>
            <p:nvPr/>
          </p:nvSpPr>
          <p:spPr bwMode="auto">
            <a:xfrm>
              <a:off x="3628702" y="1117611"/>
              <a:ext cx="41350" cy="39248"/>
            </a:xfrm>
            <a:custGeom>
              <a:avLst/>
              <a:gdLst>
                <a:gd name="T0" fmla="*/ 5 w 18"/>
                <a:gd name="T1" fmla="*/ 11 h 17"/>
                <a:gd name="T2" fmla="*/ 7 w 18"/>
                <a:gd name="T3" fmla="*/ 11 h 17"/>
                <a:gd name="T4" fmla="*/ 7 w 18"/>
                <a:gd name="T5" fmla="*/ 17 h 17"/>
                <a:gd name="T6" fmla="*/ 8 w 18"/>
                <a:gd name="T7" fmla="*/ 17 h 17"/>
                <a:gd name="T8" fmla="*/ 12 w 18"/>
                <a:gd name="T9" fmla="*/ 14 h 17"/>
                <a:gd name="T10" fmla="*/ 13 w 18"/>
                <a:gd name="T11" fmla="*/ 12 h 17"/>
                <a:gd name="T12" fmla="*/ 17 w 18"/>
                <a:gd name="T13" fmla="*/ 7 h 17"/>
                <a:gd name="T14" fmla="*/ 13 w 18"/>
                <a:gd name="T15" fmla="*/ 0 h 17"/>
                <a:gd name="T16" fmla="*/ 2 w 18"/>
                <a:gd name="T17" fmla="*/ 3 h 17"/>
                <a:gd name="T18" fmla="*/ 5 w 18"/>
                <a:gd name="T19" fmla="*/ 11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8" h="17">
                  <a:moveTo>
                    <a:pt x="5" y="11"/>
                  </a:moveTo>
                  <a:cubicBezTo>
                    <a:pt x="7" y="11"/>
                    <a:pt x="7" y="11"/>
                    <a:pt x="7" y="11"/>
                  </a:cubicBezTo>
                  <a:cubicBezTo>
                    <a:pt x="7" y="13"/>
                    <a:pt x="7" y="15"/>
                    <a:pt x="7" y="17"/>
                  </a:cubicBezTo>
                  <a:cubicBezTo>
                    <a:pt x="8" y="17"/>
                    <a:pt x="8" y="17"/>
                    <a:pt x="8" y="17"/>
                  </a:cubicBezTo>
                  <a:cubicBezTo>
                    <a:pt x="9" y="15"/>
                    <a:pt x="11" y="15"/>
                    <a:pt x="12" y="14"/>
                  </a:cubicBezTo>
                  <a:cubicBezTo>
                    <a:pt x="13" y="12"/>
                    <a:pt x="13" y="12"/>
                    <a:pt x="13" y="12"/>
                  </a:cubicBezTo>
                  <a:cubicBezTo>
                    <a:pt x="17" y="7"/>
                    <a:pt x="17" y="7"/>
                    <a:pt x="17" y="7"/>
                  </a:cubicBezTo>
                  <a:cubicBezTo>
                    <a:pt x="18" y="5"/>
                    <a:pt x="17" y="2"/>
                    <a:pt x="13" y="0"/>
                  </a:cubicBezTo>
                  <a:cubicBezTo>
                    <a:pt x="10" y="1"/>
                    <a:pt x="7" y="2"/>
                    <a:pt x="2" y="3"/>
                  </a:cubicBezTo>
                  <a:cubicBezTo>
                    <a:pt x="0" y="7"/>
                    <a:pt x="3" y="10"/>
                    <a:pt x="5" y="11"/>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nchor="ctr"/>
            <a:lstStyle/>
            <a:p>
              <a:pPr algn="ctr"/>
              <a:endParaRPr>
                <a:solidFill>
                  <a:schemeClr val="accent1"/>
                </a:solidFill>
              </a:endParaRPr>
            </a:p>
          </p:txBody>
        </p:sp>
        <p:sp>
          <p:nvSpPr>
            <p:cNvPr id="59" name="iṩḷiḓè">
              <a:extLst>
                <a:ext uri="{FF2B5EF4-FFF2-40B4-BE49-F238E27FC236}">
                  <a16:creationId xmlns:a16="http://schemas.microsoft.com/office/drawing/2014/main" xmlns="" id="{97F069C3-B72A-47C9-BD32-AAFF19209F70}"/>
                </a:ext>
              </a:extLst>
            </p:cNvPr>
            <p:cNvSpPr/>
            <p:nvPr/>
          </p:nvSpPr>
          <p:spPr bwMode="auto">
            <a:xfrm>
              <a:off x="3628702" y="1154756"/>
              <a:ext cx="38547" cy="29436"/>
            </a:xfrm>
            <a:custGeom>
              <a:avLst/>
              <a:gdLst>
                <a:gd name="T0" fmla="*/ 6 w 17"/>
                <a:gd name="T1" fmla="*/ 13 h 13"/>
                <a:gd name="T2" fmla="*/ 15 w 17"/>
                <a:gd name="T3" fmla="*/ 4 h 13"/>
                <a:gd name="T4" fmla="*/ 16 w 17"/>
                <a:gd name="T5" fmla="*/ 0 h 13"/>
                <a:gd name="T6" fmla="*/ 1 w 17"/>
                <a:gd name="T7" fmla="*/ 5 h 13"/>
                <a:gd name="T8" fmla="*/ 6 w 17"/>
                <a:gd name="T9" fmla="*/ 13 h 13"/>
              </a:gdLst>
              <a:ahLst/>
              <a:cxnLst>
                <a:cxn ang="0">
                  <a:pos x="T0" y="T1"/>
                </a:cxn>
                <a:cxn ang="0">
                  <a:pos x="T2" y="T3"/>
                </a:cxn>
                <a:cxn ang="0">
                  <a:pos x="T4" y="T5"/>
                </a:cxn>
                <a:cxn ang="0">
                  <a:pos x="T6" y="T7"/>
                </a:cxn>
                <a:cxn ang="0">
                  <a:pos x="T8" y="T9"/>
                </a:cxn>
              </a:cxnLst>
              <a:rect l="0" t="0" r="r" b="b"/>
              <a:pathLst>
                <a:path w="17" h="13">
                  <a:moveTo>
                    <a:pt x="6" y="13"/>
                  </a:moveTo>
                  <a:cubicBezTo>
                    <a:pt x="9" y="10"/>
                    <a:pt x="13" y="8"/>
                    <a:pt x="15" y="4"/>
                  </a:cubicBezTo>
                  <a:cubicBezTo>
                    <a:pt x="16" y="3"/>
                    <a:pt x="17" y="2"/>
                    <a:pt x="16" y="0"/>
                  </a:cubicBezTo>
                  <a:cubicBezTo>
                    <a:pt x="11" y="0"/>
                    <a:pt x="6" y="5"/>
                    <a:pt x="1" y="5"/>
                  </a:cubicBezTo>
                  <a:cubicBezTo>
                    <a:pt x="0" y="10"/>
                    <a:pt x="4" y="11"/>
                    <a:pt x="6" y="13"/>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nchor="ctr"/>
            <a:lstStyle/>
            <a:p>
              <a:pPr algn="ctr"/>
              <a:endParaRPr>
                <a:solidFill>
                  <a:schemeClr val="accent1"/>
                </a:solidFill>
              </a:endParaRPr>
            </a:p>
          </p:txBody>
        </p:sp>
        <p:sp>
          <p:nvSpPr>
            <p:cNvPr id="88" name="îṥ1ïďé">
              <a:extLst>
                <a:ext uri="{FF2B5EF4-FFF2-40B4-BE49-F238E27FC236}">
                  <a16:creationId xmlns:a16="http://schemas.microsoft.com/office/drawing/2014/main" xmlns="" id="{F59BC24D-C587-40FE-9933-B3E336F24B97}"/>
                </a:ext>
              </a:extLst>
            </p:cNvPr>
            <p:cNvSpPr/>
            <p:nvPr/>
          </p:nvSpPr>
          <p:spPr bwMode="auto">
            <a:xfrm>
              <a:off x="3548104" y="1165970"/>
              <a:ext cx="53265" cy="73589"/>
            </a:xfrm>
            <a:custGeom>
              <a:avLst/>
              <a:gdLst>
                <a:gd name="T0" fmla="*/ 7 w 23"/>
                <a:gd name="T1" fmla="*/ 32 h 32"/>
                <a:gd name="T2" fmla="*/ 23 w 23"/>
                <a:gd name="T3" fmla="*/ 0 h 32"/>
                <a:gd name="T4" fmla="*/ 3 w 23"/>
                <a:gd name="T5" fmla="*/ 23 h 32"/>
                <a:gd name="T6" fmla="*/ 7 w 23"/>
                <a:gd name="T7" fmla="*/ 32 h 32"/>
              </a:gdLst>
              <a:ahLst/>
              <a:cxnLst>
                <a:cxn ang="0">
                  <a:pos x="T0" y="T1"/>
                </a:cxn>
                <a:cxn ang="0">
                  <a:pos x="T2" y="T3"/>
                </a:cxn>
                <a:cxn ang="0">
                  <a:pos x="T4" y="T5"/>
                </a:cxn>
                <a:cxn ang="0">
                  <a:pos x="T6" y="T7"/>
                </a:cxn>
              </a:cxnLst>
              <a:rect l="0" t="0" r="r" b="b"/>
              <a:pathLst>
                <a:path w="23" h="32">
                  <a:moveTo>
                    <a:pt x="7" y="32"/>
                  </a:moveTo>
                  <a:cubicBezTo>
                    <a:pt x="13" y="23"/>
                    <a:pt x="20" y="11"/>
                    <a:pt x="23" y="0"/>
                  </a:cubicBezTo>
                  <a:cubicBezTo>
                    <a:pt x="17" y="9"/>
                    <a:pt x="11" y="18"/>
                    <a:pt x="3" y="23"/>
                  </a:cubicBezTo>
                  <a:cubicBezTo>
                    <a:pt x="0" y="28"/>
                    <a:pt x="6" y="31"/>
                    <a:pt x="7" y="32"/>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nchor="ctr"/>
            <a:lstStyle/>
            <a:p>
              <a:pPr algn="ctr"/>
              <a:endParaRPr>
                <a:solidFill>
                  <a:schemeClr val="accent1"/>
                </a:solidFill>
              </a:endParaRPr>
            </a:p>
          </p:txBody>
        </p:sp>
        <p:sp>
          <p:nvSpPr>
            <p:cNvPr id="89" name="iSḷiḍé">
              <a:extLst>
                <a:ext uri="{FF2B5EF4-FFF2-40B4-BE49-F238E27FC236}">
                  <a16:creationId xmlns:a16="http://schemas.microsoft.com/office/drawing/2014/main" xmlns="" id="{C512B36A-3FAD-4E58-B996-FA8D90773003}"/>
                </a:ext>
              </a:extLst>
            </p:cNvPr>
            <p:cNvSpPr/>
            <p:nvPr/>
          </p:nvSpPr>
          <p:spPr bwMode="auto">
            <a:xfrm>
              <a:off x="3773077" y="1117611"/>
              <a:ext cx="93914" cy="101623"/>
            </a:xfrm>
            <a:custGeom>
              <a:avLst/>
              <a:gdLst>
                <a:gd name="T0" fmla="*/ 9 w 41"/>
                <a:gd name="T1" fmla="*/ 38 h 44"/>
                <a:gd name="T2" fmla="*/ 22 w 41"/>
                <a:gd name="T3" fmla="*/ 33 h 44"/>
                <a:gd name="T4" fmla="*/ 12 w 41"/>
                <a:gd name="T5" fmla="*/ 44 h 44"/>
                <a:gd name="T6" fmla="*/ 29 w 41"/>
                <a:gd name="T7" fmla="*/ 31 h 44"/>
                <a:gd name="T8" fmla="*/ 39 w 41"/>
                <a:gd name="T9" fmla="*/ 26 h 44"/>
                <a:gd name="T10" fmla="*/ 40 w 41"/>
                <a:gd name="T11" fmla="*/ 22 h 44"/>
                <a:gd name="T12" fmla="*/ 39 w 41"/>
                <a:gd name="T13" fmla="*/ 22 h 44"/>
                <a:gd name="T14" fmla="*/ 36 w 41"/>
                <a:gd name="T15" fmla="*/ 24 h 44"/>
                <a:gd name="T16" fmla="*/ 34 w 41"/>
                <a:gd name="T17" fmla="*/ 23 h 44"/>
                <a:gd name="T18" fmla="*/ 37 w 41"/>
                <a:gd name="T19" fmla="*/ 18 h 44"/>
                <a:gd name="T20" fmla="*/ 40 w 41"/>
                <a:gd name="T21" fmla="*/ 14 h 44"/>
                <a:gd name="T22" fmla="*/ 37 w 41"/>
                <a:gd name="T23" fmla="*/ 0 h 44"/>
                <a:gd name="T24" fmla="*/ 29 w 41"/>
                <a:gd name="T25" fmla="*/ 23 h 44"/>
                <a:gd name="T26" fmla="*/ 23 w 41"/>
                <a:gd name="T27" fmla="*/ 27 h 44"/>
                <a:gd name="T28" fmla="*/ 6 w 41"/>
                <a:gd name="T29" fmla="*/ 29 h 44"/>
                <a:gd name="T30" fmla="*/ 4 w 41"/>
                <a:gd name="T31" fmla="*/ 28 h 44"/>
                <a:gd name="T32" fmla="*/ 6 w 41"/>
                <a:gd name="T33" fmla="*/ 37 h 44"/>
                <a:gd name="T34" fmla="*/ 9 w 41"/>
                <a:gd name="T35" fmla="*/ 38 h 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41" h="44">
                  <a:moveTo>
                    <a:pt x="9" y="38"/>
                  </a:moveTo>
                  <a:cubicBezTo>
                    <a:pt x="14" y="36"/>
                    <a:pt x="18" y="33"/>
                    <a:pt x="22" y="33"/>
                  </a:cubicBezTo>
                  <a:cubicBezTo>
                    <a:pt x="22" y="37"/>
                    <a:pt x="15" y="41"/>
                    <a:pt x="12" y="44"/>
                  </a:cubicBezTo>
                  <a:cubicBezTo>
                    <a:pt x="22" y="43"/>
                    <a:pt x="26" y="37"/>
                    <a:pt x="29" y="31"/>
                  </a:cubicBezTo>
                  <a:cubicBezTo>
                    <a:pt x="32" y="28"/>
                    <a:pt x="36" y="27"/>
                    <a:pt x="39" y="26"/>
                  </a:cubicBezTo>
                  <a:cubicBezTo>
                    <a:pt x="40" y="25"/>
                    <a:pt x="41" y="25"/>
                    <a:pt x="40" y="22"/>
                  </a:cubicBezTo>
                  <a:cubicBezTo>
                    <a:pt x="40" y="22"/>
                    <a:pt x="39" y="22"/>
                    <a:pt x="39" y="22"/>
                  </a:cubicBezTo>
                  <a:cubicBezTo>
                    <a:pt x="38" y="23"/>
                    <a:pt x="37" y="24"/>
                    <a:pt x="36" y="24"/>
                  </a:cubicBezTo>
                  <a:cubicBezTo>
                    <a:pt x="35" y="25"/>
                    <a:pt x="33" y="25"/>
                    <a:pt x="34" y="23"/>
                  </a:cubicBezTo>
                  <a:cubicBezTo>
                    <a:pt x="35" y="21"/>
                    <a:pt x="36" y="19"/>
                    <a:pt x="37" y="18"/>
                  </a:cubicBezTo>
                  <a:cubicBezTo>
                    <a:pt x="40" y="14"/>
                    <a:pt x="40" y="14"/>
                    <a:pt x="40" y="14"/>
                  </a:cubicBezTo>
                  <a:cubicBezTo>
                    <a:pt x="40" y="11"/>
                    <a:pt x="40" y="3"/>
                    <a:pt x="37" y="0"/>
                  </a:cubicBezTo>
                  <a:cubicBezTo>
                    <a:pt x="33" y="3"/>
                    <a:pt x="31" y="15"/>
                    <a:pt x="29" y="23"/>
                  </a:cubicBezTo>
                  <a:cubicBezTo>
                    <a:pt x="27" y="27"/>
                    <a:pt x="25" y="27"/>
                    <a:pt x="23" y="27"/>
                  </a:cubicBezTo>
                  <a:cubicBezTo>
                    <a:pt x="18" y="28"/>
                    <a:pt x="10" y="30"/>
                    <a:pt x="6" y="29"/>
                  </a:cubicBezTo>
                  <a:cubicBezTo>
                    <a:pt x="4" y="28"/>
                    <a:pt x="4" y="28"/>
                    <a:pt x="4" y="28"/>
                  </a:cubicBezTo>
                  <a:cubicBezTo>
                    <a:pt x="0" y="32"/>
                    <a:pt x="5" y="35"/>
                    <a:pt x="6" y="37"/>
                  </a:cubicBezTo>
                  <a:lnTo>
                    <a:pt x="9" y="38"/>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nchor="ctr"/>
            <a:lstStyle/>
            <a:p>
              <a:pPr algn="ctr"/>
              <a:endParaRPr>
                <a:solidFill>
                  <a:schemeClr val="accent1"/>
                </a:solidFill>
              </a:endParaRPr>
            </a:p>
          </p:txBody>
        </p:sp>
        <p:sp>
          <p:nvSpPr>
            <p:cNvPr id="90" name="îşļíďê">
              <a:extLst>
                <a:ext uri="{FF2B5EF4-FFF2-40B4-BE49-F238E27FC236}">
                  <a16:creationId xmlns:a16="http://schemas.microsoft.com/office/drawing/2014/main" xmlns="" id="{39D5C69B-FB05-45C6-A02D-A6A8ACE2846B}"/>
                </a:ext>
              </a:extLst>
            </p:cNvPr>
            <p:cNvSpPr/>
            <p:nvPr/>
          </p:nvSpPr>
          <p:spPr bwMode="auto">
            <a:xfrm>
              <a:off x="3846666" y="1210123"/>
              <a:ext cx="22427" cy="32239"/>
            </a:xfrm>
            <a:custGeom>
              <a:avLst/>
              <a:gdLst>
                <a:gd name="T0" fmla="*/ 4 w 10"/>
                <a:gd name="T1" fmla="*/ 14 h 14"/>
                <a:gd name="T2" fmla="*/ 9 w 10"/>
                <a:gd name="T3" fmla="*/ 12 h 14"/>
                <a:gd name="T4" fmla="*/ 2 w 10"/>
                <a:gd name="T5" fmla="*/ 0 h 14"/>
                <a:gd name="T6" fmla="*/ 1 w 10"/>
                <a:gd name="T7" fmla="*/ 10 h 14"/>
                <a:gd name="T8" fmla="*/ 4 w 10"/>
                <a:gd name="T9" fmla="*/ 14 h 14"/>
              </a:gdLst>
              <a:ahLst/>
              <a:cxnLst>
                <a:cxn ang="0">
                  <a:pos x="T0" y="T1"/>
                </a:cxn>
                <a:cxn ang="0">
                  <a:pos x="T2" y="T3"/>
                </a:cxn>
                <a:cxn ang="0">
                  <a:pos x="T4" y="T5"/>
                </a:cxn>
                <a:cxn ang="0">
                  <a:pos x="T6" y="T7"/>
                </a:cxn>
                <a:cxn ang="0">
                  <a:pos x="T8" y="T9"/>
                </a:cxn>
              </a:cxnLst>
              <a:rect l="0" t="0" r="r" b="b"/>
              <a:pathLst>
                <a:path w="10" h="14">
                  <a:moveTo>
                    <a:pt x="4" y="14"/>
                  </a:moveTo>
                  <a:cubicBezTo>
                    <a:pt x="6" y="14"/>
                    <a:pt x="7" y="14"/>
                    <a:pt x="9" y="12"/>
                  </a:cubicBezTo>
                  <a:cubicBezTo>
                    <a:pt x="10" y="7"/>
                    <a:pt x="8" y="2"/>
                    <a:pt x="2" y="0"/>
                  </a:cubicBezTo>
                  <a:cubicBezTo>
                    <a:pt x="0" y="3"/>
                    <a:pt x="2" y="6"/>
                    <a:pt x="1" y="10"/>
                  </a:cubicBezTo>
                  <a:cubicBezTo>
                    <a:pt x="0" y="13"/>
                    <a:pt x="3" y="12"/>
                    <a:pt x="4" y="1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nchor="ctr"/>
            <a:lstStyle/>
            <a:p>
              <a:pPr algn="ctr"/>
              <a:endParaRPr>
                <a:solidFill>
                  <a:schemeClr val="accent1"/>
                </a:solidFill>
              </a:endParaRPr>
            </a:p>
          </p:txBody>
        </p:sp>
        <p:sp>
          <p:nvSpPr>
            <p:cNvPr id="91" name="îš1íḍê">
              <a:extLst>
                <a:ext uri="{FF2B5EF4-FFF2-40B4-BE49-F238E27FC236}">
                  <a16:creationId xmlns:a16="http://schemas.microsoft.com/office/drawing/2014/main" xmlns="" id="{4FEE6CC4-4616-4587-A760-AFCFE2A70A03}"/>
                </a:ext>
              </a:extLst>
            </p:cNvPr>
            <p:cNvSpPr/>
            <p:nvPr/>
          </p:nvSpPr>
          <p:spPr bwMode="auto">
            <a:xfrm>
              <a:off x="3944785" y="1278806"/>
              <a:ext cx="21025" cy="21025"/>
            </a:xfrm>
            <a:custGeom>
              <a:avLst/>
              <a:gdLst>
                <a:gd name="T0" fmla="*/ 7 w 9"/>
                <a:gd name="T1" fmla="*/ 6 h 9"/>
                <a:gd name="T2" fmla="*/ 8 w 9"/>
                <a:gd name="T3" fmla="*/ 1 h 9"/>
                <a:gd name="T4" fmla="*/ 2 w 9"/>
                <a:gd name="T5" fmla="*/ 2 h 9"/>
                <a:gd name="T6" fmla="*/ 0 w 9"/>
                <a:gd name="T7" fmla="*/ 6 h 9"/>
                <a:gd name="T8" fmla="*/ 7 w 9"/>
                <a:gd name="T9" fmla="*/ 6 h 9"/>
              </a:gdLst>
              <a:ahLst/>
              <a:cxnLst>
                <a:cxn ang="0">
                  <a:pos x="T0" y="T1"/>
                </a:cxn>
                <a:cxn ang="0">
                  <a:pos x="T2" y="T3"/>
                </a:cxn>
                <a:cxn ang="0">
                  <a:pos x="T4" y="T5"/>
                </a:cxn>
                <a:cxn ang="0">
                  <a:pos x="T6" y="T7"/>
                </a:cxn>
                <a:cxn ang="0">
                  <a:pos x="T8" y="T9"/>
                </a:cxn>
              </a:cxnLst>
              <a:rect l="0" t="0" r="r" b="b"/>
              <a:pathLst>
                <a:path w="9" h="9">
                  <a:moveTo>
                    <a:pt x="7" y="6"/>
                  </a:moveTo>
                  <a:cubicBezTo>
                    <a:pt x="8" y="4"/>
                    <a:pt x="9" y="2"/>
                    <a:pt x="8" y="1"/>
                  </a:cubicBezTo>
                  <a:cubicBezTo>
                    <a:pt x="6" y="0"/>
                    <a:pt x="4" y="2"/>
                    <a:pt x="2" y="2"/>
                  </a:cubicBezTo>
                  <a:cubicBezTo>
                    <a:pt x="0" y="3"/>
                    <a:pt x="0" y="5"/>
                    <a:pt x="0" y="6"/>
                  </a:cubicBezTo>
                  <a:cubicBezTo>
                    <a:pt x="1" y="9"/>
                    <a:pt x="4" y="8"/>
                    <a:pt x="7" y="6"/>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nchor="ctr"/>
            <a:lstStyle/>
            <a:p>
              <a:pPr algn="ctr"/>
              <a:endParaRPr>
                <a:solidFill>
                  <a:schemeClr val="accent1"/>
                </a:solidFill>
              </a:endParaRPr>
            </a:p>
          </p:txBody>
        </p:sp>
        <p:sp>
          <p:nvSpPr>
            <p:cNvPr id="92" name="íŝliḓê">
              <a:extLst>
                <a:ext uri="{FF2B5EF4-FFF2-40B4-BE49-F238E27FC236}">
                  <a16:creationId xmlns:a16="http://schemas.microsoft.com/office/drawing/2014/main" xmlns="" id="{F1543413-7588-49C5-8DC8-1CA5E7573A71}"/>
                </a:ext>
              </a:extLst>
            </p:cNvPr>
            <p:cNvSpPr/>
            <p:nvPr/>
          </p:nvSpPr>
          <p:spPr bwMode="auto">
            <a:xfrm>
              <a:off x="3910443" y="1308943"/>
              <a:ext cx="61675" cy="62376"/>
            </a:xfrm>
            <a:custGeom>
              <a:avLst/>
              <a:gdLst>
                <a:gd name="T0" fmla="*/ 6 w 27"/>
                <a:gd name="T1" fmla="*/ 10 h 27"/>
                <a:gd name="T2" fmla="*/ 14 w 27"/>
                <a:gd name="T3" fmla="*/ 14 h 27"/>
                <a:gd name="T4" fmla="*/ 9 w 27"/>
                <a:gd name="T5" fmla="*/ 18 h 27"/>
                <a:gd name="T6" fmla="*/ 4 w 27"/>
                <a:gd name="T7" fmla="*/ 16 h 27"/>
                <a:gd name="T8" fmla="*/ 2 w 27"/>
                <a:gd name="T9" fmla="*/ 17 h 27"/>
                <a:gd name="T10" fmla="*/ 8 w 27"/>
                <a:gd name="T11" fmla="*/ 27 h 27"/>
                <a:gd name="T12" fmla="*/ 22 w 27"/>
                <a:gd name="T13" fmla="*/ 17 h 27"/>
                <a:gd name="T14" fmla="*/ 25 w 27"/>
                <a:gd name="T15" fmla="*/ 18 h 27"/>
                <a:gd name="T16" fmla="*/ 26 w 27"/>
                <a:gd name="T17" fmla="*/ 16 h 27"/>
                <a:gd name="T18" fmla="*/ 24 w 27"/>
                <a:gd name="T19" fmla="*/ 14 h 27"/>
                <a:gd name="T20" fmla="*/ 24 w 27"/>
                <a:gd name="T21" fmla="*/ 11 h 27"/>
                <a:gd name="T22" fmla="*/ 23 w 27"/>
                <a:gd name="T23" fmla="*/ 9 h 27"/>
                <a:gd name="T24" fmla="*/ 19 w 27"/>
                <a:gd name="T25" fmla="*/ 12 h 27"/>
                <a:gd name="T26" fmla="*/ 11 w 27"/>
                <a:gd name="T27" fmla="*/ 7 h 27"/>
                <a:gd name="T28" fmla="*/ 4 w 27"/>
                <a:gd name="T29" fmla="*/ 2 h 27"/>
                <a:gd name="T30" fmla="*/ 0 w 27"/>
                <a:gd name="T31" fmla="*/ 3 h 27"/>
                <a:gd name="T32" fmla="*/ 6 w 27"/>
                <a:gd name="T33" fmla="*/ 10 h 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27" h="27">
                  <a:moveTo>
                    <a:pt x="6" y="10"/>
                  </a:moveTo>
                  <a:cubicBezTo>
                    <a:pt x="9" y="11"/>
                    <a:pt x="12" y="12"/>
                    <a:pt x="14" y="14"/>
                  </a:cubicBezTo>
                  <a:cubicBezTo>
                    <a:pt x="14" y="15"/>
                    <a:pt x="11" y="17"/>
                    <a:pt x="9" y="18"/>
                  </a:cubicBezTo>
                  <a:cubicBezTo>
                    <a:pt x="7" y="19"/>
                    <a:pt x="6" y="16"/>
                    <a:pt x="4" y="16"/>
                  </a:cubicBezTo>
                  <a:cubicBezTo>
                    <a:pt x="3" y="15"/>
                    <a:pt x="2" y="15"/>
                    <a:pt x="2" y="17"/>
                  </a:cubicBezTo>
                  <a:cubicBezTo>
                    <a:pt x="4" y="20"/>
                    <a:pt x="4" y="25"/>
                    <a:pt x="8" y="27"/>
                  </a:cubicBezTo>
                  <a:cubicBezTo>
                    <a:pt x="13" y="23"/>
                    <a:pt x="17" y="20"/>
                    <a:pt x="22" y="17"/>
                  </a:cubicBezTo>
                  <a:cubicBezTo>
                    <a:pt x="25" y="18"/>
                    <a:pt x="25" y="18"/>
                    <a:pt x="25" y="18"/>
                  </a:cubicBezTo>
                  <a:cubicBezTo>
                    <a:pt x="26" y="18"/>
                    <a:pt x="27" y="17"/>
                    <a:pt x="26" y="16"/>
                  </a:cubicBezTo>
                  <a:cubicBezTo>
                    <a:pt x="26" y="16"/>
                    <a:pt x="25" y="14"/>
                    <a:pt x="24" y="14"/>
                  </a:cubicBezTo>
                  <a:cubicBezTo>
                    <a:pt x="24" y="11"/>
                    <a:pt x="24" y="11"/>
                    <a:pt x="24" y="11"/>
                  </a:cubicBezTo>
                  <a:cubicBezTo>
                    <a:pt x="23" y="9"/>
                    <a:pt x="23" y="9"/>
                    <a:pt x="23" y="9"/>
                  </a:cubicBezTo>
                  <a:cubicBezTo>
                    <a:pt x="22" y="10"/>
                    <a:pt x="20" y="11"/>
                    <a:pt x="19" y="12"/>
                  </a:cubicBezTo>
                  <a:cubicBezTo>
                    <a:pt x="16" y="10"/>
                    <a:pt x="13" y="9"/>
                    <a:pt x="11" y="7"/>
                  </a:cubicBezTo>
                  <a:cubicBezTo>
                    <a:pt x="8" y="6"/>
                    <a:pt x="6" y="4"/>
                    <a:pt x="4" y="2"/>
                  </a:cubicBezTo>
                  <a:cubicBezTo>
                    <a:pt x="1" y="0"/>
                    <a:pt x="0" y="1"/>
                    <a:pt x="0" y="3"/>
                  </a:cubicBezTo>
                  <a:cubicBezTo>
                    <a:pt x="0" y="9"/>
                    <a:pt x="3" y="10"/>
                    <a:pt x="6" y="10"/>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nchor="ctr"/>
            <a:lstStyle/>
            <a:p>
              <a:pPr algn="ctr"/>
              <a:endParaRPr>
                <a:solidFill>
                  <a:schemeClr val="accent1"/>
                </a:solidFill>
              </a:endParaRPr>
            </a:p>
          </p:txBody>
        </p:sp>
        <p:sp>
          <p:nvSpPr>
            <p:cNvPr id="93" name="iṡļiḍe">
              <a:extLst>
                <a:ext uri="{FF2B5EF4-FFF2-40B4-BE49-F238E27FC236}">
                  <a16:creationId xmlns:a16="http://schemas.microsoft.com/office/drawing/2014/main" xmlns="" id="{93B8A389-5274-49D8-BC6E-2A794C914B47}"/>
                </a:ext>
              </a:extLst>
            </p:cNvPr>
            <p:cNvSpPr/>
            <p:nvPr/>
          </p:nvSpPr>
          <p:spPr bwMode="auto">
            <a:xfrm>
              <a:off x="3935674" y="1271798"/>
              <a:ext cx="124051" cy="76393"/>
            </a:xfrm>
            <a:custGeom>
              <a:avLst/>
              <a:gdLst>
                <a:gd name="T0" fmla="*/ 52 w 54"/>
                <a:gd name="T1" fmla="*/ 10 h 33"/>
                <a:gd name="T2" fmla="*/ 41 w 54"/>
                <a:gd name="T3" fmla="*/ 13 h 33"/>
                <a:gd name="T4" fmla="*/ 37 w 54"/>
                <a:gd name="T5" fmla="*/ 11 h 33"/>
                <a:gd name="T6" fmla="*/ 35 w 54"/>
                <a:gd name="T7" fmla="*/ 12 h 33"/>
                <a:gd name="T8" fmla="*/ 29 w 54"/>
                <a:gd name="T9" fmla="*/ 15 h 33"/>
                <a:gd name="T10" fmla="*/ 28 w 54"/>
                <a:gd name="T11" fmla="*/ 13 h 33"/>
                <a:gd name="T12" fmla="*/ 23 w 54"/>
                <a:gd name="T13" fmla="*/ 15 h 33"/>
                <a:gd name="T14" fmla="*/ 19 w 54"/>
                <a:gd name="T15" fmla="*/ 15 h 33"/>
                <a:gd name="T16" fmla="*/ 26 w 54"/>
                <a:gd name="T17" fmla="*/ 0 h 33"/>
                <a:gd name="T18" fmla="*/ 19 w 54"/>
                <a:gd name="T19" fmla="*/ 6 h 33"/>
                <a:gd name="T20" fmla="*/ 14 w 54"/>
                <a:gd name="T21" fmla="*/ 10 h 33"/>
                <a:gd name="T22" fmla="*/ 10 w 54"/>
                <a:gd name="T23" fmla="*/ 15 h 33"/>
                <a:gd name="T24" fmla="*/ 17 w 54"/>
                <a:gd name="T25" fmla="*/ 16 h 33"/>
                <a:gd name="T26" fmla="*/ 24 w 54"/>
                <a:gd name="T27" fmla="*/ 19 h 33"/>
                <a:gd name="T28" fmla="*/ 23 w 54"/>
                <a:gd name="T29" fmla="*/ 23 h 33"/>
                <a:gd name="T30" fmla="*/ 3 w 54"/>
                <a:gd name="T31" fmla="*/ 13 h 33"/>
                <a:gd name="T32" fmla="*/ 0 w 54"/>
                <a:gd name="T33" fmla="*/ 15 h 33"/>
                <a:gd name="T34" fmla="*/ 4 w 54"/>
                <a:gd name="T35" fmla="*/ 21 h 33"/>
                <a:gd name="T36" fmla="*/ 8 w 54"/>
                <a:gd name="T37" fmla="*/ 22 h 33"/>
                <a:gd name="T38" fmla="*/ 24 w 54"/>
                <a:gd name="T39" fmla="*/ 27 h 33"/>
                <a:gd name="T40" fmla="*/ 14 w 54"/>
                <a:gd name="T41" fmla="*/ 26 h 33"/>
                <a:gd name="T42" fmla="*/ 21 w 54"/>
                <a:gd name="T43" fmla="*/ 30 h 33"/>
                <a:gd name="T44" fmla="*/ 29 w 54"/>
                <a:gd name="T45" fmla="*/ 33 h 33"/>
                <a:gd name="T46" fmla="*/ 34 w 54"/>
                <a:gd name="T47" fmla="*/ 28 h 33"/>
                <a:gd name="T48" fmla="*/ 45 w 54"/>
                <a:gd name="T49" fmla="*/ 28 h 33"/>
                <a:gd name="T50" fmla="*/ 46 w 54"/>
                <a:gd name="T51" fmla="*/ 23 h 33"/>
                <a:gd name="T52" fmla="*/ 42 w 54"/>
                <a:gd name="T53" fmla="*/ 19 h 33"/>
                <a:gd name="T54" fmla="*/ 43 w 54"/>
                <a:gd name="T55" fmla="*/ 18 h 33"/>
                <a:gd name="T56" fmla="*/ 50 w 54"/>
                <a:gd name="T57" fmla="*/ 17 h 33"/>
                <a:gd name="T58" fmla="*/ 52 w 54"/>
                <a:gd name="T59" fmla="*/ 10 h 33"/>
                <a:gd name="T60" fmla="*/ 38 w 54"/>
                <a:gd name="T61" fmla="*/ 23 h 33"/>
                <a:gd name="T62" fmla="*/ 30 w 54"/>
                <a:gd name="T63" fmla="*/ 24 h 33"/>
                <a:gd name="T64" fmla="*/ 33 w 54"/>
                <a:gd name="T65" fmla="*/ 23 h 33"/>
                <a:gd name="T66" fmla="*/ 35 w 54"/>
                <a:gd name="T67" fmla="*/ 21 h 33"/>
                <a:gd name="T68" fmla="*/ 31 w 54"/>
                <a:gd name="T69" fmla="*/ 20 h 33"/>
                <a:gd name="T70" fmla="*/ 30 w 54"/>
                <a:gd name="T71" fmla="*/ 19 h 33"/>
                <a:gd name="T72" fmla="*/ 33 w 54"/>
                <a:gd name="T73" fmla="*/ 17 h 33"/>
                <a:gd name="T74" fmla="*/ 37 w 54"/>
                <a:gd name="T75" fmla="*/ 17 h 33"/>
                <a:gd name="T76" fmla="*/ 38 w 54"/>
                <a:gd name="T77" fmla="*/ 23 h 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54" h="33">
                  <a:moveTo>
                    <a:pt x="52" y="10"/>
                  </a:moveTo>
                  <a:cubicBezTo>
                    <a:pt x="49" y="11"/>
                    <a:pt x="45" y="11"/>
                    <a:pt x="41" y="13"/>
                  </a:cubicBezTo>
                  <a:cubicBezTo>
                    <a:pt x="39" y="13"/>
                    <a:pt x="38" y="12"/>
                    <a:pt x="37" y="11"/>
                  </a:cubicBezTo>
                  <a:cubicBezTo>
                    <a:pt x="35" y="11"/>
                    <a:pt x="34" y="11"/>
                    <a:pt x="35" y="12"/>
                  </a:cubicBezTo>
                  <a:cubicBezTo>
                    <a:pt x="33" y="14"/>
                    <a:pt x="31" y="15"/>
                    <a:pt x="29" y="15"/>
                  </a:cubicBezTo>
                  <a:cubicBezTo>
                    <a:pt x="28" y="13"/>
                    <a:pt x="28" y="13"/>
                    <a:pt x="28" y="13"/>
                  </a:cubicBezTo>
                  <a:cubicBezTo>
                    <a:pt x="25" y="12"/>
                    <a:pt x="25" y="14"/>
                    <a:pt x="23" y="15"/>
                  </a:cubicBezTo>
                  <a:cubicBezTo>
                    <a:pt x="23" y="14"/>
                    <a:pt x="19" y="16"/>
                    <a:pt x="19" y="15"/>
                  </a:cubicBezTo>
                  <a:cubicBezTo>
                    <a:pt x="21" y="11"/>
                    <a:pt x="26" y="5"/>
                    <a:pt x="26" y="0"/>
                  </a:cubicBezTo>
                  <a:cubicBezTo>
                    <a:pt x="23" y="0"/>
                    <a:pt x="22" y="3"/>
                    <a:pt x="19" y="6"/>
                  </a:cubicBezTo>
                  <a:cubicBezTo>
                    <a:pt x="14" y="10"/>
                    <a:pt x="14" y="10"/>
                    <a:pt x="14" y="10"/>
                  </a:cubicBezTo>
                  <a:cubicBezTo>
                    <a:pt x="12" y="12"/>
                    <a:pt x="10" y="13"/>
                    <a:pt x="10" y="15"/>
                  </a:cubicBezTo>
                  <a:cubicBezTo>
                    <a:pt x="12" y="15"/>
                    <a:pt x="14" y="16"/>
                    <a:pt x="17" y="16"/>
                  </a:cubicBezTo>
                  <a:cubicBezTo>
                    <a:pt x="20" y="18"/>
                    <a:pt x="21" y="19"/>
                    <a:pt x="24" y="19"/>
                  </a:cubicBezTo>
                  <a:cubicBezTo>
                    <a:pt x="25" y="21"/>
                    <a:pt x="24" y="22"/>
                    <a:pt x="23" y="23"/>
                  </a:cubicBezTo>
                  <a:cubicBezTo>
                    <a:pt x="16" y="20"/>
                    <a:pt x="9" y="16"/>
                    <a:pt x="3" y="13"/>
                  </a:cubicBezTo>
                  <a:cubicBezTo>
                    <a:pt x="1" y="13"/>
                    <a:pt x="1" y="14"/>
                    <a:pt x="0" y="15"/>
                  </a:cubicBezTo>
                  <a:cubicBezTo>
                    <a:pt x="2" y="17"/>
                    <a:pt x="3" y="20"/>
                    <a:pt x="4" y="21"/>
                  </a:cubicBezTo>
                  <a:cubicBezTo>
                    <a:pt x="8" y="22"/>
                    <a:pt x="8" y="22"/>
                    <a:pt x="8" y="22"/>
                  </a:cubicBezTo>
                  <a:cubicBezTo>
                    <a:pt x="9" y="22"/>
                    <a:pt x="20" y="25"/>
                    <a:pt x="24" y="27"/>
                  </a:cubicBezTo>
                  <a:cubicBezTo>
                    <a:pt x="23" y="29"/>
                    <a:pt x="15" y="25"/>
                    <a:pt x="14" y="26"/>
                  </a:cubicBezTo>
                  <a:cubicBezTo>
                    <a:pt x="16" y="29"/>
                    <a:pt x="19" y="28"/>
                    <a:pt x="21" y="30"/>
                  </a:cubicBezTo>
                  <a:cubicBezTo>
                    <a:pt x="24" y="31"/>
                    <a:pt x="27" y="32"/>
                    <a:pt x="29" y="33"/>
                  </a:cubicBezTo>
                  <a:cubicBezTo>
                    <a:pt x="31" y="31"/>
                    <a:pt x="32" y="28"/>
                    <a:pt x="34" y="28"/>
                  </a:cubicBezTo>
                  <a:cubicBezTo>
                    <a:pt x="37" y="28"/>
                    <a:pt x="42" y="30"/>
                    <a:pt x="45" y="28"/>
                  </a:cubicBezTo>
                  <a:cubicBezTo>
                    <a:pt x="45" y="26"/>
                    <a:pt x="46" y="24"/>
                    <a:pt x="46" y="23"/>
                  </a:cubicBezTo>
                  <a:cubicBezTo>
                    <a:pt x="45" y="21"/>
                    <a:pt x="42" y="20"/>
                    <a:pt x="42" y="19"/>
                  </a:cubicBezTo>
                  <a:cubicBezTo>
                    <a:pt x="42" y="19"/>
                    <a:pt x="42" y="18"/>
                    <a:pt x="43" y="18"/>
                  </a:cubicBezTo>
                  <a:cubicBezTo>
                    <a:pt x="46" y="18"/>
                    <a:pt x="48" y="18"/>
                    <a:pt x="50" y="17"/>
                  </a:cubicBezTo>
                  <a:cubicBezTo>
                    <a:pt x="51" y="18"/>
                    <a:pt x="54" y="12"/>
                    <a:pt x="52" y="10"/>
                  </a:cubicBezTo>
                  <a:close/>
                  <a:moveTo>
                    <a:pt x="38" y="23"/>
                  </a:moveTo>
                  <a:cubicBezTo>
                    <a:pt x="36" y="24"/>
                    <a:pt x="33" y="24"/>
                    <a:pt x="30" y="24"/>
                  </a:cubicBezTo>
                  <a:cubicBezTo>
                    <a:pt x="29" y="23"/>
                    <a:pt x="32" y="23"/>
                    <a:pt x="33" y="23"/>
                  </a:cubicBezTo>
                  <a:cubicBezTo>
                    <a:pt x="34" y="22"/>
                    <a:pt x="34" y="22"/>
                    <a:pt x="35" y="21"/>
                  </a:cubicBezTo>
                  <a:cubicBezTo>
                    <a:pt x="34" y="20"/>
                    <a:pt x="33" y="19"/>
                    <a:pt x="31" y="20"/>
                  </a:cubicBezTo>
                  <a:cubicBezTo>
                    <a:pt x="30" y="20"/>
                    <a:pt x="29" y="19"/>
                    <a:pt x="30" y="19"/>
                  </a:cubicBezTo>
                  <a:cubicBezTo>
                    <a:pt x="31" y="19"/>
                    <a:pt x="32" y="18"/>
                    <a:pt x="33" y="17"/>
                  </a:cubicBezTo>
                  <a:cubicBezTo>
                    <a:pt x="34" y="17"/>
                    <a:pt x="35" y="17"/>
                    <a:pt x="37" y="17"/>
                  </a:cubicBezTo>
                  <a:cubicBezTo>
                    <a:pt x="37" y="19"/>
                    <a:pt x="39" y="21"/>
                    <a:pt x="38" y="23"/>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nchor="ctr"/>
            <a:lstStyle/>
            <a:p>
              <a:pPr algn="ctr"/>
              <a:endParaRPr>
                <a:solidFill>
                  <a:schemeClr val="accent1"/>
                </a:solidFill>
              </a:endParaRPr>
            </a:p>
          </p:txBody>
        </p:sp>
        <p:sp>
          <p:nvSpPr>
            <p:cNvPr id="94" name="ï$ļïdé">
              <a:extLst>
                <a:ext uri="{FF2B5EF4-FFF2-40B4-BE49-F238E27FC236}">
                  <a16:creationId xmlns:a16="http://schemas.microsoft.com/office/drawing/2014/main" xmlns="" id="{617B38E3-9FF7-48B1-A036-2194FE31ED30}"/>
                </a:ext>
              </a:extLst>
            </p:cNvPr>
            <p:cNvSpPr/>
            <p:nvPr/>
          </p:nvSpPr>
          <p:spPr bwMode="auto">
            <a:xfrm>
              <a:off x="3302807" y="1034911"/>
              <a:ext cx="795464" cy="799669"/>
            </a:xfrm>
            <a:custGeom>
              <a:avLst/>
              <a:gdLst>
                <a:gd name="T0" fmla="*/ 174 w 347"/>
                <a:gd name="T1" fmla="*/ 0 h 347"/>
                <a:gd name="T2" fmla="*/ 0 w 347"/>
                <a:gd name="T3" fmla="*/ 173 h 347"/>
                <a:gd name="T4" fmla="*/ 174 w 347"/>
                <a:gd name="T5" fmla="*/ 347 h 347"/>
                <a:gd name="T6" fmla="*/ 347 w 347"/>
                <a:gd name="T7" fmla="*/ 173 h 347"/>
                <a:gd name="T8" fmla="*/ 174 w 347"/>
                <a:gd name="T9" fmla="*/ 0 h 347"/>
                <a:gd name="T10" fmla="*/ 174 w 347"/>
                <a:gd name="T11" fmla="*/ 343 h 347"/>
                <a:gd name="T12" fmla="*/ 4 w 347"/>
                <a:gd name="T13" fmla="*/ 173 h 347"/>
                <a:gd name="T14" fmla="*/ 174 w 347"/>
                <a:gd name="T15" fmla="*/ 4 h 347"/>
                <a:gd name="T16" fmla="*/ 343 w 347"/>
                <a:gd name="T17" fmla="*/ 173 h 347"/>
                <a:gd name="T18" fmla="*/ 174 w 347"/>
                <a:gd name="T19" fmla="*/ 343 h 3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47" h="347">
                  <a:moveTo>
                    <a:pt x="174" y="0"/>
                  </a:moveTo>
                  <a:cubicBezTo>
                    <a:pt x="78" y="0"/>
                    <a:pt x="0" y="78"/>
                    <a:pt x="0" y="173"/>
                  </a:cubicBezTo>
                  <a:cubicBezTo>
                    <a:pt x="0" y="269"/>
                    <a:pt x="78" y="347"/>
                    <a:pt x="174" y="347"/>
                  </a:cubicBezTo>
                  <a:cubicBezTo>
                    <a:pt x="269" y="347"/>
                    <a:pt x="347" y="269"/>
                    <a:pt x="347" y="173"/>
                  </a:cubicBezTo>
                  <a:cubicBezTo>
                    <a:pt x="347" y="78"/>
                    <a:pt x="269" y="0"/>
                    <a:pt x="174" y="0"/>
                  </a:cubicBezTo>
                  <a:close/>
                  <a:moveTo>
                    <a:pt x="174" y="343"/>
                  </a:moveTo>
                  <a:cubicBezTo>
                    <a:pt x="80" y="343"/>
                    <a:pt x="4" y="267"/>
                    <a:pt x="4" y="173"/>
                  </a:cubicBezTo>
                  <a:cubicBezTo>
                    <a:pt x="4" y="80"/>
                    <a:pt x="80" y="4"/>
                    <a:pt x="174" y="4"/>
                  </a:cubicBezTo>
                  <a:cubicBezTo>
                    <a:pt x="267" y="4"/>
                    <a:pt x="343" y="80"/>
                    <a:pt x="343" y="173"/>
                  </a:cubicBezTo>
                  <a:cubicBezTo>
                    <a:pt x="343" y="267"/>
                    <a:pt x="267" y="343"/>
                    <a:pt x="174" y="343"/>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nchor="ctr"/>
            <a:lstStyle/>
            <a:p>
              <a:pPr algn="ctr"/>
              <a:endParaRPr>
                <a:solidFill>
                  <a:schemeClr val="accent1"/>
                </a:solidFill>
              </a:endParaRPr>
            </a:p>
          </p:txBody>
        </p:sp>
        <p:sp>
          <p:nvSpPr>
            <p:cNvPr id="95" name="íšlíḓe">
              <a:extLst>
                <a:ext uri="{FF2B5EF4-FFF2-40B4-BE49-F238E27FC236}">
                  <a16:creationId xmlns:a16="http://schemas.microsoft.com/office/drawing/2014/main" xmlns="" id="{4DA69233-4703-46E7-BD77-00911A1E7949}"/>
                </a:ext>
              </a:extLst>
            </p:cNvPr>
            <p:cNvSpPr/>
            <p:nvPr/>
          </p:nvSpPr>
          <p:spPr bwMode="auto">
            <a:xfrm>
              <a:off x="3481524" y="1212226"/>
              <a:ext cx="440834" cy="377758"/>
            </a:xfrm>
            <a:custGeom>
              <a:avLst/>
              <a:gdLst>
                <a:gd name="T0" fmla="*/ 28 w 192"/>
                <a:gd name="T1" fmla="*/ 164 h 164"/>
                <a:gd name="T2" fmla="*/ 31 w 192"/>
                <a:gd name="T3" fmla="*/ 164 h 164"/>
                <a:gd name="T4" fmla="*/ 2 w 192"/>
                <a:gd name="T5" fmla="*/ 96 h 164"/>
                <a:gd name="T6" fmla="*/ 96 w 192"/>
                <a:gd name="T7" fmla="*/ 2 h 164"/>
                <a:gd name="T8" fmla="*/ 190 w 192"/>
                <a:gd name="T9" fmla="*/ 96 h 164"/>
                <a:gd name="T10" fmla="*/ 160 w 192"/>
                <a:gd name="T11" fmla="*/ 164 h 164"/>
                <a:gd name="T12" fmla="*/ 163 w 192"/>
                <a:gd name="T13" fmla="*/ 164 h 164"/>
                <a:gd name="T14" fmla="*/ 192 w 192"/>
                <a:gd name="T15" fmla="*/ 96 h 164"/>
                <a:gd name="T16" fmla="*/ 96 w 192"/>
                <a:gd name="T17" fmla="*/ 0 h 164"/>
                <a:gd name="T18" fmla="*/ 0 w 192"/>
                <a:gd name="T19" fmla="*/ 96 h 164"/>
                <a:gd name="T20" fmla="*/ 28 w 192"/>
                <a:gd name="T21" fmla="*/ 164 h 1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92" h="164">
                  <a:moveTo>
                    <a:pt x="28" y="164"/>
                  </a:moveTo>
                  <a:cubicBezTo>
                    <a:pt x="31" y="164"/>
                    <a:pt x="31" y="164"/>
                    <a:pt x="31" y="164"/>
                  </a:cubicBezTo>
                  <a:cubicBezTo>
                    <a:pt x="13" y="147"/>
                    <a:pt x="2" y="123"/>
                    <a:pt x="2" y="96"/>
                  </a:cubicBezTo>
                  <a:cubicBezTo>
                    <a:pt x="2" y="45"/>
                    <a:pt x="44" y="2"/>
                    <a:pt x="96" y="2"/>
                  </a:cubicBezTo>
                  <a:cubicBezTo>
                    <a:pt x="147" y="2"/>
                    <a:pt x="190" y="45"/>
                    <a:pt x="190" y="96"/>
                  </a:cubicBezTo>
                  <a:cubicBezTo>
                    <a:pt x="190" y="123"/>
                    <a:pt x="178" y="147"/>
                    <a:pt x="160" y="164"/>
                  </a:cubicBezTo>
                  <a:cubicBezTo>
                    <a:pt x="163" y="164"/>
                    <a:pt x="163" y="164"/>
                    <a:pt x="163" y="164"/>
                  </a:cubicBezTo>
                  <a:cubicBezTo>
                    <a:pt x="181" y="147"/>
                    <a:pt x="192" y="123"/>
                    <a:pt x="192" y="96"/>
                  </a:cubicBezTo>
                  <a:cubicBezTo>
                    <a:pt x="192" y="43"/>
                    <a:pt x="148" y="0"/>
                    <a:pt x="96" y="0"/>
                  </a:cubicBezTo>
                  <a:cubicBezTo>
                    <a:pt x="43" y="0"/>
                    <a:pt x="0" y="43"/>
                    <a:pt x="0" y="96"/>
                  </a:cubicBezTo>
                  <a:cubicBezTo>
                    <a:pt x="0" y="123"/>
                    <a:pt x="11" y="147"/>
                    <a:pt x="28" y="16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nchor="ctr"/>
            <a:lstStyle/>
            <a:p>
              <a:pPr algn="ctr"/>
              <a:endParaRPr>
                <a:solidFill>
                  <a:schemeClr val="accent1"/>
                </a:solidFill>
              </a:endParaRPr>
            </a:p>
          </p:txBody>
        </p:sp>
        <p:sp>
          <p:nvSpPr>
            <p:cNvPr id="96" name="ïṣļïḍê">
              <a:extLst>
                <a:ext uri="{FF2B5EF4-FFF2-40B4-BE49-F238E27FC236}">
                  <a16:creationId xmlns:a16="http://schemas.microsoft.com/office/drawing/2014/main" xmlns="" id="{A6E8A355-6B4D-46E5-ABF6-80AFF74A83C6}"/>
                </a:ext>
              </a:extLst>
            </p:cNvPr>
            <p:cNvSpPr/>
            <p:nvPr/>
          </p:nvSpPr>
          <p:spPr bwMode="auto">
            <a:xfrm>
              <a:off x="3972118" y="1573864"/>
              <a:ext cx="85504" cy="46256"/>
            </a:xfrm>
            <a:custGeom>
              <a:avLst/>
              <a:gdLst>
                <a:gd name="T0" fmla="*/ 36 w 37"/>
                <a:gd name="T1" fmla="*/ 20 h 20"/>
                <a:gd name="T2" fmla="*/ 22 w 37"/>
                <a:gd name="T3" fmla="*/ 16 h 20"/>
                <a:gd name="T4" fmla="*/ 0 w 37"/>
                <a:gd name="T5" fmla="*/ 20 h 20"/>
                <a:gd name="T6" fmla="*/ 1 w 37"/>
                <a:gd name="T7" fmla="*/ 16 h 20"/>
                <a:gd name="T8" fmla="*/ 12 w 37"/>
                <a:gd name="T9" fmla="*/ 14 h 20"/>
                <a:gd name="T10" fmla="*/ 19 w 37"/>
                <a:gd name="T11" fmla="*/ 14 h 20"/>
                <a:gd name="T12" fmla="*/ 13 w 37"/>
                <a:gd name="T13" fmla="*/ 10 h 20"/>
                <a:gd name="T14" fmla="*/ 5 w 37"/>
                <a:gd name="T15" fmla="*/ 3 h 20"/>
                <a:gd name="T16" fmla="*/ 6 w 37"/>
                <a:gd name="T17" fmla="*/ 0 h 20"/>
                <a:gd name="T18" fmla="*/ 23 w 37"/>
                <a:gd name="T19" fmla="*/ 13 h 20"/>
                <a:gd name="T20" fmla="*/ 37 w 37"/>
                <a:gd name="T21" fmla="*/ 17 h 20"/>
                <a:gd name="T22" fmla="*/ 36 w 37"/>
                <a:gd name="T23" fmla="*/ 20 h 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37" h="20">
                  <a:moveTo>
                    <a:pt x="36" y="20"/>
                  </a:moveTo>
                  <a:cubicBezTo>
                    <a:pt x="22" y="16"/>
                    <a:pt x="22" y="16"/>
                    <a:pt x="22" y="16"/>
                  </a:cubicBezTo>
                  <a:cubicBezTo>
                    <a:pt x="0" y="20"/>
                    <a:pt x="0" y="20"/>
                    <a:pt x="0" y="20"/>
                  </a:cubicBezTo>
                  <a:cubicBezTo>
                    <a:pt x="1" y="16"/>
                    <a:pt x="1" y="16"/>
                    <a:pt x="1" y="16"/>
                  </a:cubicBezTo>
                  <a:cubicBezTo>
                    <a:pt x="12" y="14"/>
                    <a:pt x="12" y="14"/>
                    <a:pt x="12" y="14"/>
                  </a:cubicBezTo>
                  <a:cubicBezTo>
                    <a:pt x="14" y="14"/>
                    <a:pt x="17" y="14"/>
                    <a:pt x="19" y="14"/>
                  </a:cubicBezTo>
                  <a:cubicBezTo>
                    <a:pt x="17" y="13"/>
                    <a:pt x="15" y="11"/>
                    <a:pt x="13" y="10"/>
                  </a:cubicBezTo>
                  <a:cubicBezTo>
                    <a:pt x="5" y="3"/>
                    <a:pt x="5" y="3"/>
                    <a:pt x="5" y="3"/>
                  </a:cubicBezTo>
                  <a:cubicBezTo>
                    <a:pt x="6" y="0"/>
                    <a:pt x="6" y="0"/>
                    <a:pt x="6" y="0"/>
                  </a:cubicBezTo>
                  <a:cubicBezTo>
                    <a:pt x="23" y="13"/>
                    <a:pt x="23" y="13"/>
                    <a:pt x="23" y="13"/>
                  </a:cubicBezTo>
                  <a:cubicBezTo>
                    <a:pt x="37" y="17"/>
                    <a:pt x="37" y="17"/>
                    <a:pt x="37" y="17"/>
                  </a:cubicBezTo>
                  <a:lnTo>
                    <a:pt x="36" y="20"/>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nchor="ctr"/>
            <a:lstStyle/>
            <a:p>
              <a:pPr algn="ctr"/>
              <a:endParaRPr>
                <a:solidFill>
                  <a:schemeClr val="accent1"/>
                </a:solidFill>
              </a:endParaRPr>
            </a:p>
          </p:txBody>
        </p:sp>
        <p:sp>
          <p:nvSpPr>
            <p:cNvPr id="97" name="ís1íḍe">
              <a:extLst>
                <a:ext uri="{FF2B5EF4-FFF2-40B4-BE49-F238E27FC236}">
                  <a16:creationId xmlns:a16="http://schemas.microsoft.com/office/drawing/2014/main" xmlns="" id="{055EA0FB-5030-4C8A-86D3-4574820AB491}"/>
                </a:ext>
              </a:extLst>
            </p:cNvPr>
            <p:cNvSpPr/>
            <p:nvPr/>
          </p:nvSpPr>
          <p:spPr bwMode="auto">
            <a:xfrm>
              <a:off x="4302919" y="1198209"/>
              <a:ext cx="54666" cy="94615"/>
            </a:xfrm>
            <a:custGeom>
              <a:avLst/>
              <a:gdLst>
                <a:gd name="T0" fmla="*/ 20 w 24"/>
                <a:gd name="T1" fmla="*/ 28 h 41"/>
                <a:gd name="T2" fmla="*/ 14 w 24"/>
                <a:gd name="T3" fmla="*/ 9 h 41"/>
                <a:gd name="T4" fmla="*/ 4 w 24"/>
                <a:gd name="T5" fmla="*/ 10 h 41"/>
                <a:gd name="T6" fmla="*/ 5 w 24"/>
                <a:gd name="T7" fmla="*/ 32 h 41"/>
                <a:gd name="T8" fmla="*/ 20 w 24"/>
                <a:gd name="T9" fmla="*/ 28 h 41"/>
              </a:gdLst>
              <a:ahLst/>
              <a:cxnLst>
                <a:cxn ang="0">
                  <a:pos x="T0" y="T1"/>
                </a:cxn>
                <a:cxn ang="0">
                  <a:pos x="T2" y="T3"/>
                </a:cxn>
                <a:cxn ang="0">
                  <a:pos x="T4" y="T5"/>
                </a:cxn>
                <a:cxn ang="0">
                  <a:pos x="T6" y="T7"/>
                </a:cxn>
                <a:cxn ang="0">
                  <a:pos x="T8" y="T9"/>
                </a:cxn>
              </a:cxnLst>
              <a:rect l="0" t="0" r="r" b="b"/>
              <a:pathLst>
                <a:path w="24" h="41">
                  <a:moveTo>
                    <a:pt x="20" y="28"/>
                  </a:moveTo>
                  <a:cubicBezTo>
                    <a:pt x="24" y="20"/>
                    <a:pt x="14" y="9"/>
                    <a:pt x="14" y="9"/>
                  </a:cubicBezTo>
                  <a:cubicBezTo>
                    <a:pt x="14" y="9"/>
                    <a:pt x="8" y="0"/>
                    <a:pt x="4" y="10"/>
                  </a:cubicBezTo>
                  <a:cubicBezTo>
                    <a:pt x="0" y="20"/>
                    <a:pt x="0" y="23"/>
                    <a:pt x="5" y="32"/>
                  </a:cubicBezTo>
                  <a:cubicBezTo>
                    <a:pt x="9" y="41"/>
                    <a:pt x="16" y="35"/>
                    <a:pt x="20" y="28"/>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nchor="ctr"/>
            <a:lstStyle/>
            <a:p>
              <a:pPr algn="ctr"/>
              <a:endParaRPr>
                <a:solidFill>
                  <a:schemeClr val="accent1"/>
                </a:solidFill>
              </a:endParaRPr>
            </a:p>
          </p:txBody>
        </p:sp>
        <p:sp>
          <p:nvSpPr>
            <p:cNvPr id="98" name="íşlïḋe">
              <a:extLst>
                <a:ext uri="{FF2B5EF4-FFF2-40B4-BE49-F238E27FC236}">
                  <a16:creationId xmlns:a16="http://schemas.microsoft.com/office/drawing/2014/main" xmlns="" id="{459EB9C8-6491-4DD0-95BB-038AFA7672BB}"/>
                </a:ext>
              </a:extLst>
            </p:cNvPr>
            <p:cNvSpPr/>
            <p:nvPr/>
          </p:nvSpPr>
          <p:spPr bwMode="auto">
            <a:xfrm>
              <a:off x="4279791" y="1281610"/>
              <a:ext cx="57470" cy="91811"/>
            </a:xfrm>
            <a:custGeom>
              <a:avLst/>
              <a:gdLst>
                <a:gd name="T0" fmla="*/ 4 w 25"/>
                <a:gd name="T1" fmla="*/ 34 h 40"/>
                <a:gd name="T2" fmla="*/ 13 w 25"/>
                <a:gd name="T3" fmla="*/ 36 h 40"/>
                <a:gd name="T4" fmla="*/ 21 w 25"/>
                <a:gd name="T5" fmla="*/ 17 h 40"/>
                <a:gd name="T6" fmla="*/ 14 w 25"/>
                <a:gd name="T7" fmla="*/ 10 h 40"/>
                <a:gd name="T8" fmla="*/ 10 w 25"/>
                <a:gd name="T9" fmla="*/ 4 h 40"/>
                <a:gd name="T10" fmla="*/ 0 w 25"/>
                <a:gd name="T11" fmla="*/ 13 h 40"/>
                <a:gd name="T12" fmla="*/ 5 w 25"/>
                <a:gd name="T13" fmla="*/ 25 h 40"/>
                <a:gd name="T14" fmla="*/ 4 w 25"/>
                <a:gd name="T15" fmla="*/ 34 h 4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5" h="40">
                  <a:moveTo>
                    <a:pt x="4" y="34"/>
                  </a:moveTo>
                  <a:cubicBezTo>
                    <a:pt x="4" y="34"/>
                    <a:pt x="2" y="40"/>
                    <a:pt x="13" y="36"/>
                  </a:cubicBezTo>
                  <a:cubicBezTo>
                    <a:pt x="23" y="31"/>
                    <a:pt x="25" y="21"/>
                    <a:pt x="21" y="17"/>
                  </a:cubicBezTo>
                  <a:cubicBezTo>
                    <a:pt x="18" y="12"/>
                    <a:pt x="14" y="10"/>
                    <a:pt x="14" y="10"/>
                  </a:cubicBezTo>
                  <a:cubicBezTo>
                    <a:pt x="14" y="10"/>
                    <a:pt x="11" y="8"/>
                    <a:pt x="10" y="4"/>
                  </a:cubicBezTo>
                  <a:cubicBezTo>
                    <a:pt x="9" y="0"/>
                    <a:pt x="1" y="9"/>
                    <a:pt x="0" y="13"/>
                  </a:cubicBezTo>
                  <a:cubicBezTo>
                    <a:pt x="0" y="18"/>
                    <a:pt x="1" y="20"/>
                    <a:pt x="5" y="25"/>
                  </a:cubicBezTo>
                  <a:cubicBezTo>
                    <a:pt x="8" y="30"/>
                    <a:pt x="4" y="34"/>
                    <a:pt x="4" y="3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nchor="ctr"/>
            <a:lstStyle/>
            <a:p>
              <a:pPr algn="ctr"/>
              <a:endParaRPr>
                <a:solidFill>
                  <a:schemeClr val="accent1"/>
                </a:solidFill>
              </a:endParaRPr>
            </a:p>
          </p:txBody>
        </p:sp>
        <p:sp>
          <p:nvSpPr>
            <p:cNvPr id="99" name="iŝļîḍé">
              <a:extLst>
                <a:ext uri="{FF2B5EF4-FFF2-40B4-BE49-F238E27FC236}">
                  <a16:creationId xmlns:a16="http://schemas.microsoft.com/office/drawing/2014/main" xmlns="" id="{6D3BF9D1-B462-46CD-8739-E2383151C14E}"/>
                </a:ext>
              </a:extLst>
            </p:cNvPr>
            <p:cNvSpPr/>
            <p:nvPr/>
          </p:nvSpPr>
          <p:spPr bwMode="auto">
            <a:xfrm>
              <a:off x="4231432" y="1248670"/>
              <a:ext cx="330100" cy="295058"/>
            </a:xfrm>
            <a:custGeom>
              <a:avLst/>
              <a:gdLst>
                <a:gd name="T0" fmla="*/ 138 w 144"/>
                <a:gd name="T1" fmla="*/ 24 h 128"/>
                <a:gd name="T2" fmla="*/ 135 w 144"/>
                <a:gd name="T3" fmla="*/ 20 h 128"/>
                <a:gd name="T4" fmla="*/ 126 w 144"/>
                <a:gd name="T5" fmla="*/ 23 h 128"/>
                <a:gd name="T6" fmla="*/ 117 w 144"/>
                <a:gd name="T7" fmla="*/ 29 h 128"/>
                <a:gd name="T8" fmla="*/ 120 w 144"/>
                <a:gd name="T9" fmla="*/ 23 h 128"/>
                <a:gd name="T10" fmla="*/ 131 w 144"/>
                <a:gd name="T11" fmla="*/ 15 h 128"/>
                <a:gd name="T12" fmla="*/ 138 w 144"/>
                <a:gd name="T13" fmla="*/ 9 h 128"/>
                <a:gd name="T14" fmla="*/ 127 w 144"/>
                <a:gd name="T15" fmla="*/ 5 h 128"/>
                <a:gd name="T16" fmla="*/ 112 w 144"/>
                <a:gd name="T17" fmla="*/ 5 h 128"/>
                <a:gd name="T18" fmla="*/ 102 w 144"/>
                <a:gd name="T19" fmla="*/ 8 h 128"/>
                <a:gd name="T20" fmla="*/ 100 w 144"/>
                <a:gd name="T21" fmla="*/ 24 h 128"/>
                <a:gd name="T22" fmla="*/ 88 w 144"/>
                <a:gd name="T23" fmla="*/ 33 h 128"/>
                <a:gd name="T24" fmla="*/ 83 w 144"/>
                <a:gd name="T25" fmla="*/ 31 h 128"/>
                <a:gd name="T26" fmla="*/ 91 w 144"/>
                <a:gd name="T27" fmla="*/ 26 h 128"/>
                <a:gd name="T28" fmla="*/ 91 w 144"/>
                <a:gd name="T29" fmla="*/ 21 h 128"/>
                <a:gd name="T30" fmla="*/ 82 w 144"/>
                <a:gd name="T31" fmla="*/ 10 h 128"/>
                <a:gd name="T32" fmla="*/ 70 w 144"/>
                <a:gd name="T33" fmla="*/ 12 h 128"/>
                <a:gd name="T34" fmla="*/ 63 w 144"/>
                <a:gd name="T35" fmla="*/ 30 h 128"/>
                <a:gd name="T36" fmla="*/ 58 w 144"/>
                <a:gd name="T37" fmla="*/ 42 h 128"/>
                <a:gd name="T38" fmla="*/ 58 w 144"/>
                <a:gd name="T39" fmla="*/ 52 h 128"/>
                <a:gd name="T40" fmla="*/ 39 w 144"/>
                <a:gd name="T41" fmla="*/ 61 h 128"/>
                <a:gd name="T42" fmla="*/ 35 w 144"/>
                <a:gd name="T43" fmla="*/ 58 h 128"/>
                <a:gd name="T44" fmla="*/ 9 w 144"/>
                <a:gd name="T45" fmla="*/ 90 h 128"/>
                <a:gd name="T46" fmla="*/ 3 w 144"/>
                <a:gd name="T47" fmla="*/ 115 h 128"/>
                <a:gd name="T48" fmla="*/ 20 w 144"/>
                <a:gd name="T49" fmla="*/ 114 h 128"/>
                <a:gd name="T50" fmla="*/ 33 w 144"/>
                <a:gd name="T51" fmla="*/ 82 h 128"/>
                <a:gd name="T52" fmla="*/ 42 w 144"/>
                <a:gd name="T53" fmla="*/ 80 h 128"/>
                <a:gd name="T54" fmla="*/ 56 w 144"/>
                <a:gd name="T55" fmla="*/ 73 h 128"/>
                <a:gd name="T56" fmla="*/ 58 w 144"/>
                <a:gd name="T57" fmla="*/ 79 h 128"/>
                <a:gd name="T58" fmla="*/ 58 w 144"/>
                <a:gd name="T59" fmla="*/ 89 h 128"/>
                <a:gd name="T60" fmla="*/ 76 w 144"/>
                <a:gd name="T61" fmla="*/ 70 h 128"/>
                <a:gd name="T62" fmla="*/ 77 w 144"/>
                <a:gd name="T63" fmla="*/ 60 h 128"/>
                <a:gd name="T64" fmla="*/ 95 w 144"/>
                <a:gd name="T65" fmla="*/ 42 h 128"/>
                <a:gd name="T66" fmla="*/ 95 w 144"/>
                <a:gd name="T67" fmla="*/ 53 h 128"/>
                <a:gd name="T68" fmla="*/ 96 w 144"/>
                <a:gd name="T69" fmla="*/ 67 h 128"/>
                <a:gd name="T70" fmla="*/ 113 w 144"/>
                <a:gd name="T71" fmla="*/ 50 h 128"/>
                <a:gd name="T72" fmla="*/ 116 w 144"/>
                <a:gd name="T73" fmla="*/ 50 h 128"/>
                <a:gd name="T74" fmla="*/ 117 w 144"/>
                <a:gd name="T75" fmla="*/ 87 h 128"/>
                <a:gd name="T76" fmla="*/ 135 w 144"/>
                <a:gd name="T77" fmla="*/ 66 h 128"/>
                <a:gd name="T78" fmla="*/ 134 w 144"/>
                <a:gd name="T79" fmla="*/ 40 h 128"/>
                <a:gd name="T80" fmla="*/ 144 w 144"/>
                <a:gd name="T81" fmla="*/ 28 h 128"/>
                <a:gd name="T82" fmla="*/ 138 w 144"/>
                <a:gd name="T83" fmla="*/ 24 h 1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144" h="128">
                  <a:moveTo>
                    <a:pt x="138" y="24"/>
                  </a:moveTo>
                  <a:cubicBezTo>
                    <a:pt x="138" y="24"/>
                    <a:pt x="135" y="23"/>
                    <a:pt x="135" y="20"/>
                  </a:cubicBezTo>
                  <a:cubicBezTo>
                    <a:pt x="135" y="20"/>
                    <a:pt x="130" y="17"/>
                    <a:pt x="126" y="23"/>
                  </a:cubicBezTo>
                  <a:cubicBezTo>
                    <a:pt x="122" y="28"/>
                    <a:pt x="120" y="30"/>
                    <a:pt x="117" y="29"/>
                  </a:cubicBezTo>
                  <a:cubicBezTo>
                    <a:pt x="114" y="28"/>
                    <a:pt x="118" y="25"/>
                    <a:pt x="120" y="23"/>
                  </a:cubicBezTo>
                  <a:cubicBezTo>
                    <a:pt x="123" y="22"/>
                    <a:pt x="127" y="16"/>
                    <a:pt x="131" y="15"/>
                  </a:cubicBezTo>
                  <a:cubicBezTo>
                    <a:pt x="136" y="14"/>
                    <a:pt x="138" y="14"/>
                    <a:pt x="138" y="9"/>
                  </a:cubicBezTo>
                  <a:cubicBezTo>
                    <a:pt x="138" y="5"/>
                    <a:pt x="137" y="0"/>
                    <a:pt x="127" y="5"/>
                  </a:cubicBezTo>
                  <a:cubicBezTo>
                    <a:pt x="117" y="10"/>
                    <a:pt x="114" y="9"/>
                    <a:pt x="112" y="5"/>
                  </a:cubicBezTo>
                  <a:cubicBezTo>
                    <a:pt x="109" y="0"/>
                    <a:pt x="103" y="1"/>
                    <a:pt x="102" y="8"/>
                  </a:cubicBezTo>
                  <a:cubicBezTo>
                    <a:pt x="102" y="16"/>
                    <a:pt x="100" y="24"/>
                    <a:pt x="100" y="24"/>
                  </a:cubicBezTo>
                  <a:cubicBezTo>
                    <a:pt x="88" y="33"/>
                    <a:pt x="88" y="33"/>
                    <a:pt x="88" y="33"/>
                  </a:cubicBezTo>
                  <a:cubicBezTo>
                    <a:pt x="88" y="33"/>
                    <a:pt x="79" y="34"/>
                    <a:pt x="83" y="31"/>
                  </a:cubicBezTo>
                  <a:cubicBezTo>
                    <a:pt x="87" y="27"/>
                    <a:pt x="91" y="26"/>
                    <a:pt x="91" y="26"/>
                  </a:cubicBezTo>
                  <a:cubicBezTo>
                    <a:pt x="91" y="21"/>
                    <a:pt x="91" y="21"/>
                    <a:pt x="91" y="21"/>
                  </a:cubicBezTo>
                  <a:cubicBezTo>
                    <a:pt x="91" y="21"/>
                    <a:pt x="84" y="15"/>
                    <a:pt x="82" y="10"/>
                  </a:cubicBezTo>
                  <a:cubicBezTo>
                    <a:pt x="80" y="4"/>
                    <a:pt x="71" y="2"/>
                    <a:pt x="70" y="12"/>
                  </a:cubicBezTo>
                  <a:cubicBezTo>
                    <a:pt x="69" y="22"/>
                    <a:pt x="68" y="27"/>
                    <a:pt x="63" y="30"/>
                  </a:cubicBezTo>
                  <a:cubicBezTo>
                    <a:pt x="58" y="34"/>
                    <a:pt x="48" y="39"/>
                    <a:pt x="58" y="42"/>
                  </a:cubicBezTo>
                  <a:cubicBezTo>
                    <a:pt x="67" y="45"/>
                    <a:pt x="61" y="48"/>
                    <a:pt x="58" y="52"/>
                  </a:cubicBezTo>
                  <a:cubicBezTo>
                    <a:pt x="54" y="56"/>
                    <a:pt x="42" y="65"/>
                    <a:pt x="39" y="61"/>
                  </a:cubicBezTo>
                  <a:cubicBezTo>
                    <a:pt x="35" y="58"/>
                    <a:pt x="35" y="58"/>
                    <a:pt x="35" y="58"/>
                  </a:cubicBezTo>
                  <a:cubicBezTo>
                    <a:pt x="35" y="58"/>
                    <a:pt x="18" y="82"/>
                    <a:pt x="9" y="90"/>
                  </a:cubicBezTo>
                  <a:cubicBezTo>
                    <a:pt x="1" y="97"/>
                    <a:pt x="0" y="105"/>
                    <a:pt x="3" y="115"/>
                  </a:cubicBezTo>
                  <a:cubicBezTo>
                    <a:pt x="5" y="126"/>
                    <a:pt x="17" y="128"/>
                    <a:pt x="20" y="114"/>
                  </a:cubicBezTo>
                  <a:cubicBezTo>
                    <a:pt x="22" y="100"/>
                    <a:pt x="29" y="88"/>
                    <a:pt x="33" y="82"/>
                  </a:cubicBezTo>
                  <a:cubicBezTo>
                    <a:pt x="37" y="75"/>
                    <a:pt x="42" y="80"/>
                    <a:pt x="42" y="80"/>
                  </a:cubicBezTo>
                  <a:cubicBezTo>
                    <a:pt x="42" y="80"/>
                    <a:pt x="51" y="80"/>
                    <a:pt x="56" y="73"/>
                  </a:cubicBezTo>
                  <a:cubicBezTo>
                    <a:pt x="60" y="66"/>
                    <a:pt x="60" y="76"/>
                    <a:pt x="58" y="79"/>
                  </a:cubicBezTo>
                  <a:cubicBezTo>
                    <a:pt x="56" y="82"/>
                    <a:pt x="49" y="89"/>
                    <a:pt x="58" y="89"/>
                  </a:cubicBezTo>
                  <a:cubicBezTo>
                    <a:pt x="66" y="89"/>
                    <a:pt x="73" y="80"/>
                    <a:pt x="76" y="70"/>
                  </a:cubicBezTo>
                  <a:cubicBezTo>
                    <a:pt x="77" y="60"/>
                    <a:pt x="77" y="60"/>
                    <a:pt x="77" y="60"/>
                  </a:cubicBezTo>
                  <a:cubicBezTo>
                    <a:pt x="77" y="60"/>
                    <a:pt x="88" y="47"/>
                    <a:pt x="95" y="42"/>
                  </a:cubicBezTo>
                  <a:cubicBezTo>
                    <a:pt x="95" y="53"/>
                    <a:pt x="95" y="53"/>
                    <a:pt x="95" y="53"/>
                  </a:cubicBezTo>
                  <a:cubicBezTo>
                    <a:pt x="95" y="53"/>
                    <a:pt x="86" y="65"/>
                    <a:pt x="96" y="67"/>
                  </a:cubicBezTo>
                  <a:cubicBezTo>
                    <a:pt x="106" y="69"/>
                    <a:pt x="110" y="61"/>
                    <a:pt x="113" y="50"/>
                  </a:cubicBezTo>
                  <a:cubicBezTo>
                    <a:pt x="116" y="50"/>
                    <a:pt x="116" y="50"/>
                    <a:pt x="116" y="50"/>
                  </a:cubicBezTo>
                  <a:cubicBezTo>
                    <a:pt x="117" y="87"/>
                    <a:pt x="117" y="87"/>
                    <a:pt x="117" y="87"/>
                  </a:cubicBezTo>
                  <a:cubicBezTo>
                    <a:pt x="117" y="87"/>
                    <a:pt x="132" y="87"/>
                    <a:pt x="135" y="66"/>
                  </a:cubicBezTo>
                  <a:cubicBezTo>
                    <a:pt x="134" y="40"/>
                    <a:pt x="134" y="40"/>
                    <a:pt x="134" y="40"/>
                  </a:cubicBezTo>
                  <a:cubicBezTo>
                    <a:pt x="134" y="40"/>
                    <a:pt x="143" y="34"/>
                    <a:pt x="144" y="28"/>
                  </a:cubicBezTo>
                  <a:cubicBezTo>
                    <a:pt x="144" y="23"/>
                    <a:pt x="138" y="24"/>
                    <a:pt x="138" y="2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nchor="ctr"/>
            <a:lstStyle/>
            <a:p>
              <a:pPr algn="ctr"/>
              <a:endParaRPr>
                <a:solidFill>
                  <a:schemeClr val="accent1"/>
                </a:solidFill>
              </a:endParaRPr>
            </a:p>
          </p:txBody>
        </p:sp>
        <p:sp>
          <p:nvSpPr>
            <p:cNvPr id="100" name="íṧḷídé">
              <a:extLst>
                <a:ext uri="{FF2B5EF4-FFF2-40B4-BE49-F238E27FC236}">
                  <a16:creationId xmlns:a16="http://schemas.microsoft.com/office/drawing/2014/main" xmlns="" id="{1026B93F-4EA8-42AF-8183-6911E85C8212}"/>
                </a:ext>
              </a:extLst>
            </p:cNvPr>
            <p:cNvSpPr/>
            <p:nvPr/>
          </p:nvSpPr>
          <p:spPr bwMode="auto">
            <a:xfrm>
              <a:off x="4768283" y="1194004"/>
              <a:ext cx="52564" cy="82700"/>
            </a:xfrm>
            <a:custGeom>
              <a:avLst/>
              <a:gdLst>
                <a:gd name="T0" fmla="*/ 10 w 23"/>
                <a:gd name="T1" fmla="*/ 6 h 36"/>
                <a:gd name="T2" fmla="*/ 3 w 23"/>
                <a:gd name="T3" fmla="*/ 10 h 36"/>
                <a:gd name="T4" fmla="*/ 3 w 23"/>
                <a:gd name="T5" fmla="*/ 30 h 36"/>
                <a:gd name="T6" fmla="*/ 19 w 23"/>
                <a:gd name="T7" fmla="*/ 30 h 36"/>
                <a:gd name="T8" fmla="*/ 18 w 23"/>
                <a:gd name="T9" fmla="*/ 14 h 36"/>
                <a:gd name="T10" fmla="*/ 10 w 23"/>
                <a:gd name="T11" fmla="*/ 6 h 36"/>
              </a:gdLst>
              <a:ahLst/>
              <a:cxnLst>
                <a:cxn ang="0">
                  <a:pos x="T0" y="T1"/>
                </a:cxn>
                <a:cxn ang="0">
                  <a:pos x="T2" y="T3"/>
                </a:cxn>
                <a:cxn ang="0">
                  <a:pos x="T4" y="T5"/>
                </a:cxn>
                <a:cxn ang="0">
                  <a:pos x="T6" y="T7"/>
                </a:cxn>
                <a:cxn ang="0">
                  <a:pos x="T8" y="T9"/>
                </a:cxn>
                <a:cxn ang="0">
                  <a:pos x="T10" y="T11"/>
                </a:cxn>
              </a:cxnLst>
              <a:rect l="0" t="0" r="r" b="b"/>
              <a:pathLst>
                <a:path w="23" h="36">
                  <a:moveTo>
                    <a:pt x="10" y="6"/>
                  </a:moveTo>
                  <a:cubicBezTo>
                    <a:pt x="10" y="6"/>
                    <a:pt x="6" y="0"/>
                    <a:pt x="3" y="10"/>
                  </a:cubicBezTo>
                  <a:cubicBezTo>
                    <a:pt x="0" y="19"/>
                    <a:pt x="4" y="24"/>
                    <a:pt x="3" y="30"/>
                  </a:cubicBezTo>
                  <a:cubicBezTo>
                    <a:pt x="2" y="36"/>
                    <a:pt x="15" y="34"/>
                    <a:pt x="19" y="30"/>
                  </a:cubicBezTo>
                  <a:cubicBezTo>
                    <a:pt x="23" y="27"/>
                    <a:pt x="23" y="18"/>
                    <a:pt x="18" y="14"/>
                  </a:cubicBezTo>
                  <a:cubicBezTo>
                    <a:pt x="12" y="9"/>
                    <a:pt x="10" y="6"/>
                    <a:pt x="10" y="6"/>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nchor="ctr"/>
            <a:lstStyle/>
            <a:p>
              <a:pPr algn="ctr"/>
              <a:endParaRPr>
                <a:solidFill>
                  <a:schemeClr val="accent1"/>
                </a:solidFill>
              </a:endParaRPr>
            </a:p>
          </p:txBody>
        </p:sp>
        <p:sp>
          <p:nvSpPr>
            <p:cNvPr id="101" name="îSḻiḋe">
              <a:extLst>
                <a:ext uri="{FF2B5EF4-FFF2-40B4-BE49-F238E27FC236}">
                  <a16:creationId xmlns:a16="http://schemas.microsoft.com/office/drawing/2014/main" xmlns="" id="{8FD6AAFD-0E8D-4811-953E-DBF2B2184842}"/>
                </a:ext>
              </a:extLst>
            </p:cNvPr>
            <p:cNvSpPr/>
            <p:nvPr/>
          </p:nvSpPr>
          <p:spPr bwMode="auto">
            <a:xfrm>
              <a:off x="4726932" y="1285815"/>
              <a:ext cx="61675" cy="80598"/>
            </a:xfrm>
            <a:custGeom>
              <a:avLst/>
              <a:gdLst>
                <a:gd name="T0" fmla="*/ 8 w 27"/>
                <a:gd name="T1" fmla="*/ 31 h 35"/>
                <a:gd name="T2" fmla="*/ 21 w 27"/>
                <a:gd name="T3" fmla="*/ 25 h 35"/>
                <a:gd name="T4" fmla="*/ 16 w 27"/>
                <a:gd name="T5" fmla="*/ 8 h 35"/>
                <a:gd name="T6" fmla="*/ 8 w 27"/>
                <a:gd name="T7" fmla="*/ 4 h 35"/>
                <a:gd name="T8" fmla="*/ 2 w 27"/>
                <a:gd name="T9" fmla="*/ 19 h 35"/>
                <a:gd name="T10" fmla="*/ 8 w 27"/>
                <a:gd name="T11" fmla="*/ 31 h 35"/>
              </a:gdLst>
              <a:ahLst/>
              <a:cxnLst>
                <a:cxn ang="0">
                  <a:pos x="T0" y="T1"/>
                </a:cxn>
                <a:cxn ang="0">
                  <a:pos x="T2" y="T3"/>
                </a:cxn>
                <a:cxn ang="0">
                  <a:pos x="T4" y="T5"/>
                </a:cxn>
                <a:cxn ang="0">
                  <a:pos x="T6" y="T7"/>
                </a:cxn>
                <a:cxn ang="0">
                  <a:pos x="T8" y="T9"/>
                </a:cxn>
                <a:cxn ang="0">
                  <a:pos x="T10" y="T11"/>
                </a:cxn>
              </a:cxnLst>
              <a:rect l="0" t="0" r="r" b="b"/>
              <a:pathLst>
                <a:path w="27" h="35">
                  <a:moveTo>
                    <a:pt x="8" y="31"/>
                  </a:moveTo>
                  <a:cubicBezTo>
                    <a:pt x="8" y="31"/>
                    <a:pt x="15" y="35"/>
                    <a:pt x="21" y="25"/>
                  </a:cubicBezTo>
                  <a:cubicBezTo>
                    <a:pt x="27" y="14"/>
                    <a:pt x="16" y="8"/>
                    <a:pt x="16" y="8"/>
                  </a:cubicBezTo>
                  <a:cubicBezTo>
                    <a:pt x="16" y="8"/>
                    <a:pt x="13" y="0"/>
                    <a:pt x="8" y="4"/>
                  </a:cubicBezTo>
                  <a:cubicBezTo>
                    <a:pt x="3" y="7"/>
                    <a:pt x="0" y="13"/>
                    <a:pt x="2" y="19"/>
                  </a:cubicBezTo>
                  <a:cubicBezTo>
                    <a:pt x="5" y="25"/>
                    <a:pt x="7" y="23"/>
                    <a:pt x="8" y="31"/>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nchor="ctr"/>
            <a:lstStyle/>
            <a:p>
              <a:pPr algn="ctr"/>
              <a:endParaRPr>
                <a:solidFill>
                  <a:schemeClr val="accent1"/>
                </a:solidFill>
              </a:endParaRPr>
            </a:p>
          </p:txBody>
        </p:sp>
        <p:sp>
          <p:nvSpPr>
            <p:cNvPr id="102" name="í$ḻîḓè">
              <a:extLst>
                <a:ext uri="{FF2B5EF4-FFF2-40B4-BE49-F238E27FC236}">
                  <a16:creationId xmlns:a16="http://schemas.microsoft.com/office/drawing/2014/main" xmlns="" id="{0D21EFCE-F3A8-4954-9D96-41748674CFD0}"/>
                </a:ext>
              </a:extLst>
            </p:cNvPr>
            <p:cNvSpPr/>
            <p:nvPr/>
          </p:nvSpPr>
          <p:spPr bwMode="auto">
            <a:xfrm>
              <a:off x="4635121" y="1341182"/>
              <a:ext cx="160495" cy="198341"/>
            </a:xfrm>
            <a:custGeom>
              <a:avLst/>
              <a:gdLst>
                <a:gd name="T0" fmla="*/ 63 w 70"/>
                <a:gd name="T1" fmla="*/ 12 h 86"/>
                <a:gd name="T2" fmla="*/ 15 w 70"/>
                <a:gd name="T3" fmla="*/ 58 h 86"/>
                <a:gd name="T4" fmla="*/ 17 w 70"/>
                <a:gd name="T5" fmla="*/ 76 h 86"/>
                <a:gd name="T6" fmla="*/ 33 w 70"/>
                <a:gd name="T7" fmla="*/ 73 h 86"/>
                <a:gd name="T8" fmla="*/ 70 w 70"/>
                <a:gd name="T9" fmla="*/ 14 h 86"/>
                <a:gd name="T10" fmla="*/ 70 w 70"/>
                <a:gd name="T11" fmla="*/ 10 h 86"/>
                <a:gd name="T12" fmla="*/ 63 w 70"/>
                <a:gd name="T13" fmla="*/ 12 h 86"/>
              </a:gdLst>
              <a:ahLst/>
              <a:cxnLst>
                <a:cxn ang="0">
                  <a:pos x="T0" y="T1"/>
                </a:cxn>
                <a:cxn ang="0">
                  <a:pos x="T2" y="T3"/>
                </a:cxn>
                <a:cxn ang="0">
                  <a:pos x="T4" y="T5"/>
                </a:cxn>
                <a:cxn ang="0">
                  <a:pos x="T6" y="T7"/>
                </a:cxn>
                <a:cxn ang="0">
                  <a:pos x="T8" y="T9"/>
                </a:cxn>
                <a:cxn ang="0">
                  <a:pos x="T10" y="T11"/>
                </a:cxn>
                <a:cxn ang="0">
                  <a:pos x="T12" y="T13"/>
                </a:cxn>
              </a:cxnLst>
              <a:rect l="0" t="0" r="r" b="b"/>
              <a:pathLst>
                <a:path w="70" h="86">
                  <a:moveTo>
                    <a:pt x="63" y="12"/>
                  </a:moveTo>
                  <a:cubicBezTo>
                    <a:pt x="56" y="25"/>
                    <a:pt x="29" y="52"/>
                    <a:pt x="15" y="58"/>
                  </a:cubicBezTo>
                  <a:cubicBezTo>
                    <a:pt x="0" y="64"/>
                    <a:pt x="17" y="76"/>
                    <a:pt x="17" y="76"/>
                  </a:cubicBezTo>
                  <a:cubicBezTo>
                    <a:pt x="17" y="76"/>
                    <a:pt x="24" y="86"/>
                    <a:pt x="33" y="73"/>
                  </a:cubicBezTo>
                  <a:cubicBezTo>
                    <a:pt x="43" y="60"/>
                    <a:pt x="59" y="40"/>
                    <a:pt x="70" y="14"/>
                  </a:cubicBezTo>
                  <a:cubicBezTo>
                    <a:pt x="70" y="12"/>
                    <a:pt x="70" y="10"/>
                    <a:pt x="70" y="10"/>
                  </a:cubicBezTo>
                  <a:cubicBezTo>
                    <a:pt x="70" y="10"/>
                    <a:pt x="70" y="0"/>
                    <a:pt x="63" y="12"/>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nchor="ctr"/>
            <a:lstStyle/>
            <a:p>
              <a:pPr algn="ctr"/>
              <a:endParaRPr>
                <a:solidFill>
                  <a:schemeClr val="accent1"/>
                </a:solidFill>
              </a:endParaRPr>
            </a:p>
          </p:txBody>
        </p:sp>
        <p:sp>
          <p:nvSpPr>
            <p:cNvPr id="103" name="ïŝḷíḍe">
              <a:extLst>
                <a:ext uri="{FF2B5EF4-FFF2-40B4-BE49-F238E27FC236}">
                  <a16:creationId xmlns:a16="http://schemas.microsoft.com/office/drawing/2014/main" xmlns="" id="{527C8F9F-A166-4757-AD59-5AD6C1FC4447}"/>
                </a:ext>
              </a:extLst>
            </p:cNvPr>
            <p:cNvSpPr/>
            <p:nvPr/>
          </p:nvSpPr>
          <p:spPr bwMode="auto">
            <a:xfrm>
              <a:off x="4850282" y="1255679"/>
              <a:ext cx="119845" cy="108632"/>
            </a:xfrm>
            <a:custGeom>
              <a:avLst/>
              <a:gdLst>
                <a:gd name="T0" fmla="*/ 37 w 52"/>
                <a:gd name="T1" fmla="*/ 2 h 47"/>
                <a:gd name="T2" fmla="*/ 10 w 52"/>
                <a:gd name="T3" fmla="*/ 11 h 47"/>
                <a:gd name="T4" fmla="*/ 6 w 52"/>
                <a:gd name="T5" fmla="*/ 21 h 47"/>
                <a:gd name="T6" fmla="*/ 19 w 52"/>
                <a:gd name="T7" fmla="*/ 29 h 47"/>
                <a:gd name="T8" fmla="*/ 25 w 52"/>
                <a:gd name="T9" fmla="*/ 32 h 47"/>
                <a:gd name="T10" fmla="*/ 20 w 52"/>
                <a:gd name="T11" fmla="*/ 47 h 47"/>
                <a:gd name="T12" fmla="*/ 36 w 52"/>
                <a:gd name="T13" fmla="*/ 41 h 47"/>
                <a:gd name="T14" fmla="*/ 51 w 52"/>
                <a:gd name="T15" fmla="*/ 17 h 47"/>
                <a:gd name="T16" fmla="*/ 37 w 52"/>
                <a:gd name="T17" fmla="*/ 2 h 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52" h="47">
                  <a:moveTo>
                    <a:pt x="37" y="2"/>
                  </a:moveTo>
                  <a:cubicBezTo>
                    <a:pt x="27" y="5"/>
                    <a:pt x="10" y="11"/>
                    <a:pt x="10" y="11"/>
                  </a:cubicBezTo>
                  <a:cubicBezTo>
                    <a:pt x="10" y="11"/>
                    <a:pt x="0" y="14"/>
                    <a:pt x="6" y="21"/>
                  </a:cubicBezTo>
                  <a:cubicBezTo>
                    <a:pt x="12" y="28"/>
                    <a:pt x="12" y="33"/>
                    <a:pt x="19" y="29"/>
                  </a:cubicBezTo>
                  <a:cubicBezTo>
                    <a:pt x="27" y="26"/>
                    <a:pt x="27" y="28"/>
                    <a:pt x="25" y="32"/>
                  </a:cubicBezTo>
                  <a:cubicBezTo>
                    <a:pt x="24" y="36"/>
                    <a:pt x="19" y="43"/>
                    <a:pt x="20" y="47"/>
                  </a:cubicBezTo>
                  <a:cubicBezTo>
                    <a:pt x="20" y="47"/>
                    <a:pt x="32" y="46"/>
                    <a:pt x="36" y="41"/>
                  </a:cubicBezTo>
                  <a:cubicBezTo>
                    <a:pt x="39" y="35"/>
                    <a:pt x="50" y="24"/>
                    <a:pt x="51" y="17"/>
                  </a:cubicBezTo>
                  <a:cubicBezTo>
                    <a:pt x="52" y="9"/>
                    <a:pt x="46" y="0"/>
                    <a:pt x="37" y="2"/>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nchor="ctr"/>
            <a:lstStyle/>
            <a:p>
              <a:pPr algn="ctr"/>
              <a:endParaRPr>
                <a:solidFill>
                  <a:schemeClr val="accent1"/>
                </a:solidFill>
              </a:endParaRPr>
            </a:p>
          </p:txBody>
        </p:sp>
        <p:sp>
          <p:nvSpPr>
            <p:cNvPr id="104" name="íṩļiḋe">
              <a:extLst>
                <a:ext uri="{FF2B5EF4-FFF2-40B4-BE49-F238E27FC236}">
                  <a16:creationId xmlns:a16="http://schemas.microsoft.com/office/drawing/2014/main" xmlns="" id="{C4D38826-A299-4F69-8F0B-7D3ED1FE2119}"/>
                </a:ext>
              </a:extLst>
            </p:cNvPr>
            <p:cNvSpPr/>
            <p:nvPr/>
          </p:nvSpPr>
          <p:spPr bwMode="auto">
            <a:xfrm>
              <a:off x="4839068" y="1362208"/>
              <a:ext cx="100922" cy="66581"/>
            </a:xfrm>
            <a:custGeom>
              <a:avLst/>
              <a:gdLst>
                <a:gd name="T0" fmla="*/ 31 w 44"/>
                <a:gd name="T1" fmla="*/ 3 h 29"/>
                <a:gd name="T2" fmla="*/ 8 w 44"/>
                <a:gd name="T3" fmla="*/ 9 h 29"/>
                <a:gd name="T4" fmla="*/ 7 w 44"/>
                <a:gd name="T5" fmla="*/ 20 h 29"/>
                <a:gd name="T6" fmla="*/ 31 w 44"/>
                <a:gd name="T7" fmla="*/ 23 h 29"/>
                <a:gd name="T8" fmla="*/ 44 w 44"/>
                <a:gd name="T9" fmla="*/ 2 h 29"/>
                <a:gd name="T10" fmla="*/ 31 w 44"/>
                <a:gd name="T11" fmla="*/ 3 h 29"/>
              </a:gdLst>
              <a:ahLst/>
              <a:cxnLst>
                <a:cxn ang="0">
                  <a:pos x="T0" y="T1"/>
                </a:cxn>
                <a:cxn ang="0">
                  <a:pos x="T2" y="T3"/>
                </a:cxn>
                <a:cxn ang="0">
                  <a:pos x="T4" y="T5"/>
                </a:cxn>
                <a:cxn ang="0">
                  <a:pos x="T6" y="T7"/>
                </a:cxn>
                <a:cxn ang="0">
                  <a:pos x="T8" y="T9"/>
                </a:cxn>
                <a:cxn ang="0">
                  <a:pos x="T10" y="T11"/>
                </a:cxn>
              </a:cxnLst>
              <a:rect l="0" t="0" r="r" b="b"/>
              <a:pathLst>
                <a:path w="44" h="29">
                  <a:moveTo>
                    <a:pt x="31" y="3"/>
                  </a:moveTo>
                  <a:cubicBezTo>
                    <a:pt x="24" y="6"/>
                    <a:pt x="8" y="9"/>
                    <a:pt x="8" y="9"/>
                  </a:cubicBezTo>
                  <a:cubicBezTo>
                    <a:pt x="8" y="9"/>
                    <a:pt x="0" y="13"/>
                    <a:pt x="7" y="20"/>
                  </a:cubicBezTo>
                  <a:cubicBezTo>
                    <a:pt x="13" y="27"/>
                    <a:pt x="22" y="29"/>
                    <a:pt x="31" y="23"/>
                  </a:cubicBezTo>
                  <a:cubicBezTo>
                    <a:pt x="41" y="17"/>
                    <a:pt x="43" y="13"/>
                    <a:pt x="44" y="2"/>
                  </a:cubicBezTo>
                  <a:cubicBezTo>
                    <a:pt x="44" y="2"/>
                    <a:pt x="38" y="0"/>
                    <a:pt x="31" y="3"/>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nchor="ctr"/>
            <a:lstStyle/>
            <a:p>
              <a:pPr algn="ctr"/>
              <a:endParaRPr>
                <a:solidFill>
                  <a:schemeClr val="accent1"/>
                </a:solidFill>
              </a:endParaRPr>
            </a:p>
          </p:txBody>
        </p:sp>
        <p:sp>
          <p:nvSpPr>
            <p:cNvPr id="105" name="îṡlïḍé">
              <a:extLst>
                <a:ext uri="{FF2B5EF4-FFF2-40B4-BE49-F238E27FC236}">
                  <a16:creationId xmlns:a16="http://schemas.microsoft.com/office/drawing/2014/main" xmlns="" id="{3EAF79B4-9C1A-450B-B18D-46C0EF162BFE}"/>
                </a:ext>
              </a:extLst>
            </p:cNvPr>
            <p:cNvSpPr/>
            <p:nvPr/>
          </p:nvSpPr>
          <p:spPr bwMode="auto">
            <a:xfrm>
              <a:off x="5091374" y="1186995"/>
              <a:ext cx="250203" cy="276135"/>
            </a:xfrm>
            <a:custGeom>
              <a:avLst/>
              <a:gdLst>
                <a:gd name="T0" fmla="*/ 108 w 109"/>
                <a:gd name="T1" fmla="*/ 54 h 120"/>
                <a:gd name="T2" fmla="*/ 97 w 109"/>
                <a:gd name="T3" fmla="*/ 52 h 120"/>
                <a:gd name="T4" fmla="*/ 84 w 109"/>
                <a:gd name="T5" fmla="*/ 58 h 120"/>
                <a:gd name="T6" fmla="*/ 89 w 109"/>
                <a:gd name="T7" fmla="*/ 43 h 120"/>
                <a:gd name="T8" fmla="*/ 85 w 109"/>
                <a:gd name="T9" fmla="*/ 10 h 120"/>
                <a:gd name="T10" fmla="*/ 70 w 109"/>
                <a:gd name="T11" fmla="*/ 16 h 120"/>
                <a:gd name="T12" fmla="*/ 68 w 109"/>
                <a:gd name="T13" fmla="*/ 53 h 120"/>
                <a:gd name="T14" fmla="*/ 53 w 109"/>
                <a:gd name="T15" fmla="*/ 72 h 120"/>
                <a:gd name="T16" fmla="*/ 11 w 109"/>
                <a:gd name="T17" fmla="*/ 79 h 120"/>
                <a:gd name="T18" fmla="*/ 2 w 109"/>
                <a:gd name="T19" fmla="*/ 89 h 120"/>
                <a:gd name="T20" fmla="*/ 20 w 109"/>
                <a:gd name="T21" fmla="*/ 100 h 120"/>
                <a:gd name="T22" fmla="*/ 31 w 109"/>
                <a:gd name="T23" fmla="*/ 98 h 120"/>
                <a:gd name="T24" fmla="*/ 41 w 109"/>
                <a:gd name="T25" fmla="*/ 94 h 120"/>
                <a:gd name="T26" fmla="*/ 49 w 109"/>
                <a:gd name="T27" fmla="*/ 90 h 120"/>
                <a:gd name="T28" fmla="*/ 54 w 109"/>
                <a:gd name="T29" fmla="*/ 92 h 120"/>
                <a:gd name="T30" fmla="*/ 32 w 109"/>
                <a:gd name="T31" fmla="*/ 110 h 120"/>
                <a:gd name="T32" fmla="*/ 35 w 109"/>
                <a:gd name="T33" fmla="*/ 119 h 120"/>
                <a:gd name="T34" fmla="*/ 70 w 109"/>
                <a:gd name="T35" fmla="*/ 92 h 120"/>
                <a:gd name="T36" fmla="*/ 89 w 109"/>
                <a:gd name="T37" fmla="*/ 72 h 120"/>
                <a:gd name="T38" fmla="*/ 108 w 109"/>
                <a:gd name="T39" fmla="*/ 54 h 1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109" h="120">
                  <a:moveTo>
                    <a:pt x="108" y="54"/>
                  </a:moveTo>
                  <a:cubicBezTo>
                    <a:pt x="109" y="45"/>
                    <a:pt x="101" y="49"/>
                    <a:pt x="97" y="52"/>
                  </a:cubicBezTo>
                  <a:cubicBezTo>
                    <a:pt x="94" y="54"/>
                    <a:pt x="86" y="57"/>
                    <a:pt x="84" y="58"/>
                  </a:cubicBezTo>
                  <a:cubicBezTo>
                    <a:pt x="84" y="58"/>
                    <a:pt x="86" y="48"/>
                    <a:pt x="89" y="43"/>
                  </a:cubicBezTo>
                  <a:cubicBezTo>
                    <a:pt x="92" y="37"/>
                    <a:pt x="96" y="21"/>
                    <a:pt x="85" y="10"/>
                  </a:cubicBezTo>
                  <a:cubicBezTo>
                    <a:pt x="74" y="0"/>
                    <a:pt x="72" y="5"/>
                    <a:pt x="70" y="16"/>
                  </a:cubicBezTo>
                  <a:cubicBezTo>
                    <a:pt x="67" y="26"/>
                    <a:pt x="72" y="36"/>
                    <a:pt x="68" y="53"/>
                  </a:cubicBezTo>
                  <a:cubicBezTo>
                    <a:pt x="64" y="70"/>
                    <a:pt x="64" y="68"/>
                    <a:pt x="53" y="72"/>
                  </a:cubicBezTo>
                  <a:cubicBezTo>
                    <a:pt x="42" y="76"/>
                    <a:pt x="27" y="81"/>
                    <a:pt x="11" y="79"/>
                  </a:cubicBezTo>
                  <a:cubicBezTo>
                    <a:pt x="3" y="78"/>
                    <a:pt x="0" y="75"/>
                    <a:pt x="2" y="89"/>
                  </a:cubicBezTo>
                  <a:cubicBezTo>
                    <a:pt x="2" y="89"/>
                    <a:pt x="4" y="97"/>
                    <a:pt x="20" y="100"/>
                  </a:cubicBezTo>
                  <a:cubicBezTo>
                    <a:pt x="24" y="101"/>
                    <a:pt x="27" y="99"/>
                    <a:pt x="31" y="98"/>
                  </a:cubicBezTo>
                  <a:cubicBezTo>
                    <a:pt x="35" y="98"/>
                    <a:pt x="38" y="96"/>
                    <a:pt x="41" y="94"/>
                  </a:cubicBezTo>
                  <a:cubicBezTo>
                    <a:pt x="46" y="92"/>
                    <a:pt x="49" y="90"/>
                    <a:pt x="49" y="90"/>
                  </a:cubicBezTo>
                  <a:cubicBezTo>
                    <a:pt x="49" y="90"/>
                    <a:pt x="55" y="89"/>
                    <a:pt x="54" y="92"/>
                  </a:cubicBezTo>
                  <a:cubicBezTo>
                    <a:pt x="53" y="95"/>
                    <a:pt x="47" y="104"/>
                    <a:pt x="32" y="110"/>
                  </a:cubicBezTo>
                  <a:cubicBezTo>
                    <a:pt x="17" y="116"/>
                    <a:pt x="29" y="120"/>
                    <a:pt x="35" y="119"/>
                  </a:cubicBezTo>
                  <a:cubicBezTo>
                    <a:pt x="40" y="118"/>
                    <a:pt x="61" y="116"/>
                    <a:pt x="70" y="92"/>
                  </a:cubicBezTo>
                  <a:cubicBezTo>
                    <a:pt x="80" y="69"/>
                    <a:pt x="89" y="72"/>
                    <a:pt x="89" y="72"/>
                  </a:cubicBezTo>
                  <a:cubicBezTo>
                    <a:pt x="89" y="72"/>
                    <a:pt x="107" y="63"/>
                    <a:pt x="108" y="5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nchor="ctr"/>
            <a:lstStyle/>
            <a:p>
              <a:pPr algn="ctr"/>
              <a:endParaRPr>
                <a:solidFill>
                  <a:schemeClr val="accent1"/>
                </a:solidFill>
              </a:endParaRPr>
            </a:p>
          </p:txBody>
        </p:sp>
        <p:sp>
          <p:nvSpPr>
            <p:cNvPr id="106" name="iS1îḓè">
              <a:extLst>
                <a:ext uri="{FF2B5EF4-FFF2-40B4-BE49-F238E27FC236}">
                  <a16:creationId xmlns:a16="http://schemas.microsoft.com/office/drawing/2014/main" xmlns="" id="{D00F66BD-1532-4B65-8FF9-93CB58A5D06C}"/>
                </a:ext>
              </a:extLst>
            </p:cNvPr>
            <p:cNvSpPr/>
            <p:nvPr/>
          </p:nvSpPr>
          <p:spPr bwMode="auto">
            <a:xfrm>
              <a:off x="5288313" y="1394447"/>
              <a:ext cx="71487" cy="82700"/>
            </a:xfrm>
            <a:custGeom>
              <a:avLst/>
              <a:gdLst>
                <a:gd name="T0" fmla="*/ 17 w 31"/>
                <a:gd name="T1" fmla="*/ 6 h 36"/>
                <a:gd name="T2" fmla="*/ 3 w 31"/>
                <a:gd name="T3" fmla="*/ 7 h 36"/>
                <a:gd name="T4" fmla="*/ 9 w 31"/>
                <a:gd name="T5" fmla="*/ 27 h 36"/>
                <a:gd name="T6" fmla="*/ 12 w 31"/>
                <a:gd name="T7" fmla="*/ 36 h 36"/>
                <a:gd name="T8" fmla="*/ 26 w 31"/>
                <a:gd name="T9" fmla="*/ 17 h 36"/>
                <a:gd name="T10" fmla="*/ 17 w 31"/>
                <a:gd name="T11" fmla="*/ 6 h 36"/>
              </a:gdLst>
              <a:ahLst/>
              <a:cxnLst>
                <a:cxn ang="0">
                  <a:pos x="T0" y="T1"/>
                </a:cxn>
                <a:cxn ang="0">
                  <a:pos x="T2" y="T3"/>
                </a:cxn>
                <a:cxn ang="0">
                  <a:pos x="T4" y="T5"/>
                </a:cxn>
                <a:cxn ang="0">
                  <a:pos x="T6" y="T7"/>
                </a:cxn>
                <a:cxn ang="0">
                  <a:pos x="T8" y="T9"/>
                </a:cxn>
                <a:cxn ang="0">
                  <a:pos x="T10" y="T11"/>
                </a:cxn>
              </a:cxnLst>
              <a:rect l="0" t="0" r="r" b="b"/>
              <a:pathLst>
                <a:path w="31" h="36">
                  <a:moveTo>
                    <a:pt x="17" y="6"/>
                  </a:moveTo>
                  <a:cubicBezTo>
                    <a:pt x="17" y="6"/>
                    <a:pt x="6" y="0"/>
                    <a:pt x="3" y="7"/>
                  </a:cubicBezTo>
                  <a:cubicBezTo>
                    <a:pt x="0" y="14"/>
                    <a:pt x="6" y="23"/>
                    <a:pt x="9" y="27"/>
                  </a:cubicBezTo>
                  <a:cubicBezTo>
                    <a:pt x="12" y="31"/>
                    <a:pt x="5" y="36"/>
                    <a:pt x="12" y="36"/>
                  </a:cubicBezTo>
                  <a:cubicBezTo>
                    <a:pt x="20" y="36"/>
                    <a:pt x="31" y="33"/>
                    <a:pt x="26" y="17"/>
                  </a:cubicBezTo>
                  <a:cubicBezTo>
                    <a:pt x="23" y="10"/>
                    <a:pt x="17" y="6"/>
                    <a:pt x="17" y="6"/>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nchor="ctr"/>
            <a:lstStyle/>
            <a:p>
              <a:pPr algn="ctr"/>
              <a:endParaRPr>
                <a:solidFill>
                  <a:schemeClr val="accent1"/>
                </a:solidFill>
              </a:endParaRPr>
            </a:p>
          </p:txBody>
        </p:sp>
        <p:sp>
          <p:nvSpPr>
            <p:cNvPr id="107" name="íṡḷiḑê">
              <a:extLst>
                <a:ext uri="{FF2B5EF4-FFF2-40B4-BE49-F238E27FC236}">
                  <a16:creationId xmlns:a16="http://schemas.microsoft.com/office/drawing/2014/main" xmlns="" id="{E99299AB-16EE-4CD0-ABB0-A31A624D6F95}"/>
                </a:ext>
              </a:extLst>
            </p:cNvPr>
            <p:cNvSpPr/>
            <p:nvPr/>
          </p:nvSpPr>
          <p:spPr bwMode="auto">
            <a:xfrm>
              <a:off x="5490157" y="1294926"/>
              <a:ext cx="41350" cy="64478"/>
            </a:xfrm>
            <a:custGeom>
              <a:avLst/>
              <a:gdLst>
                <a:gd name="T0" fmla="*/ 11 w 18"/>
                <a:gd name="T1" fmla="*/ 27 h 28"/>
                <a:gd name="T2" fmla="*/ 17 w 18"/>
                <a:gd name="T3" fmla="*/ 10 h 28"/>
                <a:gd name="T4" fmla="*/ 14 w 18"/>
                <a:gd name="T5" fmla="*/ 4 h 28"/>
                <a:gd name="T6" fmla="*/ 8 w 18"/>
                <a:gd name="T7" fmla="*/ 0 h 28"/>
                <a:gd name="T8" fmla="*/ 1 w 18"/>
                <a:gd name="T9" fmla="*/ 12 h 28"/>
                <a:gd name="T10" fmla="*/ 11 w 18"/>
                <a:gd name="T11" fmla="*/ 27 h 28"/>
              </a:gdLst>
              <a:ahLst/>
              <a:cxnLst>
                <a:cxn ang="0">
                  <a:pos x="T0" y="T1"/>
                </a:cxn>
                <a:cxn ang="0">
                  <a:pos x="T2" y="T3"/>
                </a:cxn>
                <a:cxn ang="0">
                  <a:pos x="T4" y="T5"/>
                </a:cxn>
                <a:cxn ang="0">
                  <a:pos x="T6" y="T7"/>
                </a:cxn>
                <a:cxn ang="0">
                  <a:pos x="T8" y="T9"/>
                </a:cxn>
                <a:cxn ang="0">
                  <a:pos x="T10" y="T11"/>
                </a:cxn>
              </a:cxnLst>
              <a:rect l="0" t="0" r="r" b="b"/>
              <a:pathLst>
                <a:path w="18" h="28">
                  <a:moveTo>
                    <a:pt x="11" y="27"/>
                  </a:moveTo>
                  <a:cubicBezTo>
                    <a:pt x="15" y="25"/>
                    <a:pt x="18" y="21"/>
                    <a:pt x="17" y="10"/>
                  </a:cubicBezTo>
                  <a:cubicBezTo>
                    <a:pt x="16" y="7"/>
                    <a:pt x="15" y="6"/>
                    <a:pt x="14" y="4"/>
                  </a:cubicBezTo>
                  <a:cubicBezTo>
                    <a:pt x="11" y="2"/>
                    <a:pt x="9" y="0"/>
                    <a:pt x="8" y="0"/>
                  </a:cubicBezTo>
                  <a:cubicBezTo>
                    <a:pt x="6" y="0"/>
                    <a:pt x="0" y="2"/>
                    <a:pt x="1" y="12"/>
                  </a:cubicBezTo>
                  <a:cubicBezTo>
                    <a:pt x="2" y="21"/>
                    <a:pt x="7" y="28"/>
                    <a:pt x="11" y="27"/>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nchor="ctr"/>
            <a:lstStyle/>
            <a:p>
              <a:pPr algn="ctr"/>
              <a:endParaRPr>
                <a:solidFill>
                  <a:schemeClr val="accent1"/>
                </a:solidFill>
              </a:endParaRPr>
            </a:p>
          </p:txBody>
        </p:sp>
        <p:sp>
          <p:nvSpPr>
            <p:cNvPr id="108" name="iṩ1íḓê">
              <a:extLst>
                <a:ext uri="{FF2B5EF4-FFF2-40B4-BE49-F238E27FC236}">
                  <a16:creationId xmlns:a16="http://schemas.microsoft.com/office/drawing/2014/main" xmlns="" id="{40F059C7-7AD4-45E4-A45B-97F0C10AC84A}"/>
                </a:ext>
              </a:extLst>
            </p:cNvPr>
            <p:cNvSpPr/>
            <p:nvPr/>
          </p:nvSpPr>
          <p:spPr bwMode="auto">
            <a:xfrm>
              <a:off x="5464927" y="1142842"/>
              <a:ext cx="275434" cy="373553"/>
            </a:xfrm>
            <a:custGeom>
              <a:avLst/>
              <a:gdLst>
                <a:gd name="T0" fmla="*/ 100 w 120"/>
                <a:gd name="T1" fmla="*/ 60 h 162"/>
                <a:gd name="T2" fmla="*/ 107 w 120"/>
                <a:gd name="T3" fmla="*/ 27 h 162"/>
                <a:gd name="T4" fmla="*/ 95 w 120"/>
                <a:gd name="T5" fmla="*/ 23 h 162"/>
                <a:gd name="T6" fmla="*/ 91 w 120"/>
                <a:gd name="T7" fmla="*/ 3 h 162"/>
                <a:gd name="T8" fmla="*/ 84 w 120"/>
                <a:gd name="T9" fmla="*/ 9 h 162"/>
                <a:gd name="T10" fmla="*/ 77 w 120"/>
                <a:gd name="T11" fmla="*/ 19 h 162"/>
                <a:gd name="T12" fmla="*/ 69 w 120"/>
                <a:gd name="T13" fmla="*/ 19 h 162"/>
                <a:gd name="T14" fmla="*/ 56 w 120"/>
                <a:gd name="T15" fmla="*/ 28 h 162"/>
                <a:gd name="T16" fmla="*/ 60 w 120"/>
                <a:gd name="T17" fmla="*/ 33 h 162"/>
                <a:gd name="T18" fmla="*/ 59 w 120"/>
                <a:gd name="T19" fmla="*/ 43 h 162"/>
                <a:gd name="T20" fmla="*/ 50 w 120"/>
                <a:gd name="T21" fmla="*/ 52 h 162"/>
                <a:gd name="T22" fmla="*/ 52 w 120"/>
                <a:gd name="T23" fmla="*/ 60 h 162"/>
                <a:gd name="T24" fmla="*/ 48 w 120"/>
                <a:gd name="T25" fmla="*/ 56 h 162"/>
                <a:gd name="T26" fmla="*/ 32 w 120"/>
                <a:gd name="T27" fmla="*/ 37 h 162"/>
                <a:gd name="T28" fmla="*/ 26 w 120"/>
                <a:gd name="T29" fmla="*/ 50 h 162"/>
                <a:gd name="T30" fmla="*/ 33 w 120"/>
                <a:gd name="T31" fmla="*/ 76 h 162"/>
                <a:gd name="T32" fmla="*/ 45 w 120"/>
                <a:gd name="T33" fmla="*/ 77 h 162"/>
                <a:gd name="T34" fmla="*/ 58 w 120"/>
                <a:gd name="T35" fmla="*/ 72 h 162"/>
                <a:gd name="T36" fmla="*/ 62 w 120"/>
                <a:gd name="T37" fmla="*/ 75 h 162"/>
                <a:gd name="T38" fmla="*/ 22 w 120"/>
                <a:gd name="T39" fmla="*/ 101 h 162"/>
                <a:gd name="T40" fmla="*/ 25 w 120"/>
                <a:gd name="T41" fmla="*/ 111 h 162"/>
                <a:gd name="T42" fmla="*/ 55 w 120"/>
                <a:gd name="T43" fmla="*/ 100 h 162"/>
                <a:gd name="T44" fmla="*/ 59 w 120"/>
                <a:gd name="T45" fmla="*/ 103 h 162"/>
                <a:gd name="T46" fmla="*/ 39 w 120"/>
                <a:gd name="T47" fmla="*/ 119 h 162"/>
                <a:gd name="T48" fmla="*/ 12 w 120"/>
                <a:gd name="T49" fmla="*/ 128 h 162"/>
                <a:gd name="T50" fmla="*/ 7 w 120"/>
                <a:gd name="T51" fmla="*/ 136 h 162"/>
                <a:gd name="T52" fmla="*/ 30 w 120"/>
                <a:gd name="T53" fmla="*/ 141 h 162"/>
                <a:gd name="T54" fmla="*/ 55 w 120"/>
                <a:gd name="T55" fmla="*/ 136 h 162"/>
                <a:gd name="T56" fmla="*/ 43 w 120"/>
                <a:gd name="T57" fmla="*/ 148 h 162"/>
                <a:gd name="T58" fmla="*/ 50 w 120"/>
                <a:gd name="T59" fmla="*/ 158 h 162"/>
                <a:gd name="T60" fmla="*/ 71 w 120"/>
                <a:gd name="T61" fmla="*/ 149 h 162"/>
                <a:gd name="T62" fmla="*/ 71 w 120"/>
                <a:gd name="T63" fmla="*/ 125 h 162"/>
                <a:gd name="T64" fmla="*/ 79 w 120"/>
                <a:gd name="T65" fmla="*/ 120 h 162"/>
                <a:gd name="T66" fmla="*/ 75 w 120"/>
                <a:gd name="T67" fmla="*/ 102 h 162"/>
                <a:gd name="T68" fmla="*/ 96 w 120"/>
                <a:gd name="T69" fmla="*/ 86 h 162"/>
                <a:gd name="T70" fmla="*/ 102 w 120"/>
                <a:gd name="T71" fmla="*/ 75 h 162"/>
                <a:gd name="T72" fmla="*/ 100 w 120"/>
                <a:gd name="T73" fmla="*/ 60 h 162"/>
                <a:gd name="T74" fmla="*/ 90 w 120"/>
                <a:gd name="T75" fmla="*/ 49 h 162"/>
                <a:gd name="T76" fmla="*/ 86 w 120"/>
                <a:gd name="T77" fmla="*/ 53 h 162"/>
                <a:gd name="T78" fmla="*/ 83 w 120"/>
                <a:gd name="T79" fmla="*/ 53 h 162"/>
                <a:gd name="T80" fmla="*/ 80 w 120"/>
                <a:gd name="T81" fmla="*/ 48 h 162"/>
                <a:gd name="T82" fmla="*/ 89 w 120"/>
                <a:gd name="T83" fmla="*/ 44 h 162"/>
                <a:gd name="T84" fmla="*/ 90 w 120"/>
                <a:gd name="T85" fmla="*/ 49 h 1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120" h="162">
                  <a:moveTo>
                    <a:pt x="100" y="60"/>
                  </a:moveTo>
                  <a:cubicBezTo>
                    <a:pt x="108" y="50"/>
                    <a:pt x="120" y="40"/>
                    <a:pt x="107" y="27"/>
                  </a:cubicBezTo>
                  <a:cubicBezTo>
                    <a:pt x="107" y="27"/>
                    <a:pt x="105" y="24"/>
                    <a:pt x="95" y="23"/>
                  </a:cubicBezTo>
                  <a:cubicBezTo>
                    <a:pt x="95" y="23"/>
                    <a:pt x="105" y="8"/>
                    <a:pt x="91" y="3"/>
                  </a:cubicBezTo>
                  <a:cubicBezTo>
                    <a:pt x="91" y="3"/>
                    <a:pt x="88" y="0"/>
                    <a:pt x="84" y="9"/>
                  </a:cubicBezTo>
                  <a:cubicBezTo>
                    <a:pt x="80" y="17"/>
                    <a:pt x="77" y="17"/>
                    <a:pt x="77" y="19"/>
                  </a:cubicBezTo>
                  <a:cubicBezTo>
                    <a:pt x="77" y="21"/>
                    <a:pt x="74" y="21"/>
                    <a:pt x="69" y="19"/>
                  </a:cubicBezTo>
                  <a:cubicBezTo>
                    <a:pt x="64" y="17"/>
                    <a:pt x="56" y="19"/>
                    <a:pt x="56" y="28"/>
                  </a:cubicBezTo>
                  <a:cubicBezTo>
                    <a:pt x="56" y="28"/>
                    <a:pt x="56" y="31"/>
                    <a:pt x="60" y="33"/>
                  </a:cubicBezTo>
                  <a:cubicBezTo>
                    <a:pt x="63" y="36"/>
                    <a:pt x="66" y="37"/>
                    <a:pt x="59" y="43"/>
                  </a:cubicBezTo>
                  <a:cubicBezTo>
                    <a:pt x="53" y="49"/>
                    <a:pt x="50" y="40"/>
                    <a:pt x="50" y="52"/>
                  </a:cubicBezTo>
                  <a:cubicBezTo>
                    <a:pt x="50" y="52"/>
                    <a:pt x="57" y="57"/>
                    <a:pt x="52" y="60"/>
                  </a:cubicBezTo>
                  <a:cubicBezTo>
                    <a:pt x="47" y="63"/>
                    <a:pt x="48" y="59"/>
                    <a:pt x="48" y="56"/>
                  </a:cubicBezTo>
                  <a:cubicBezTo>
                    <a:pt x="48" y="59"/>
                    <a:pt x="43" y="42"/>
                    <a:pt x="32" y="37"/>
                  </a:cubicBezTo>
                  <a:cubicBezTo>
                    <a:pt x="30" y="37"/>
                    <a:pt x="24" y="37"/>
                    <a:pt x="26" y="50"/>
                  </a:cubicBezTo>
                  <a:cubicBezTo>
                    <a:pt x="28" y="63"/>
                    <a:pt x="32" y="66"/>
                    <a:pt x="33" y="76"/>
                  </a:cubicBezTo>
                  <a:cubicBezTo>
                    <a:pt x="33" y="87"/>
                    <a:pt x="43" y="82"/>
                    <a:pt x="45" y="77"/>
                  </a:cubicBezTo>
                  <a:cubicBezTo>
                    <a:pt x="46" y="72"/>
                    <a:pt x="58" y="72"/>
                    <a:pt x="58" y="72"/>
                  </a:cubicBezTo>
                  <a:cubicBezTo>
                    <a:pt x="58" y="72"/>
                    <a:pt x="68" y="71"/>
                    <a:pt x="62" y="75"/>
                  </a:cubicBezTo>
                  <a:cubicBezTo>
                    <a:pt x="56" y="80"/>
                    <a:pt x="22" y="101"/>
                    <a:pt x="22" y="101"/>
                  </a:cubicBezTo>
                  <a:cubicBezTo>
                    <a:pt x="22" y="101"/>
                    <a:pt x="9" y="108"/>
                    <a:pt x="25" y="111"/>
                  </a:cubicBezTo>
                  <a:cubicBezTo>
                    <a:pt x="42" y="113"/>
                    <a:pt x="55" y="100"/>
                    <a:pt x="55" y="100"/>
                  </a:cubicBezTo>
                  <a:cubicBezTo>
                    <a:pt x="55" y="100"/>
                    <a:pt x="61" y="95"/>
                    <a:pt x="59" y="103"/>
                  </a:cubicBezTo>
                  <a:cubicBezTo>
                    <a:pt x="56" y="111"/>
                    <a:pt x="39" y="119"/>
                    <a:pt x="39" y="119"/>
                  </a:cubicBezTo>
                  <a:cubicBezTo>
                    <a:pt x="39" y="119"/>
                    <a:pt x="23" y="125"/>
                    <a:pt x="12" y="128"/>
                  </a:cubicBezTo>
                  <a:cubicBezTo>
                    <a:pt x="0" y="130"/>
                    <a:pt x="4" y="130"/>
                    <a:pt x="7" y="136"/>
                  </a:cubicBezTo>
                  <a:cubicBezTo>
                    <a:pt x="10" y="143"/>
                    <a:pt x="21" y="147"/>
                    <a:pt x="30" y="141"/>
                  </a:cubicBezTo>
                  <a:cubicBezTo>
                    <a:pt x="38" y="135"/>
                    <a:pt x="56" y="129"/>
                    <a:pt x="55" y="136"/>
                  </a:cubicBezTo>
                  <a:cubicBezTo>
                    <a:pt x="55" y="143"/>
                    <a:pt x="54" y="145"/>
                    <a:pt x="43" y="148"/>
                  </a:cubicBezTo>
                  <a:cubicBezTo>
                    <a:pt x="32" y="152"/>
                    <a:pt x="37" y="154"/>
                    <a:pt x="50" y="158"/>
                  </a:cubicBezTo>
                  <a:cubicBezTo>
                    <a:pt x="63" y="162"/>
                    <a:pt x="71" y="157"/>
                    <a:pt x="71" y="149"/>
                  </a:cubicBezTo>
                  <a:cubicBezTo>
                    <a:pt x="71" y="140"/>
                    <a:pt x="71" y="125"/>
                    <a:pt x="71" y="125"/>
                  </a:cubicBezTo>
                  <a:cubicBezTo>
                    <a:pt x="71" y="125"/>
                    <a:pt x="76" y="121"/>
                    <a:pt x="79" y="120"/>
                  </a:cubicBezTo>
                  <a:cubicBezTo>
                    <a:pt x="82" y="119"/>
                    <a:pt x="85" y="103"/>
                    <a:pt x="75" y="102"/>
                  </a:cubicBezTo>
                  <a:cubicBezTo>
                    <a:pt x="75" y="102"/>
                    <a:pt x="81" y="90"/>
                    <a:pt x="96" y="86"/>
                  </a:cubicBezTo>
                  <a:cubicBezTo>
                    <a:pt x="96" y="86"/>
                    <a:pt x="102" y="84"/>
                    <a:pt x="102" y="75"/>
                  </a:cubicBezTo>
                  <a:cubicBezTo>
                    <a:pt x="102" y="66"/>
                    <a:pt x="91" y="70"/>
                    <a:pt x="100" y="60"/>
                  </a:cubicBezTo>
                  <a:close/>
                  <a:moveTo>
                    <a:pt x="90" y="49"/>
                  </a:moveTo>
                  <a:cubicBezTo>
                    <a:pt x="88" y="51"/>
                    <a:pt x="86" y="53"/>
                    <a:pt x="86" y="53"/>
                  </a:cubicBezTo>
                  <a:cubicBezTo>
                    <a:pt x="85" y="59"/>
                    <a:pt x="85" y="55"/>
                    <a:pt x="83" y="53"/>
                  </a:cubicBezTo>
                  <a:cubicBezTo>
                    <a:pt x="80" y="51"/>
                    <a:pt x="80" y="48"/>
                    <a:pt x="80" y="48"/>
                  </a:cubicBezTo>
                  <a:cubicBezTo>
                    <a:pt x="81" y="38"/>
                    <a:pt x="89" y="44"/>
                    <a:pt x="89" y="44"/>
                  </a:cubicBezTo>
                  <a:cubicBezTo>
                    <a:pt x="89" y="44"/>
                    <a:pt x="92" y="48"/>
                    <a:pt x="90" y="49"/>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nchor="ctr"/>
            <a:lstStyle/>
            <a:p>
              <a:pPr algn="ctr"/>
              <a:endParaRPr>
                <a:solidFill>
                  <a:schemeClr val="accent1"/>
                </a:solidFill>
              </a:endParaRPr>
            </a:p>
          </p:txBody>
        </p:sp>
        <p:sp>
          <p:nvSpPr>
            <p:cNvPr id="109" name="ïşľïďé">
              <a:extLst>
                <a:ext uri="{FF2B5EF4-FFF2-40B4-BE49-F238E27FC236}">
                  <a16:creationId xmlns:a16="http://schemas.microsoft.com/office/drawing/2014/main" xmlns="" id="{34979EEE-9271-4A50-9587-C503F0431120}"/>
                </a:ext>
              </a:extLst>
            </p:cNvPr>
            <p:cNvSpPr/>
            <p:nvPr/>
          </p:nvSpPr>
          <p:spPr bwMode="auto">
            <a:xfrm>
              <a:off x="4199193" y="1624325"/>
              <a:ext cx="73589" cy="92512"/>
            </a:xfrm>
            <a:custGeom>
              <a:avLst/>
              <a:gdLst>
                <a:gd name="T0" fmla="*/ 0 w 105"/>
                <a:gd name="T1" fmla="*/ 132 h 132"/>
                <a:gd name="T2" fmla="*/ 0 w 105"/>
                <a:gd name="T3" fmla="*/ 109 h 132"/>
                <a:gd name="T4" fmla="*/ 69 w 105"/>
                <a:gd name="T5" fmla="*/ 23 h 132"/>
                <a:gd name="T6" fmla="*/ 7 w 105"/>
                <a:gd name="T7" fmla="*/ 23 h 132"/>
                <a:gd name="T8" fmla="*/ 7 w 105"/>
                <a:gd name="T9" fmla="*/ 0 h 132"/>
                <a:gd name="T10" fmla="*/ 102 w 105"/>
                <a:gd name="T11" fmla="*/ 0 h 132"/>
                <a:gd name="T12" fmla="*/ 102 w 105"/>
                <a:gd name="T13" fmla="*/ 23 h 132"/>
                <a:gd name="T14" fmla="*/ 33 w 105"/>
                <a:gd name="T15" fmla="*/ 112 h 132"/>
                <a:gd name="T16" fmla="*/ 105 w 105"/>
                <a:gd name="T17" fmla="*/ 112 h 132"/>
                <a:gd name="T18" fmla="*/ 105 w 105"/>
                <a:gd name="T19" fmla="*/ 132 h 132"/>
                <a:gd name="T20" fmla="*/ 0 w 105"/>
                <a:gd name="T21" fmla="*/ 132 h 1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05" h="132">
                  <a:moveTo>
                    <a:pt x="0" y="132"/>
                  </a:moveTo>
                  <a:lnTo>
                    <a:pt x="0" y="109"/>
                  </a:lnTo>
                  <a:lnTo>
                    <a:pt x="69" y="23"/>
                  </a:lnTo>
                  <a:lnTo>
                    <a:pt x="7" y="23"/>
                  </a:lnTo>
                  <a:lnTo>
                    <a:pt x="7" y="0"/>
                  </a:lnTo>
                  <a:lnTo>
                    <a:pt x="102" y="0"/>
                  </a:lnTo>
                  <a:lnTo>
                    <a:pt x="102" y="23"/>
                  </a:lnTo>
                  <a:lnTo>
                    <a:pt x="33" y="112"/>
                  </a:lnTo>
                  <a:lnTo>
                    <a:pt x="105" y="112"/>
                  </a:lnTo>
                  <a:lnTo>
                    <a:pt x="105" y="132"/>
                  </a:lnTo>
                  <a:lnTo>
                    <a:pt x="0" y="132"/>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nchor="ctr"/>
            <a:lstStyle/>
            <a:p>
              <a:pPr algn="ctr"/>
              <a:endParaRPr>
                <a:solidFill>
                  <a:schemeClr val="accent1"/>
                </a:solidFill>
              </a:endParaRPr>
            </a:p>
          </p:txBody>
        </p:sp>
        <p:sp>
          <p:nvSpPr>
            <p:cNvPr id="110" name="ïśḷïḍê">
              <a:extLst>
                <a:ext uri="{FF2B5EF4-FFF2-40B4-BE49-F238E27FC236}">
                  <a16:creationId xmlns:a16="http://schemas.microsoft.com/office/drawing/2014/main" xmlns="" id="{66D725C5-BF65-4DAD-AECC-31154DCC9A21}"/>
                </a:ext>
              </a:extLst>
            </p:cNvPr>
            <p:cNvSpPr/>
            <p:nvPr/>
          </p:nvSpPr>
          <p:spPr bwMode="auto">
            <a:xfrm>
              <a:off x="4291004" y="1624325"/>
              <a:ext cx="73589" cy="92512"/>
            </a:xfrm>
            <a:custGeom>
              <a:avLst/>
              <a:gdLst>
                <a:gd name="T0" fmla="*/ 0 w 105"/>
                <a:gd name="T1" fmla="*/ 132 h 132"/>
                <a:gd name="T2" fmla="*/ 0 w 105"/>
                <a:gd name="T3" fmla="*/ 0 h 132"/>
                <a:gd name="T4" fmla="*/ 30 w 105"/>
                <a:gd name="T5" fmla="*/ 0 h 132"/>
                <a:gd name="T6" fmla="*/ 30 w 105"/>
                <a:gd name="T7" fmla="*/ 53 h 132"/>
                <a:gd name="T8" fmla="*/ 79 w 105"/>
                <a:gd name="T9" fmla="*/ 53 h 132"/>
                <a:gd name="T10" fmla="*/ 79 w 105"/>
                <a:gd name="T11" fmla="*/ 0 h 132"/>
                <a:gd name="T12" fmla="*/ 105 w 105"/>
                <a:gd name="T13" fmla="*/ 0 h 132"/>
                <a:gd name="T14" fmla="*/ 105 w 105"/>
                <a:gd name="T15" fmla="*/ 132 h 132"/>
                <a:gd name="T16" fmla="*/ 79 w 105"/>
                <a:gd name="T17" fmla="*/ 132 h 132"/>
                <a:gd name="T18" fmla="*/ 79 w 105"/>
                <a:gd name="T19" fmla="*/ 76 h 132"/>
                <a:gd name="T20" fmla="*/ 30 w 105"/>
                <a:gd name="T21" fmla="*/ 76 h 132"/>
                <a:gd name="T22" fmla="*/ 30 w 105"/>
                <a:gd name="T23" fmla="*/ 132 h 132"/>
                <a:gd name="T24" fmla="*/ 0 w 105"/>
                <a:gd name="T25" fmla="*/ 132 h 1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05" h="132">
                  <a:moveTo>
                    <a:pt x="0" y="132"/>
                  </a:moveTo>
                  <a:lnTo>
                    <a:pt x="0" y="0"/>
                  </a:lnTo>
                  <a:lnTo>
                    <a:pt x="30" y="0"/>
                  </a:lnTo>
                  <a:lnTo>
                    <a:pt x="30" y="53"/>
                  </a:lnTo>
                  <a:lnTo>
                    <a:pt x="79" y="53"/>
                  </a:lnTo>
                  <a:lnTo>
                    <a:pt x="79" y="0"/>
                  </a:lnTo>
                  <a:lnTo>
                    <a:pt x="105" y="0"/>
                  </a:lnTo>
                  <a:lnTo>
                    <a:pt x="105" y="132"/>
                  </a:lnTo>
                  <a:lnTo>
                    <a:pt x="79" y="132"/>
                  </a:lnTo>
                  <a:lnTo>
                    <a:pt x="79" y="76"/>
                  </a:lnTo>
                  <a:lnTo>
                    <a:pt x="30" y="76"/>
                  </a:lnTo>
                  <a:lnTo>
                    <a:pt x="30" y="132"/>
                  </a:lnTo>
                  <a:lnTo>
                    <a:pt x="0" y="132"/>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nchor="ctr"/>
            <a:lstStyle/>
            <a:p>
              <a:pPr algn="ctr"/>
              <a:endParaRPr>
                <a:solidFill>
                  <a:schemeClr val="accent1"/>
                </a:solidFill>
              </a:endParaRPr>
            </a:p>
          </p:txBody>
        </p:sp>
        <p:sp>
          <p:nvSpPr>
            <p:cNvPr id="111" name="ïṡḷíḑé">
              <a:extLst>
                <a:ext uri="{FF2B5EF4-FFF2-40B4-BE49-F238E27FC236}">
                  <a16:creationId xmlns:a16="http://schemas.microsoft.com/office/drawing/2014/main" xmlns="" id="{FE66709B-BA6E-4586-84F5-27CF8500ABE7}"/>
                </a:ext>
              </a:extLst>
            </p:cNvPr>
            <p:cNvSpPr/>
            <p:nvPr/>
          </p:nvSpPr>
          <p:spPr bwMode="auto">
            <a:xfrm>
              <a:off x="4391926" y="1624325"/>
              <a:ext cx="68683" cy="92512"/>
            </a:xfrm>
            <a:custGeom>
              <a:avLst/>
              <a:gdLst>
                <a:gd name="T0" fmla="*/ 0 w 98"/>
                <a:gd name="T1" fmla="*/ 132 h 132"/>
                <a:gd name="T2" fmla="*/ 0 w 98"/>
                <a:gd name="T3" fmla="*/ 0 h 132"/>
                <a:gd name="T4" fmla="*/ 95 w 98"/>
                <a:gd name="T5" fmla="*/ 0 h 132"/>
                <a:gd name="T6" fmla="*/ 95 w 98"/>
                <a:gd name="T7" fmla="*/ 23 h 132"/>
                <a:gd name="T8" fmla="*/ 26 w 98"/>
                <a:gd name="T9" fmla="*/ 23 h 132"/>
                <a:gd name="T10" fmla="*/ 26 w 98"/>
                <a:gd name="T11" fmla="*/ 53 h 132"/>
                <a:gd name="T12" fmla="*/ 92 w 98"/>
                <a:gd name="T13" fmla="*/ 53 h 132"/>
                <a:gd name="T14" fmla="*/ 92 w 98"/>
                <a:gd name="T15" fmla="*/ 76 h 132"/>
                <a:gd name="T16" fmla="*/ 26 w 98"/>
                <a:gd name="T17" fmla="*/ 76 h 132"/>
                <a:gd name="T18" fmla="*/ 26 w 98"/>
                <a:gd name="T19" fmla="*/ 112 h 132"/>
                <a:gd name="T20" fmla="*/ 98 w 98"/>
                <a:gd name="T21" fmla="*/ 112 h 132"/>
                <a:gd name="T22" fmla="*/ 98 w 98"/>
                <a:gd name="T23" fmla="*/ 132 h 132"/>
                <a:gd name="T24" fmla="*/ 0 w 98"/>
                <a:gd name="T25" fmla="*/ 132 h 1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98" h="132">
                  <a:moveTo>
                    <a:pt x="0" y="132"/>
                  </a:moveTo>
                  <a:lnTo>
                    <a:pt x="0" y="0"/>
                  </a:lnTo>
                  <a:lnTo>
                    <a:pt x="95" y="0"/>
                  </a:lnTo>
                  <a:lnTo>
                    <a:pt x="95" y="23"/>
                  </a:lnTo>
                  <a:lnTo>
                    <a:pt x="26" y="23"/>
                  </a:lnTo>
                  <a:lnTo>
                    <a:pt x="26" y="53"/>
                  </a:lnTo>
                  <a:lnTo>
                    <a:pt x="92" y="53"/>
                  </a:lnTo>
                  <a:lnTo>
                    <a:pt x="92" y="76"/>
                  </a:lnTo>
                  <a:lnTo>
                    <a:pt x="26" y="76"/>
                  </a:lnTo>
                  <a:lnTo>
                    <a:pt x="26" y="112"/>
                  </a:lnTo>
                  <a:lnTo>
                    <a:pt x="98" y="112"/>
                  </a:lnTo>
                  <a:lnTo>
                    <a:pt x="98" y="132"/>
                  </a:lnTo>
                  <a:lnTo>
                    <a:pt x="0" y="132"/>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nchor="ctr"/>
            <a:lstStyle/>
            <a:p>
              <a:pPr algn="ctr"/>
              <a:endParaRPr>
                <a:solidFill>
                  <a:schemeClr val="accent1"/>
                </a:solidFill>
              </a:endParaRPr>
            </a:p>
          </p:txBody>
        </p:sp>
        <p:sp>
          <p:nvSpPr>
            <p:cNvPr id="112" name="iśḻíde">
              <a:extLst>
                <a:ext uri="{FF2B5EF4-FFF2-40B4-BE49-F238E27FC236}">
                  <a16:creationId xmlns:a16="http://schemas.microsoft.com/office/drawing/2014/main" xmlns="" id="{8546E402-E20D-41BF-A125-447EE0C4D2C6}"/>
                </a:ext>
              </a:extLst>
            </p:cNvPr>
            <p:cNvSpPr/>
            <p:nvPr/>
          </p:nvSpPr>
          <p:spPr bwMode="auto">
            <a:xfrm>
              <a:off x="4476729" y="1624325"/>
              <a:ext cx="59572" cy="94615"/>
            </a:xfrm>
            <a:custGeom>
              <a:avLst/>
              <a:gdLst>
                <a:gd name="T0" fmla="*/ 18 w 26"/>
                <a:gd name="T1" fmla="*/ 0 h 41"/>
                <a:gd name="T2" fmla="*/ 26 w 26"/>
                <a:gd name="T3" fmla="*/ 0 h 41"/>
                <a:gd name="T4" fmla="*/ 26 w 26"/>
                <a:gd name="T5" fmla="*/ 26 h 41"/>
                <a:gd name="T6" fmla="*/ 25 w 26"/>
                <a:gd name="T7" fmla="*/ 33 h 41"/>
                <a:gd name="T8" fmla="*/ 20 w 26"/>
                <a:gd name="T9" fmla="*/ 39 h 41"/>
                <a:gd name="T10" fmla="*/ 12 w 26"/>
                <a:gd name="T11" fmla="*/ 41 h 41"/>
                <a:gd name="T12" fmla="*/ 3 w 26"/>
                <a:gd name="T13" fmla="*/ 38 h 41"/>
                <a:gd name="T14" fmla="*/ 0 w 26"/>
                <a:gd name="T15" fmla="*/ 28 h 41"/>
                <a:gd name="T16" fmla="*/ 8 w 26"/>
                <a:gd name="T17" fmla="*/ 27 h 41"/>
                <a:gd name="T18" fmla="*/ 9 w 26"/>
                <a:gd name="T19" fmla="*/ 32 h 41"/>
                <a:gd name="T20" fmla="*/ 13 w 26"/>
                <a:gd name="T21" fmla="*/ 34 h 41"/>
                <a:gd name="T22" fmla="*/ 16 w 26"/>
                <a:gd name="T23" fmla="*/ 33 h 41"/>
                <a:gd name="T24" fmla="*/ 18 w 26"/>
                <a:gd name="T25" fmla="*/ 26 h 41"/>
                <a:gd name="T26" fmla="*/ 18 w 26"/>
                <a:gd name="T27" fmla="*/ 0 h 4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26" h="41">
                  <a:moveTo>
                    <a:pt x="18" y="0"/>
                  </a:moveTo>
                  <a:cubicBezTo>
                    <a:pt x="26" y="0"/>
                    <a:pt x="26" y="0"/>
                    <a:pt x="26" y="0"/>
                  </a:cubicBezTo>
                  <a:cubicBezTo>
                    <a:pt x="26" y="26"/>
                    <a:pt x="26" y="26"/>
                    <a:pt x="26" y="26"/>
                  </a:cubicBezTo>
                  <a:cubicBezTo>
                    <a:pt x="26" y="29"/>
                    <a:pt x="25" y="32"/>
                    <a:pt x="25" y="33"/>
                  </a:cubicBezTo>
                  <a:cubicBezTo>
                    <a:pt x="24" y="36"/>
                    <a:pt x="23" y="37"/>
                    <a:pt x="20" y="39"/>
                  </a:cubicBezTo>
                  <a:cubicBezTo>
                    <a:pt x="18" y="40"/>
                    <a:pt x="16" y="41"/>
                    <a:pt x="12" y="41"/>
                  </a:cubicBezTo>
                  <a:cubicBezTo>
                    <a:pt x="8" y="41"/>
                    <a:pt x="5" y="40"/>
                    <a:pt x="3" y="38"/>
                  </a:cubicBezTo>
                  <a:cubicBezTo>
                    <a:pt x="1" y="35"/>
                    <a:pt x="0" y="32"/>
                    <a:pt x="0" y="28"/>
                  </a:cubicBezTo>
                  <a:cubicBezTo>
                    <a:pt x="8" y="27"/>
                    <a:pt x="8" y="27"/>
                    <a:pt x="8" y="27"/>
                  </a:cubicBezTo>
                  <a:cubicBezTo>
                    <a:pt x="8" y="29"/>
                    <a:pt x="8" y="31"/>
                    <a:pt x="9" y="32"/>
                  </a:cubicBezTo>
                  <a:cubicBezTo>
                    <a:pt x="10" y="33"/>
                    <a:pt x="11" y="34"/>
                    <a:pt x="13" y="34"/>
                  </a:cubicBezTo>
                  <a:cubicBezTo>
                    <a:pt x="14" y="34"/>
                    <a:pt x="16" y="34"/>
                    <a:pt x="16" y="33"/>
                  </a:cubicBezTo>
                  <a:cubicBezTo>
                    <a:pt x="17" y="32"/>
                    <a:pt x="18" y="29"/>
                    <a:pt x="18" y="26"/>
                  </a:cubicBezTo>
                  <a:lnTo>
                    <a:pt x="18" y="0"/>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nchor="ctr"/>
            <a:lstStyle/>
            <a:p>
              <a:pPr algn="ctr"/>
              <a:endParaRPr>
                <a:solidFill>
                  <a:schemeClr val="accent1"/>
                </a:solidFill>
              </a:endParaRPr>
            </a:p>
          </p:txBody>
        </p:sp>
        <p:sp>
          <p:nvSpPr>
            <p:cNvPr id="113" name="í$ḻîdê">
              <a:extLst>
                <a:ext uri="{FF2B5EF4-FFF2-40B4-BE49-F238E27FC236}">
                  <a16:creationId xmlns:a16="http://schemas.microsoft.com/office/drawing/2014/main" xmlns="" id="{F70E6A58-E059-4FE7-B866-5F754BEB6D72}"/>
                </a:ext>
              </a:extLst>
            </p:cNvPr>
            <p:cNvSpPr/>
            <p:nvPr/>
          </p:nvSpPr>
          <p:spPr bwMode="auto">
            <a:xfrm>
              <a:off x="4561532" y="1624325"/>
              <a:ext cx="18222" cy="92512"/>
            </a:xfrm>
            <a:prstGeom prst="rect">
              <a:avLst/>
            </a:prstGeom>
            <a:grpFill/>
            <a:ln>
              <a:noFill/>
            </a:ln>
            <a:extLst>
              <a:ext uri="{91240B29-F687-4F45-9708-019B960494DF}">
                <a14:hiddenLine xmlns="" xmlns:a14="http://schemas.microsoft.com/office/drawing/2010/main" w="9525">
                  <a:solidFill>
                    <a:srgbClr val="000000"/>
                  </a:solidFill>
                  <a:miter lim="800000"/>
                  <a:headEnd/>
                  <a:tailEnd/>
                </a14:hiddenLine>
              </a:ext>
            </a:extLst>
          </p:spPr>
          <p:txBody>
            <a:bodyPr anchor="ctr"/>
            <a:lstStyle/>
            <a:p>
              <a:pPr algn="ctr"/>
              <a:endParaRPr>
                <a:solidFill>
                  <a:schemeClr val="accent1"/>
                </a:solidFill>
              </a:endParaRPr>
            </a:p>
          </p:txBody>
        </p:sp>
        <p:sp>
          <p:nvSpPr>
            <p:cNvPr id="114" name="iṩḷídé">
              <a:extLst>
                <a:ext uri="{FF2B5EF4-FFF2-40B4-BE49-F238E27FC236}">
                  <a16:creationId xmlns:a16="http://schemas.microsoft.com/office/drawing/2014/main" xmlns="" id="{8CB4FE16-E849-44D6-9230-ABE03DB6B20B}"/>
                </a:ext>
              </a:extLst>
            </p:cNvPr>
            <p:cNvSpPr/>
            <p:nvPr/>
          </p:nvSpPr>
          <p:spPr bwMode="auto">
            <a:xfrm>
              <a:off x="4595874" y="1624325"/>
              <a:ext cx="91811" cy="92512"/>
            </a:xfrm>
            <a:custGeom>
              <a:avLst/>
              <a:gdLst>
                <a:gd name="T0" fmla="*/ 131 w 131"/>
                <a:gd name="T1" fmla="*/ 132 h 132"/>
                <a:gd name="T2" fmla="*/ 102 w 131"/>
                <a:gd name="T3" fmla="*/ 132 h 132"/>
                <a:gd name="T4" fmla="*/ 92 w 131"/>
                <a:gd name="T5" fmla="*/ 102 h 132"/>
                <a:gd name="T6" fmla="*/ 40 w 131"/>
                <a:gd name="T7" fmla="*/ 102 h 132"/>
                <a:gd name="T8" fmla="*/ 26 w 131"/>
                <a:gd name="T9" fmla="*/ 132 h 132"/>
                <a:gd name="T10" fmla="*/ 0 w 131"/>
                <a:gd name="T11" fmla="*/ 132 h 132"/>
                <a:gd name="T12" fmla="*/ 49 w 131"/>
                <a:gd name="T13" fmla="*/ 0 h 132"/>
                <a:gd name="T14" fmla="*/ 79 w 131"/>
                <a:gd name="T15" fmla="*/ 0 h 132"/>
                <a:gd name="T16" fmla="*/ 131 w 131"/>
                <a:gd name="T17" fmla="*/ 132 h 132"/>
                <a:gd name="T18" fmla="*/ 131 w 131"/>
                <a:gd name="T19" fmla="*/ 132 h 132"/>
                <a:gd name="T20" fmla="*/ 82 w 131"/>
                <a:gd name="T21" fmla="*/ 83 h 132"/>
                <a:gd name="T22" fmla="*/ 66 w 131"/>
                <a:gd name="T23" fmla="*/ 33 h 132"/>
                <a:gd name="T24" fmla="*/ 46 w 131"/>
                <a:gd name="T25" fmla="*/ 83 h 132"/>
                <a:gd name="T26" fmla="*/ 82 w 131"/>
                <a:gd name="T27" fmla="*/ 83 h 1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31" h="132">
                  <a:moveTo>
                    <a:pt x="131" y="132"/>
                  </a:moveTo>
                  <a:lnTo>
                    <a:pt x="102" y="132"/>
                  </a:lnTo>
                  <a:lnTo>
                    <a:pt x="92" y="102"/>
                  </a:lnTo>
                  <a:lnTo>
                    <a:pt x="40" y="102"/>
                  </a:lnTo>
                  <a:lnTo>
                    <a:pt x="26" y="132"/>
                  </a:lnTo>
                  <a:lnTo>
                    <a:pt x="0" y="132"/>
                  </a:lnTo>
                  <a:lnTo>
                    <a:pt x="49" y="0"/>
                  </a:lnTo>
                  <a:lnTo>
                    <a:pt x="79" y="0"/>
                  </a:lnTo>
                  <a:lnTo>
                    <a:pt x="131" y="132"/>
                  </a:lnTo>
                  <a:lnTo>
                    <a:pt x="131" y="132"/>
                  </a:lnTo>
                  <a:close/>
                  <a:moveTo>
                    <a:pt x="82" y="83"/>
                  </a:moveTo>
                  <a:lnTo>
                    <a:pt x="66" y="33"/>
                  </a:lnTo>
                  <a:lnTo>
                    <a:pt x="46" y="83"/>
                  </a:lnTo>
                  <a:lnTo>
                    <a:pt x="82" y="83"/>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nchor="ctr"/>
            <a:lstStyle/>
            <a:p>
              <a:pPr algn="ctr"/>
              <a:endParaRPr>
                <a:solidFill>
                  <a:schemeClr val="accent1"/>
                </a:solidFill>
              </a:endParaRPr>
            </a:p>
          </p:txBody>
        </p:sp>
        <p:sp>
          <p:nvSpPr>
            <p:cNvPr id="115" name="iślíḓè">
              <a:extLst>
                <a:ext uri="{FF2B5EF4-FFF2-40B4-BE49-F238E27FC236}">
                  <a16:creationId xmlns:a16="http://schemas.microsoft.com/office/drawing/2014/main" xmlns="" id="{2F6D86E8-0DD1-44B3-9CD6-6668516EAD56}"/>
                </a:ext>
              </a:extLst>
            </p:cNvPr>
            <p:cNvSpPr/>
            <p:nvPr/>
          </p:nvSpPr>
          <p:spPr bwMode="auto">
            <a:xfrm>
              <a:off x="4703805" y="1624325"/>
              <a:ext cx="73589" cy="92512"/>
            </a:xfrm>
            <a:custGeom>
              <a:avLst/>
              <a:gdLst>
                <a:gd name="T0" fmla="*/ 0 w 105"/>
                <a:gd name="T1" fmla="*/ 132 h 132"/>
                <a:gd name="T2" fmla="*/ 0 w 105"/>
                <a:gd name="T3" fmla="*/ 0 h 132"/>
                <a:gd name="T4" fmla="*/ 26 w 105"/>
                <a:gd name="T5" fmla="*/ 0 h 132"/>
                <a:gd name="T6" fmla="*/ 82 w 105"/>
                <a:gd name="T7" fmla="*/ 89 h 132"/>
                <a:gd name="T8" fmla="*/ 82 w 105"/>
                <a:gd name="T9" fmla="*/ 0 h 132"/>
                <a:gd name="T10" fmla="*/ 105 w 105"/>
                <a:gd name="T11" fmla="*/ 0 h 132"/>
                <a:gd name="T12" fmla="*/ 105 w 105"/>
                <a:gd name="T13" fmla="*/ 132 h 132"/>
                <a:gd name="T14" fmla="*/ 79 w 105"/>
                <a:gd name="T15" fmla="*/ 132 h 132"/>
                <a:gd name="T16" fmla="*/ 26 w 105"/>
                <a:gd name="T17" fmla="*/ 46 h 132"/>
                <a:gd name="T18" fmla="*/ 26 w 105"/>
                <a:gd name="T19" fmla="*/ 132 h 132"/>
                <a:gd name="T20" fmla="*/ 0 w 105"/>
                <a:gd name="T21" fmla="*/ 132 h 1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05" h="132">
                  <a:moveTo>
                    <a:pt x="0" y="132"/>
                  </a:moveTo>
                  <a:lnTo>
                    <a:pt x="0" y="0"/>
                  </a:lnTo>
                  <a:lnTo>
                    <a:pt x="26" y="0"/>
                  </a:lnTo>
                  <a:lnTo>
                    <a:pt x="82" y="89"/>
                  </a:lnTo>
                  <a:lnTo>
                    <a:pt x="82" y="0"/>
                  </a:lnTo>
                  <a:lnTo>
                    <a:pt x="105" y="0"/>
                  </a:lnTo>
                  <a:lnTo>
                    <a:pt x="105" y="132"/>
                  </a:lnTo>
                  <a:lnTo>
                    <a:pt x="79" y="132"/>
                  </a:lnTo>
                  <a:lnTo>
                    <a:pt x="26" y="46"/>
                  </a:lnTo>
                  <a:lnTo>
                    <a:pt x="26" y="132"/>
                  </a:lnTo>
                  <a:lnTo>
                    <a:pt x="0" y="132"/>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nchor="ctr"/>
            <a:lstStyle/>
            <a:p>
              <a:pPr algn="ctr"/>
              <a:endParaRPr>
                <a:solidFill>
                  <a:schemeClr val="accent1"/>
                </a:solidFill>
              </a:endParaRPr>
            </a:p>
          </p:txBody>
        </p:sp>
        <p:sp>
          <p:nvSpPr>
            <p:cNvPr id="116" name="îṥ1ïḋe">
              <a:extLst>
                <a:ext uri="{FF2B5EF4-FFF2-40B4-BE49-F238E27FC236}">
                  <a16:creationId xmlns:a16="http://schemas.microsoft.com/office/drawing/2014/main" xmlns="" id="{64F7FA79-C038-4BAC-8DF5-945C3C12D91A}"/>
                </a:ext>
              </a:extLst>
            </p:cNvPr>
            <p:cNvSpPr/>
            <p:nvPr/>
          </p:nvSpPr>
          <p:spPr bwMode="auto">
            <a:xfrm>
              <a:off x="4799821" y="1624325"/>
              <a:ext cx="87606" cy="94615"/>
            </a:xfrm>
            <a:custGeom>
              <a:avLst/>
              <a:gdLst>
                <a:gd name="T0" fmla="*/ 20 w 38"/>
                <a:gd name="T1" fmla="*/ 26 h 41"/>
                <a:gd name="T2" fmla="*/ 20 w 38"/>
                <a:gd name="T3" fmla="*/ 19 h 41"/>
                <a:gd name="T4" fmla="*/ 38 w 38"/>
                <a:gd name="T5" fmla="*/ 19 h 41"/>
                <a:gd name="T6" fmla="*/ 38 w 38"/>
                <a:gd name="T7" fmla="*/ 35 h 41"/>
                <a:gd name="T8" fmla="*/ 30 w 38"/>
                <a:gd name="T9" fmla="*/ 39 h 41"/>
                <a:gd name="T10" fmla="*/ 21 w 38"/>
                <a:gd name="T11" fmla="*/ 41 h 41"/>
                <a:gd name="T12" fmla="*/ 10 w 38"/>
                <a:gd name="T13" fmla="*/ 38 h 41"/>
                <a:gd name="T14" fmla="*/ 3 w 38"/>
                <a:gd name="T15" fmla="*/ 31 h 41"/>
                <a:gd name="T16" fmla="*/ 0 w 38"/>
                <a:gd name="T17" fmla="*/ 20 h 41"/>
                <a:gd name="T18" fmla="*/ 3 w 38"/>
                <a:gd name="T19" fmla="*/ 9 h 41"/>
                <a:gd name="T20" fmla="*/ 11 w 38"/>
                <a:gd name="T21" fmla="*/ 2 h 41"/>
                <a:gd name="T22" fmla="*/ 20 w 38"/>
                <a:gd name="T23" fmla="*/ 0 h 41"/>
                <a:gd name="T24" fmla="*/ 32 w 38"/>
                <a:gd name="T25" fmla="*/ 3 h 41"/>
                <a:gd name="T26" fmla="*/ 37 w 38"/>
                <a:gd name="T27" fmla="*/ 11 h 41"/>
                <a:gd name="T28" fmla="*/ 29 w 38"/>
                <a:gd name="T29" fmla="*/ 13 h 41"/>
                <a:gd name="T30" fmla="*/ 26 w 38"/>
                <a:gd name="T31" fmla="*/ 8 h 41"/>
                <a:gd name="T32" fmla="*/ 20 w 38"/>
                <a:gd name="T33" fmla="*/ 7 h 41"/>
                <a:gd name="T34" fmla="*/ 12 w 38"/>
                <a:gd name="T35" fmla="*/ 10 h 41"/>
                <a:gd name="T36" fmla="*/ 9 w 38"/>
                <a:gd name="T37" fmla="*/ 20 h 41"/>
                <a:gd name="T38" fmla="*/ 12 w 38"/>
                <a:gd name="T39" fmla="*/ 31 h 41"/>
                <a:gd name="T40" fmla="*/ 20 w 38"/>
                <a:gd name="T41" fmla="*/ 34 h 41"/>
                <a:gd name="T42" fmla="*/ 25 w 38"/>
                <a:gd name="T43" fmla="*/ 33 h 41"/>
                <a:gd name="T44" fmla="*/ 29 w 38"/>
                <a:gd name="T45" fmla="*/ 31 h 41"/>
                <a:gd name="T46" fmla="*/ 29 w 38"/>
                <a:gd name="T47" fmla="*/ 26 h 41"/>
                <a:gd name="T48" fmla="*/ 20 w 38"/>
                <a:gd name="T49" fmla="*/ 26 h 4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38" h="41">
                  <a:moveTo>
                    <a:pt x="20" y="26"/>
                  </a:moveTo>
                  <a:cubicBezTo>
                    <a:pt x="20" y="19"/>
                    <a:pt x="20" y="19"/>
                    <a:pt x="20" y="19"/>
                  </a:cubicBezTo>
                  <a:cubicBezTo>
                    <a:pt x="38" y="19"/>
                    <a:pt x="38" y="19"/>
                    <a:pt x="38" y="19"/>
                  </a:cubicBezTo>
                  <a:cubicBezTo>
                    <a:pt x="38" y="35"/>
                    <a:pt x="38" y="35"/>
                    <a:pt x="38" y="35"/>
                  </a:cubicBezTo>
                  <a:cubicBezTo>
                    <a:pt x="36" y="36"/>
                    <a:pt x="33" y="38"/>
                    <a:pt x="30" y="39"/>
                  </a:cubicBezTo>
                  <a:cubicBezTo>
                    <a:pt x="27" y="40"/>
                    <a:pt x="24" y="41"/>
                    <a:pt x="21" y="41"/>
                  </a:cubicBezTo>
                  <a:cubicBezTo>
                    <a:pt x="16" y="41"/>
                    <a:pt x="13" y="40"/>
                    <a:pt x="10" y="38"/>
                  </a:cubicBezTo>
                  <a:cubicBezTo>
                    <a:pt x="6" y="37"/>
                    <a:pt x="4" y="34"/>
                    <a:pt x="3" y="31"/>
                  </a:cubicBezTo>
                  <a:cubicBezTo>
                    <a:pt x="1" y="28"/>
                    <a:pt x="0" y="24"/>
                    <a:pt x="0" y="20"/>
                  </a:cubicBezTo>
                  <a:cubicBezTo>
                    <a:pt x="0" y="16"/>
                    <a:pt x="1" y="12"/>
                    <a:pt x="3" y="9"/>
                  </a:cubicBezTo>
                  <a:cubicBezTo>
                    <a:pt x="5" y="6"/>
                    <a:pt x="7" y="3"/>
                    <a:pt x="11" y="2"/>
                  </a:cubicBezTo>
                  <a:cubicBezTo>
                    <a:pt x="13" y="0"/>
                    <a:pt x="16" y="0"/>
                    <a:pt x="20" y="0"/>
                  </a:cubicBezTo>
                  <a:cubicBezTo>
                    <a:pt x="25" y="0"/>
                    <a:pt x="29" y="1"/>
                    <a:pt x="32" y="3"/>
                  </a:cubicBezTo>
                  <a:cubicBezTo>
                    <a:pt x="34" y="5"/>
                    <a:pt x="36" y="8"/>
                    <a:pt x="37" y="11"/>
                  </a:cubicBezTo>
                  <a:cubicBezTo>
                    <a:pt x="29" y="13"/>
                    <a:pt x="29" y="13"/>
                    <a:pt x="29" y="13"/>
                  </a:cubicBezTo>
                  <a:cubicBezTo>
                    <a:pt x="29" y="11"/>
                    <a:pt x="27" y="9"/>
                    <a:pt x="26" y="8"/>
                  </a:cubicBezTo>
                  <a:cubicBezTo>
                    <a:pt x="24" y="7"/>
                    <a:pt x="22" y="7"/>
                    <a:pt x="20" y="7"/>
                  </a:cubicBezTo>
                  <a:cubicBezTo>
                    <a:pt x="17" y="7"/>
                    <a:pt x="14" y="8"/>
                    <a:pt x="12" y="10"/>
                  </a:cubicBezTo>
                  <a:cubicBezTo>
                    <a:pt x="10" y="12"/>
                    <a:pt x="9" y="16"/>
                    <a:pt x="9" y="20"/>
                  </a:cubicBezTo>
                  <a:cubicBezTo>
                    <a:pt x="9" y="25"/>
                    <a:pt x="10" y="28"/>
                    <a:pt x="12" y="31"/>
                  </a:cubicBezTo>
                  <a:cubicBezTo>
                    <a:pt x="14" y="33"/>
                    <a:pt x="17" y="34"/>
                    <a:pt x="20" y="34"/>
                  </a:cubicBezTo>
                  <a:cubicBezTo>
                    <a:pt x="22" y="34"/>
                    <a:pt x="23" y="34"/>
                    <a:pt x="25" y="33"/>
                  </a:cubicBezTo>
                  <a:cubicBezTo>
                    <a:pt x="27" y="32"/>
                    <a:pt x="28" y="32"/>
                    <a:pt x="29" y="31"/>
                  </a:cubicBezTo>
                  <a:cubicBezTo>
                    <a:pt x="29" y="26"/>
                    <a:pt x="29" y="26"/>
                    <a:pt x="29" y="26"/>
                  </a:cubicBezTo>
                  <a:lnTo>
                    <a:pt x="20" y="26"/>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nchor="ctr"/>
            <a:lstStyle/>
            <a:p>
              <a:pPr algn="ctr"/>
              <a:endParaRPr>
                <a:solidFill>
                  <a:schemeClr val="accent1"/>
                </a:solidFill>
              </a:endParaRPr>
            </a:p>
          </p:txBody>
        </p:sp>
        <p:sp>
          <p:nvSpPr>
            <p:cNvPr id="117" name="iṧḷídè">
              <a:extLst>
                <a:ext uri="{FF2B5EF4-FFF2-40B4-BE49-F238E27FC236}">
                  <a16:creationId xmlns:a16="http://schemas.microsoft.com/office/drawing/2014/main" xmlns="" id="{BAD8B380-DE2C-46EB-9549-3123D2EC03F2}"/>
                </a:ext>
              </a:extLst>
            </p:cNvPr>
            <p:cNvSpPr/>
            <p:nvPr/>
          </p:nvSpPr>
          <p:spPr bwMode="auto">
            <a:xfrm>
              <a:off x="4937888" y="1624325"/>
              <a:ext cx="72888" cy="94615"/>
            </a:xfrm>
            <a:custGeom>
              <a:avLst/>
              <a:gdLst>
                <a:gd name="T0" fmla="*/ 0 w 32"/>
                <a:gd name="T1" fmla="*/ 0 h 41"/>
                <a:gd name="T2" fmla="*/ 9 w 32"/>
                <a:gd name="T3" fmla="*/ 0 h 41"/>
                <a:gd name="T4" fmla="*/ 9 w 32"/>
                <a:gd name="T5" fmla="*/ 22 h 41"/>
                <a:gd name="T6" fmla="*/ 9 w 32"/>
                <a:gd name="T7" fmla="*/ 29 h 41"/>
                <a:gd name="T8" fmla="*/ 11 w 32"/>
                <a:gd name="T9" fmla="*/ 33 h 41"/>
                <a:gd name="T10" fmla="*/ 17 w 32"/>
                <a:gd name="T11" fmla="*/ 34 h 41"/>
                <a:gd name="T12" fmla="*/ 22 w 32"/>
                <a:gd name="T13" fmla="*/ 33 h 41"/>
                <a:gd name="T14" fmla="*/ 24 w 32"/>
                <a:gd name="T15" fmla="*/ 29 h 41"/>
                <a:gd name="T16" fmla="*/ 24 w 32"/>
                <a:gd name="T17" fmla="*/ 22 h 41"/>
                <a:gd name="T18" fmla="*/ 24 w 32"/>
                <a:gd name="T19" fmla="*/ 0 h 41"/>
                <a:gd name="T20" fmla="*/ 32 w 32"/>
                <a:gd name="T21" fmla="*/ 0 h 41"/>
                <a:gd name="T22" fmla="*/ 32 w 32"/>
                <a:gd name="T23" fmla="*/ 21 h 41"/>
                <a:gd name="T24" fmla="*/ 32 w 32"/>
                <a:gd name="T25" fmla="*/ 32 h 41"/>
                <a:gd name="T26" fmla="*/ 29 w 32"/>
                <a:gd name="T27" fmla="*/ 37 h 41"/>
                <a:gd name="T28" fmla="*/ 25 w 32"/>
                <a:gd name="T29" fmla="*/ 40 h 41"/>
                <a:gd name="T30" fmla="*/ 17 w 32"/>
                <a:gd name="T31" fmla="*/ 41 h 41"/>
                <a:gd name="T32" fmla="*/ 8 w 32"/>
                <a:gd name="T33" fmla="*/ 40 h 41"/>
                <a:gd name="T34" fmla="*/ 4 w 32"/>
                <a:gd name="T35" fmla="*/ 36 h 41"/>
                <a:gd name="T36" fmla="*/ 1 w 32"/>
                <a:gd name="T37" fmla="*/ 32 h 41"/>
                <a:gd name="T38" fmla="*/ 0 w 32"/>
                <a:gd name="T39" fmla="*/ 22 h 41"/>
                <a:gd name="T40" fmla="*/ 0 w 32"/>
                <a:gd name="T41" fmla="*/ 0 h 4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32" h="41">
                  <a:moveTo>
                    <a:pt x="0" y="0"/>
                  </a:moveTo>
                  <a:cubicBezTo>
                    <a:pt x="9" y="0"/>
                    <a:pt x="9" y="0"/>
                    <a:pt x="9" y="0"/>
                  </a:cubicBezTo>
                  <a:cubicBezTo>
                    <a:pt x="9" y="22"/>
                    <a:pt x="9" y="22"/>
                    <a:pt x="9" y="22"/>
                  </a:cubicBezTo>
                  <a:cubicBezTo>
                    <a:pt x="9" y="25"/>
                    <a:pt x="9" y="28"/>
                    <a:pt x="9" y="29"/>
                  </a:cubicBezTo>
                  <a:cubicBezTo>
                    <a:pt x="9" y="30"/>
                    <a:pt x="10" y="32"/>
                    <a:pt x="11" y="33"/>
                  </a:cubicBezTo>
                  <a:cubicBezTo>
                    <a:pt x="13" y="34"/>
                    <a:pt x="14" y="34"/>
                    <a:pt x="17" y="34"/>
                  </a:cubicBezTo>
                  <a:cubicBezTo>
                    <a:pt x="19" y="34"/>
                    <a:pt x="21" y="34"/>
                    <a:pt x="22" y="33"/>
                  </a:cubicBezTo>
                  <a:cubicBezTo>
                    <a:pt x="23" y="32"/>
                    <a:pt x="24" y="31"/>
                    <a:pt x="24" y="29"/>
                  </a:cubicBezTo>
                  <a:cubicBezTo>
                    <a:pt x="24" y="28"/>
                    <a:pt x="24" y="26"/>
                    <a:pt x="24" y="22"/>
                  </a:cubicBezTo>
                  <a:cubicBezTo>
                    <a:pt x="24" y="0"/>
                    <a:pt x="24" y="0"/>
                    <a:pt x="24" y="0"/>
                  </a:cubicBezTo>
                  <a:cubicBezTo>
                    <a:pt x="32" y="0"/>
                    <a:pt x="32" y="0"/>
                    <a:pt x="32" y="0"/>
                  </a:cubicBezTo>
                  <a:cubicBezTo>
                    <a:pt x="32" y="21"/>
                    <a:pt x="32" y="21"/>
                    <a:pt x="32" y="21"/>
                  </a:cubicBezTo>
                  <a:cubicBezTo>
                    <a:pt x="32" y="26"/>
                    <a:pt x="32" y="30"/>
                    <a:pt x="32" y="32"/>
                  </a:cubicBezTo>
                  <a:cubicBezTo>
                    <a:pt x="31" y="34"/>
                    <a:pt x="30" y="35"/>
                    <a:pt x="29" y="37"/>
                  </a:cubicBezTo>
                  <a:cubicBezTo>
                    <a:pt x="28" y="38"/>
                    <a:pt x="27" y="39"/>
                    <a:pt x="25" y="40"/>
                  </a:cubicBezTo>
                  <a:cubicBezTo>
                    <a:pt x="23" y="41"/>
                    <a:pt x="20" y="41"/>
                    <a:pt x="17" y="41"/>
                  </a:cubicBezTo>
                  <a:cubicBezTo>
                    <a:pt x="13" y="41"/>
                    <a:pt x="10" y="41"/>
                    <a:pt x="8" y="40"/>
                  </a:cubicBezTo>
                  <a:cubicBezTo>
                    <a:pt x="6" y="39"/>
                    <a:pt x="5" y="38"/>
                    <a:pt x="4" y="36"/>
                  </a:cubicBezTo>
                  <a:cubicBezTo>
                    <a:pt x="2" y="35"/>
                    <a:pt x="2" y="33"/>
                    <a:pt x="1" y="32"/>
                  </a:cubicBezTo>
                  <a:cubicBezTo>
                    <a:pt x="1" y="30"/>
                    <a:pt x="0" y="26"/>
                    <a:pt x="0" y="22"/>
                  </a:cubicBezTo>
                  <a:lnTo>
                    <a:pt x="0" y="0"/>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nchor="ctr"/>
            <a:lstStyle/>
            <a:p>
              <a:pPr algn="ctr"/>
              <a:endParaRPr>
                <a:solidFill>
                  <a:schemeClr val="accent1"/>
                </a:solidFill>
              </a:endParaRPr>
            </a:p>
          </p:txBody>
        </p:sp>
        <p:sp>
          <p:nvSpPr>
            <p:cNvPr id="118" name="ïṩḷíḍé">
              <a:extLst>
                <a:ext uri="{FF2B5EF4-FFF2-40B4-BE49-F238E27FC236}">
                  <a16:creationId xmlns:a16="http://schemas.microsoft.com/office/drawing/2014/main" xmlns="" id="{15A1DB5C-ED78-43CF-B349-875E88354D36}"/>
                </a:ext>
              </a:extLst>
            </p:cNvPr>
            <p:cNvSpPr/>
            <p:nvPr/>
          </p:nvSpPr>
          <p:spPr bwMode="auto">
            <a:xfrm>
              <a:off x="5038810" y="1624325"/>
              <a:ext cx="72888" cy="92512"/>
            </a:xfrm>
            <a:custGeom>
              <a:avLst/>
              <a:gdLst>
                <a:gd name="T0" fmla="*/ 0 w 104"/>
                <a:gd name="T1" fmla="*/ 132 h 132"/>
                <a:gd name="T2" fmla="*/ 0 w 104"/>
                <a:gd name="T3" fmla="*/ 0 h 132"/>
                <a:gd name="T4" fmla="*/ 26 w 104"/>
                <a:gd name="T5" fmla="*/ 0 h 132"/>
                <a:gd name="T6" fmla="*/ 78 w 104"/>
                <a:gd name="T7" fmla="*/ 89 h 132"/>
                <a:gd name="T8" fmla="*/ 78 w 104"/>
                <a:gd name="T9" fmla="*/ 0 h 132"/>
                <a:gd name="T10" fmla="*/ 104 w 104"/>
                <a:gd name="T11" fmla="*/ 0 h 132"/>
                <a:gd name="T12" fmla="*/ 104 w 104"/>
                <a:gd name="T13" fmla="*/ 132 h 132"/>
                <a:gd name="T14" fmla="*/ 78 w 104"/>
                <a:gd name="T15" fmla="*/ 132 h 132"/>
                <a:gd name="T16" fmla="*/ 23 w 104"/>
                <a:gd name="T17" fmla="*/ 46 h 132"/>
                <a:gd name="T18" fmla="*/ 23 w 104"/>
                <a:gd name="T19" fmla="*/ 132 h 132"/>
                <a:gd name="T20" fmla="*/ 0 w 104"/>
                <a:gd name="T21" fmla="*/ 132 h 1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04" h="132">
                  <a:moveTo>
                    <a:pt x="0" y="132"/>
                  </a:moveTo>
                  <a:lnTo>
                    <a:pt x="0" y="0"/>
                  </a:lnTo>
                  <a:lnTo>
                    <a:pt x="26" y="0"/>
                  </a:lnTo>
                  <a:lnTo>
                    <a:pt x="78" y="89"/>
                  </a:lnTo>
                  <a:lnTo>
                    <a:pt x="78" y="0"/>
                  </a:lnTo>
                  <a:lnTo>
                    <a:pt x="104" y="0"/>
                  </a:lnTo>
                  <a:lnTo>
                    <a:pt x="104" y="132"/>
                  </a:lnTo>
                  <a:lnTo>
                    <a:pt x="78" y="132"/>
                  </a:lnTo>
                  <a:lnTo>
                    <a:pt x="23" y="46"/>
                  </a:lnTo>
                  <a:lnTo>
                    <a:pt x="23" y="132"/>
                  </a:lnTo>
                  <a:lnTo>
                    <a:pt x="0" y="132"/>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nchor="ctr"/>
            <a:lstStyle/>
            <a:p>
              <a:pPr algn="ctr"/>
              <a:endParaRPr>
                <a:solidFill>
                  <a:schemeClr val="accent1"/>
                </a:solidFill>
              </a:endParaRPr>
            </a:p>
          </p:txBody>
        </p:sp>
        <p:sp>
          <p:nvSpPr>
            <p:cNvPr id="119" name="ï$liḓê">
              <a:extLst>
                <a:ext uri="{FF2B5EF4-FFF2-40B4-BE49-F238E27FC236}">
                  <a16:creationId xmlns:a16="http://schemas.microsoft.com/office/drawing/2014/main" xmlns="" id="{C9E4F15F-2C0D-4989-B0ED-9444FA130B53}"/>
                </a:ext>
              </a:extLst>
            </p:cNvPr>
            <p:cNvSpPr/>
            <p:nvPr/>
          </p:nvSpPr>
          <p:spPr bwMode="auto">
            <a:xfrm>
              <a:off x="5136929" y="1624325"/>
              <a:ext cx="18923" cy="92512"/>
            </a:xfrm>
            <a:prstGeom prst="rect">
              <a:avLst/>
            </a:prstGeom>
            <a:grpFill/>
            <a:ln>
              <a:noFill/>
            </a:ln>
            <a:extLst>
              <a:ext uri="{91240B29-F687-4F45-9708-019B960494DF}">
                <a14:hiddenLine xmlns="" xmlns:a14="http://schemas.microsoft.com/office/drawing/2010/main" w="9525">
                  <a:solidFill>
                    <a:srgbClr val="000000"/>
                  </a:solidFill>
                  <a:miter lim="800000"/>
                  <a:headEnd/>
                  <a:tailEnd/>
                </a14:hiddenLine>
              </a:ext>
            </a:extLst>
          </p:spPr>
          <p:txBody>
            <a:bodyPr anchor="ctr"/>
            <a:lstStyle/>
            <a:p>
              <a:pPr algn="ctr"/>
              <a:endParaRPr>
                <a:solidFill>
                  <a:schemeClr val="accent1"/>
                </a:solidFill>
              </a:endParaRPr>
            </a:p>
          </p:txBody>
        </p:sp>
        <p:sp>
          <p:nvSpPr>
            <p:cNvPr id="120" name="iṩlidè">
              <a:extLst>
                <a:ext uri="{FF2B5EF4-FFF2-40B4-BE49-F238E27FC236}">
                  <a16:creationId xmlns:a16="http://schemas.microsoft.com/office/drawing/2014/main" xmlns="" id="{CCFE3F8F-1F28-43A9-8EF7-0FB855738A3C}"/>
                </a:ext>
              </a:extLst>
            </p:cNvPr>
            <p:cNvSpPr/>
            <p:nvPr/>
          </p:nvSpPr>
          <p:spPr bwMode="auto">
            <a:xfrm>
              <a:off x="5171271" y="1624325"/>
              <a:ext cx="84803" cy="92512"/>
            </a:xfrm>
            <a:custGeom>
              <a:avLst/>
              <a:gdLst>
                <a:gd name="T0" fmla="*/ 46 w 121"/>
                <a:gd name="T1" fmla="*/ 132 h 132"/>
                <a:gd name="T2" fmla="*/ 0 w 121"/>
                <a:gd name="T3" fmla="*/ 0 h 132"/>
                <a:gd name="T4" fmla="*/ 30 w 121"/>
                <a:gd name="T5" fmla="*/ 0 h 132"/>
                <a:gd name="T6" fmla="*/ 63 w 121"/>
                <a:gd name="T7" fmla="*/ 99 h 132"/>
                <a:gd name="T8" fmla="*/ 92 w 121"/>
                <a:gd name="T9" fmla="*/ 0 h 132"/>
                <a:gd name="T10" fmla="*/ 121 w 121"/>
                <a:gd name="T11" fmla="*/ 0 h 132"/>
                <a:gd name="T12" fmla="*/ 76 w 121"/>
                <a:gd name="T13" fmla="*/ 132 h 132"/>
                <a:gd name="T14" fmla="*/ 46 w 121"/>
                <a:gd name="T15" fmla="*/ 132 h 13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21" h="132">
                  <a:moveTo>
                    <a:pt x="46" y="132"/>
                  </a:moveTo>
                  <a:lnTo>
                    <a:pt x="0" y="0"/>
                  </a:lnTo>
                  <a:lnTo>
                    <a:pt x="30" y="0"/>
                  </a:lnTo>
                  <a:lnTo>
                    <a:pt x="63" y="99"/>
                  </a:lnTo>
                  <a:lnTo>
                    <a:pt x="92" y="0"/>
                  </a:lnTo>
                  <a:lnTo>
                    <a:pt x="121" y="0"/>
                  </a:lnTo>
                  <a:lnTo>
                    <a:pt x="76" y="132"/>
                  </a:lnTo>
                  <a:lnTo>
                    <a:pt x="46" y="132"/>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nchor="ctr"/>
            <a:lstStyle/>
            <a:p>
              <a:pPr algn="ctr"/>
              <a:endParaRPr>
                <a:solidFill>
                  <a:schemeClr val="accent1"/>
                </a:solidFill>
              </a:endParaRPr>
            </a:p>
          </p:txBody>
        </p:sp>
        <p:sp>
          <p:nvSpPr>
            <p:cNvPr id="121" name="íṧļîḓé">
              <a:extLst>
                <a:ext uri="{FF2B5EF4-FFF2-40B4-BE49-F238E27FC236}">
                  <a16:creationId xmlns:a16="http://schemas.microsoft.com/office/drawing/2014/main" xmlns="" id="{0F524FE5-C68E-4DC5-BA11-69FDAB3BC930}"/>
                </a:ext>
              </a:extLst>
            </p:cNvPr>
            <p:cNvSpPr/>
            <p:nvPr/>
          </p:nvSpPr>
          <p:spPr bwMode="auto">
            <a:xfrm>
              <a:off x="5272193" y="1624325"/>
              <a:ext cx="71487" cy="92512"/>
            </a:xfrm>
            <a:custGeom>
              <a:avLst/>
              <a:gdLst>
                <a:gd name="T0" fmla="*/ 0 w 102"/>
                <a:gd name="T1" fmla="*/ 132 h 132"/>
                <a:gd name="T2" fmla="*/ 0 w 102"/>
                <a:gd name="T3" fmla="*/ 0 h 132"/>
                <a:gd name="T4" fmla="*/ 99 w 102"/>
                <a:gd name="T5" fmla="*/ 0 h 132"/>
                <a:gd name="T6" fmla="*/ 99 w 102"/>
                <a:gd name="T7" fmla="*/ 23 h 132"/>
                <a:gd name="T8" fmla="*/ 27 w 102"/>
                <a:gd name="T9" fmla="*/ 23 h 132"/>
                <a:gd name="T10" fmla="*/ 27 w 102"/>
                <a:gd name="T11" fmla="*/ 53 h 132"/>
                <a:gd name="T12" fmla="*/ 92 w 102"/>
                <a:gd name="T13" fmla="*/ 53 h 132"/>
                <a:gd name="T14" fmla="*/ 92 w 102"/>
                <a:gd name="T15" fmla="*/ 76 h 132"/>
                <a:gd name="T16" fmla="*/ 27 w 102"/>
                <a:gd name="T17" fmla="*/ 76 h 132"/>
                <a:gd name="T18" fmla="*/ 27 w 102"/>
                <a:gd name="T19" fmla="*/ 112 h 132"/>
                <a:gd name="T20" fmla="*/ 102 w 102"/>
                <a:gd name="T21" fmla="*/ 112 h 132"/>
                <a:gd name="T22" fmla="*/ 102 w 102"/>
                <a:gd name="T23" fmla="*/ 132 h 132"/>
                <a:gd name="T24" fmla="*/ 0 w 102"/>
                <a:gd name="T25" fmla="*/ 132 h 1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02" h="132">
                  <a:moveTo>
                    <a:pt x="0" y="132"/>
                  </a:moveTo>
                  <a:lnTo>
                    <a:pt x="0" y="0"/>
                  </a:lnTo>
                  <a:lnTo>
                    <a:pt x="99" y="0"/>
                  </a:lnTo>
                  <a:lnTo>
                    <a:pt x="99" y="23"/>
                  </a:lnTo>
                  <a:lnTo>
                    <a:pt x="27" y="23"/>
                  </a:lnTo>
                  <a:lnTo>
                    <a:pt x="27" y="53"/>
                  </a:lnTo>
                  <a:lnTo>
                    <a:pt x="92" y="53"/>
                  </a:lnTo>
                  <a:lnTo>
                    <a:pt x="92" y="76"/>
                  </a:lnTo>
                  <a:lnTo>
                    <a:pt x="27" y="76"/>
                  </a:lnTo>
                  <a:lnTo>
                    <a:pt x="27" y="112"/>
                  </a:lnTo>
                  <a:lnTo>
                    <a:pt x="102" y="112"/>
                  </a:lnTo>
                  <a:lnTo>
                    <a:pt x="102" y="132"/>
                  </a:lnTo>
                  <a:lnTo>
                    <a:pt x="0" y="132"/>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nchor="ctr"/>
            <a:lstStyle/>
            <a:p>
              <a:pPr algn="ctr"/>
              <a:endParaRPr>
                <a:solidFill>
                  <a:schemeClr val="accent1"/>
                </a:solidFill>
              </a:endParaRPr>
            </a:p>
          </p:txBody>
        </p:sp>
        <p:sp>
          <p:nvSpPr>
            <p:cNvPr id="122" name="iṩḻîḑè">
              <a:extLst>
                <a:ext uri="{FF2B5EF4-FFF2-40B4-BE49-F238E27FC236}">
                  <a16:creationId xmlns:a16="http://schemas.microsoft.com/office/drawing/2014/main" xmlns="" id="{9C221F4E-BE26-451E-8E09-B138E608BEBA}"/>
                </a:ext>
              </a:extLst>
            </p:cNvPr>
            <p:cNvSpPr/>
            <p:nvPr/>
          </p:nvSpPr>
          <p:spPr bwMode="auto">
            <a:xfrm>
              <a:off x="5366808" y="1624325"/>
              <a:ext cx="79897" cy="92512"/>
            </a:xfrm>
            <a:custGeom>
              <a:avLst/>
              <a:gdLst>
                <a:gd name="T0" fmla="*/ 0 w 35"/>
                <a:gd name="T1" fmla="*/ 40 h 40"/>
                <a:gd name="T2" fmla="*/ 0 w 35"/>
                <a:gd name="T3" fmla="*/ 0 h 40"/>
                <a:gd name="T4" fmla="*/ 17 w 35"/>
                <a:gd name="T5" fmla="*/ 0 h 40"/>
                <a:gd name="T6" fmla="*/ 26 w 35"/>
                <a:gd name="T7" fmla="*/ 1 h 40"/>
                <a:gd name="T8" fmla="*/ 30 w 35"/>
                <a:gd name="T9" fmla="*/ 5 h 40"/>
                <a:gd name="T10" fmla="*/ 32 w 35"/>
                <a:gd name="T11" fmla="*/ 12 h 40"/>
                <a:gd name="T12" fmla="*/ 30 w 35"/>
                <a:gd name="T13" fmla="*/ 19 h 40"/>
                <a:gd name="T14" fmla="*/ 22 w 35"/>
                <a:gd name="T15" fmla="*/ 23 h 40"/>
                <a:gd name="T16" fmla="*/ 26 w 35"/>
                <a:gd name="T17" fmla="*/ 26 h 40"/>
                <a:gd name="T18" fmla="*/ 31 w 35"/>
                <a:gd name="T19" fmla="*/ 33 h 40"/>
                <a:gd name="T20" fmla="*/ 35 w 35"/>
                <a:gd name="T21" fmla="*/ 40 h 40"/>
                <a:gd name="T22" fmla="*/ 26 w 35"/>
                <a:gd name="T23" fmla="*/ 40 h 40"/>
                <a:gd name="T24" fmla="*/ 20 w 35"/>
                <a:gd name="T25" fmla="*/ 32 h 40"/>
                <a:gd name="T26" fmla="*/ 16 w 35"/>
                <a:gd name="T27" fmla="*/ 26 h 40"/>
                <a:gd name="T28" fmla="*/ 13 w 35"/>
                <a:gd name="T29" fmla="*/ 24 h 40"/>
                <a:gd name="T30" fmla="*/ 9 w 35"/>
                <a:gd name="T31" fmla="*/ 24 h 40"/>
                <a:gd name="T32" fmla="*/ 8 w 35"/>
                <a:gd name="T33" fmla="*/ 24 h 40"/>
                <a:gd name="T34" fmla="*/ 8 w 35"/>
                <a:gd name="T35" fmla="*/ 40 h 40"/>
                <a:gd name="T36" fmla="*/ 0 w 35"/>
                <a:gd name="T37" fmla="*/ 40 h 40"/>
                <a:gd name="T38" fmla="*/ 8 w 35"/>
                <a:gd name="T39" fmla="*/ 17 h 40"/>
                <a:gd name="T40" fmla="*/ 14 w 35"/>
                <a:gd name="T41" fmla="*/ 17 h 40"/>
                <a:gd name="T42" fmla="*/ 21 w 35"/>
                <a:gd name="T43" fmla="*/ 17 h 40"/>
                <a:gd name="T44" fmla="*/ 23 w 35"/>
                <a:gd name="T45" fmla="*/ 15 h 40"/>
                <a:gd name="T46" fmla="*/ 24 w 35"/>
                <a:gd name="T47" fmla="*/ 12 h 40"/>
                <a:gd name="T48" fmla="*/ 23 w 35"/>
                <a:gd name="T49" fmla="*/ 9 h 40"/>
                <a:gd name="T50" fmla="*/ 20 w 35"/>
                <a:gd name="T51" fmla="*/ 7 h 40"/>
                <a:gd name="T52" fmla="*/ 14 w 35"/>
                <a:gd name="T53" fmla="*/ 7 h 40"/>
                <a:gd name="T54" fmla="*/ 8 w 35"/>
                <a:gd name="T55" fmla="*/ 7 h 40"/>
                <a:gd name="T56" fmla="*/ 8 w 35"/>
                <a:gd name="T57" fmla="*/ 17 h 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35" h="40">
                  <a:moveTo>
                    <a:pt x="0" y="40"/>
                  </a:moveTo>
                  <a:cubicBezTo>
                    <a:pt x="0" y="0"/>
                    <a:pt x="0" y="0"/>
                    <a:pt x="0" y="0"/>
                  </a:cubicBezTo>
                  <a:cubicBezTo>
                    <a:pt x="17" y="0"/>
                    <a:pt x="17" y="0"/>
                    <a:pt x="17" y="0"/>
                  </a:cubicBezTo>
                  <a:cubicBezTo>
                    <a:pt x="21" y="0"/>
                    <a:pt x="24" y="1"/>
                    <a:pt x="26" y="1"/>
                  </a:cubicBezTo>
                  <a:cubicBezTo>
                    <a:pt x="28" y="2"/>
                    <a:pt x="29" y="3"/>
                    <a:pt x="30" y="5"/>
                  </a:cubicBezTo>
                  <a:cubicBezTo>
                    <a:pt x="32" y="7"/>
                    <a:pt x="32" y="9"/>
                    <a:pt x="32" y="12"/>
                  </a:cubicBezTo>
                  <a:cubicBezTo>
                    <a:pt x="32" y="15"/>
                    <a:pt x="31" y="17"/>
                    <a:pt x="30" y="19"/>
                  </a:cubicBezTo>
                  <a:cubicBezTo>
                    <a:pt x="28" y="21"/>
                    <a:pt x="25" y="22"/>
                    <a:pt x="22" y="23"/>
                  </a:cubicBezTo>
                  <a:cubicBezTo>
                    <a:pt x="23" y="24"/>
                    <a:pt x="25" y="25"/>
                    <a:pt x="26" y="26"/>
                  </a:cubicBezTo>
                  <a:cubicBezTo>
                    <a:pt x="27" y="27"/>
                    <a:pt x="29" y="29"/>
                    <a:pt x="31" y="33"/>
                  </a:cubicBezTo>
                  <a:cubicBezTo>
                    <a:pt x="35" y="40"/>
                    <a:pt x="35" y="40"/>
                    <a:pt x="35" y="40"/>
                  </a:cubicBezTo>
                  <a:cubicBezTo>
                    <a:pt x="26" y="40"/>
                    <a:pt x="26" y="40"/>
                    <a:pt x="26" y="40"/>
                  </a:cubicBezTo>
                  <a:cubicBezTo>
                    <a:pt x="20" y="32"/>
                    <a:pt x="20" y="32"/>
                    <a:pt x="20" y="32"/>
                  </a:cubicBezTo>
                  <a:cubicBezTo>
                    <a:pt x="18" y="29"/>
                    <a:pt x="17" y="27"/>
                    <a:pt x="16" y="26"/>
                  </a:cubicBezTo>
                  <a:cubicBezTo>
                    <a:pt x="15" y="25"/>
                    <a:pt x="14" y="24"/>
                    <a:pt x="13" y="24"/>
                  </a:cubicBezTo>
                  <a:cubicBezTo>
                    <a:pt x="12" y="24"/>
                    <a:pt x="11" y="24"/>
                    <a:pt x="9" y="24"/>
                  </a:cubicBezTo>
                  <a:cubicBezTo>
                    <a:pt x="8" y="24"/>
                    <a:pt x="8" y="24"/>
                    <a:pt x="8" y="24"/>
                  </a:cubicBezTo>
                  <a:cubicBezTo>
                    <a:pt x="8" y="40"/>
                    <a:pt x="8" y="40"/>
                    <a:pt x="8" y="40"/>
                  </a:cubicBezTo>
                  <a:cubicBezTo>
                    <a:pt x="0" y="40"/>
                    <a:pt x="0" y="40"/>
                    <a:pt x="0" y="40"/>
                  </a:cubicBezTo>
                  <a:close/>
                  <a:moveTo>
                    <a:pt x="8" y="17"/>
                  </a:moveTo>
                  <a:cubicBezTo>
                    <a:pt x="14" y="17"/>
                    <a:pt x="14" y="17"/>
                    <a:pt x="14" y="17"/>
                  </a:cubicBezTo>
                  <a:cubicBezTo>
                    <a:pt x="17" y="17"/>
                    <a:pt x="20" y="17"/>
                    <a:pt x="21" y="17"/>
                  </a:cubicBezTo>
                  <a:cubicBezTo>
                    <a:pt x="22" y="16"/>
                    <a:pt x="23" y="16"/>
                    <a:pt x="23" y="15"/>
                  </a:cubicBezTo>
                  <a:cubicBezTo>
                    <a:pt x="24" y="14"/>
                    <a:pt x="24" y="13"/>
                    <a:pt x="24" y="12"/>
                  </a:cubicBezTo>
                  <a:cubicBezTo>
                    <a:pt x="24" y="11"/>
                    <a:pt x="24" y="10"/>
                    <a:pt x="23" y="9"/>
                  </a:cubicBezTo>
                  <a:cubicBezTo>
                    <a:pt x="22" y="8"/>
                    <a:pt x="21" y="8"/>
                    <a:pt x="20" y="7"/>
                  </a:cubicBezTo>
                  <a:cubicBezTo>
                    <a:pt x="19" y="7"/>
                    <a:pt x="17" y="7"/>
                    <a:pt x="14" y="7"/>
                  </a:cubicBezTo>
                  <a:cubicBezTo>
                    <a:pt x="8" y="7"/>
                    <a:pt x="8" y="7"/>
                    <a:pt x="8" y="7"/>
                  </a:cubicBezTo>
                  <a:lnTo>
                    <a:pt x="8" y="17"/>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nchor="ctr"/>
            <a:lstStyle/>
            <a:p>
              <a:pPr algn="ctr"/>
              <a:endParaRPr>
                <a:solidFill>
                  <a:schemeClr val="accent1"/>
                </a:solidFill>
              </a:endParaRPr>
            </a:p>
          </p:txBody>
        </p:sp>
        <p:sp>
          <p:nvSpPr>
            <p:cNvPr id="123" name="ïṣľíḑé">
              <a:extLst>
                <a:ext uri="{FF2B5EF4-FFF2-40B4-BE49-F238E27FC236}">
                  <a16:creationId xmlns:a16="http://schemas.microsoft.com/office/drawing/2014/main" xmlns="" id="{5E224FC8-17FC-4685-9D5C-4903011368EC}"/>
                </a:ext>
              </a:extLst>
            </p:cNvPr>
            <p:cNvSpPr/>
            <p:nvPr/>
          </p:nvSpPr>
          <p:spPr bwMode="auto">
            <a:xfrm>
              <a:off x="5460722" y="1624325"/>
              <a:ext cx="72888" cy="94615"/>
            </a:xfrm>
            <a:custGeom>
              <a:avLst/>
              <a:gdLst>
                <a:gd name="T0" fmla="*/ 0 w 32"/>
                <a:gd name="T1" fmla="*/ 27 h 41"/>
                <a:gd name="T2" fmla="*/ 8 w 32"/>
                <a:gd name="T3" fmla="*/ 27 h 41"/>
                <a:gd name="T4" fmla="*/ 11 w 32"/>
                <a:gd name="T5" fmla="*/ 32 h 41"/>
                <a:gd name="T6" fmla="*/ 16 w 32"/>
                <a:gd name="T7" fmla="*/ 34 h 41"/>
                <a:gd name="T8" fmla="*/ 22 w 32"/>
                <a:gd name="T9" fmla="*/ 33 h 41"/>
                <a:gd name="T10" fmla="*/ 24 w 32"/>
                <a:gd name="T11" fmla="*/ 29 h 41"/>
                <a:gd name="T12" fmla="*/ 23 w 32"/>
                <a:gd name="T13" fmla="*/ 26 h 41"/>
                <a:gd name="T14" fmla="*/ 21 w 32"/>
                <a:gd name="T15" fmla="*/ 25 h 41"/>
                <a:gd name="T16" fmla="*/ 14 w 32"/>
                <a:gd name="T17" fmla="*/ 23 h 41"/>
                <a:gd name="T18" fmla="*/ 5 w 32"/>
                <a:gd name="T19" fmla="*/ 19 h 41"/>
                <a:gd name="T20" fmla="*/ 1 w 32"/>
                <a:gd name="T21" fmla="*/ 11 h 41"/>
                <a:gd name="T22" fmla="*/ 3 w 32"/>
                <a:gd name="T23" fmla="*/ 5 h 41"/>
                <a:gd name="T24" fmla="*/ 8 w 32"/>
                <a:gd name="T25" fmla="*/ 1 h 41"/>
                <a:gd name="T26" fmla="*/ 16 w 32"/>
                <a:gd name="T27" fmla="*/ 0 h 41"/>
                <a:gd name="T28" fmla="*/ 27 w 32"/>
                <a:gd name="T29" fmla="*/ 3 h 41"/>
                <a:gd name="T30" fmla="*/ 31 w 32"/>
                <a:gd name="T31" fmla="*/ 12 h 41"/>
                <a:gd name="T32" fmla="*/ 23 w 32"/>
                <a:gd name="T33" fmla="*/ 12 h 41"/>
                <a:gd name="T34" fmla="*/ 21 w 32"/>
                <a:gd name="T35" fmla="*/ 8 h 41"/>
                <a:gd name="T36" fmla="*/ 16 w 32"/>
                <a:gd name="T37" fmla="*/ 6 h 41"/>
                <a:gd name="T38" fmla="*/ 10 w 32"/>
                <a:gd name="T39" fmla="*/ 8 h 41"/>
                <a:gd name="T40" fmla="*/ 9 w 32"/>
                <a:gd name="T41" fmla="*/ 10 h 41"/>
                <a:gd name="T42" fmla="*/ 10 w 32"/>
                <a:gd name="T43" fmla="*/ 13 h 41"/>
                <a:gd name="T44" fmla="*/ 18 w 32"/>
                <a:gd name="T45" fmla="*/ 15 h 41"/>
                <a:gd name="T46" fmla="*/ 26 w 32"/>
                <a:gd name="T47" fmla="*/ 18 h 41"/>
                <a:gd name="T48" fmla="*/ 31 w 32"/>
                <a:gd name="T49" fmla="*/ 22 h 41"/>
                <a:gd name="T50" fmla="*/ 32 w 32"/>
                <a:gd name="T51" fmla="*/ 29 h 41"/>
                <a:gd name="T52" fmla="*/ 30 w 32"/>
                <a:gd name="T53" fmla="*/ 35 h 41"/>
                <a:gd name="T54" fmla="*/ 25 w 32"/>
                <a:gd name="T55" fmla="*/ 40 h 41"/>
                <a:gd name="T56" fmla="*/ 16 w 32"/>
                <a:gd name="T57" fmla="*/ 41 h 41"/>
                <a:gd name="T58" fmla="*/ 5 w 32"/>
                <a:gd name="T59" fmla="*/ 38 h 41"/>
                <a:gd name="T60" fmla="*/ 0 w 32"/>
                <a:gd name="T61" fmla="*/ 27 h 4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32" h="41">
                  <a:moveTo>
                    <a:pt x="0" y="27"/>
                  </a:moveTo>
                  <a:cubicBezTo>
                    <a:pt x="8" y="27"/>
                    <a:pt x="8" y="27"/>
                    <a:pt x="8" y="27"/>
                  </a:cubicBezTo>
                  <a:cubicBezTo>
                    <a:pt x="8" y="29"/>
                    <a:pt x="9" y="31"/>
                    <a:pt x="11" y="32"/>
                  </a:cubicBezTo>
                  <a:cubicBezTo>
                    <a:pt x="12" y="34"/>
                    <a:pt x="14" y="34"/>
                    <a:pt x="16" y="34"/>
                  </a:cubicBezTo>
                  <a:cubicBezTo>
                    <a:pt x="19" y="34"/>
                    <a:pt x="21" y="34"/>
                    <a:pt x="22" y="33"/>
                  </a:cubicBezTo>
                  <a:cubicBezTo>
                    <a:pt x="24" y="31"/>
                    <a:pt x="24" y="30"/>
                    <a:pt x="24" y="29"/>
                  </a:cubicBezTo>
                  <a:cubicBezTo>
                    <a:pt x="24" y="28"/>
                    <a:pt x="24" y="27"/>
                    <a:pt x="23" y="26"/>
                  </a:cubicBezTo>
                  <a:cubicBezTo>
                    <a:pt x="23" y="26"/>
                    <a:pt x="22" y="25"/>
                    <a:pt x="21" y="25"/>
                  </a:cubicBezTo>
                  <a:cubicBezTo>
                    <a:pt x="20" y="24"/>
                    <a:pt x="17" y="24"/>
                    <a:pt x="14" y="23"/>
                  </a:cubicBezTo>
                  <a:cubicBezTo>
                    <a:pt x="10" y="22"/>
                    <a:pt x="7" y="20"/>
                    <a:pt x="5" y="19"/>
                  </a:cubicBezTo>
                  <a:cubicBezTo>
                    <a:pt x="3" y="17"/>
                    <a:pt x="1" y="14"/>
                    <a:pt x="1" y="11"/>
                  </a:cubicBezTo>
                  <a:cubicBezTo>
                    <a:pt x="1" y="9"/>
                    <a:pt x="2" y="7"/>
                    <a:pt x="3" y="5"/>
                  </a:cubicBezTo>
                  <a:cubicBezTo>
                    <a:pt x="4" y="3"/>
                    <a:pt x="6" y="2"/>
                    <a:pt x="8" y="1"/>
                  </a:cubicBezTo>
                  <a:cubicBezTo>
                    <a:pt x="10" y="0"/>
                    <a:pt x="13" y="0"/>
                    <a:pt x="16" y="0"/>
                  </a:cubicBezTo>
                  <a:cubicBezTo>
                    <a:pt x="21" y="0"/>
                    <a:pt x="25" y="1"/>
                    <a:pt x="27" y="3"/>
                  </a:cubicBezTo>
                  <a:cubicBezTo>
                    <a:pt x="30" y="5"/>
                    <a:pt x="31" y="8"/>
                    <a:pt x="31" y="12"/>
                  </a:cubicBezTo>
                  <a:cubicBezTo>
                    <a:pt x="23" y="12"/>
                    <a:pt x="23" y="12"/>
                    <a:pt x="23" y="12"/>
                  </a:cubicBezTo>
                  <a:cubicBezTo>
                    <a:pt x="23" y="10"/>
                    <a:pt x="22" y="9"/>
                    <a:pt x="21" y="8"/>
                  </a:cubicBezTo>
                  <a:cubicBezTo>
                    <a:pt x="20" y="7"/>
                    <a:pt x="18" y="6"/>
                    <a:pt x="16" y="6"/>
                  </a:cubicBezTo>
                  <a:cubicBezTo>
                    <a:pt x="13" y="6"/>
                    <a:pt x="12" y="7"/>
                    <a:pt x="10" y="8"/>
                  </a:cubicBezTo>
                  <a:cubicBezTo>
                    <a:pt x="9" y="8"/>
                    <a:pt x="9" y="9"/>
                    <a:pt x="9" y="10"/>
                  </a:cubicBezTo>
                  <a:cubicBezTo>
                    <a:pt x="9" y="11"/>
                    <a:pt x="9" y="12"/>
                    <a:pt x="10" y="13"/>
                  </a:cubicBezTo>
                  <a:cubicBezTo>
                    <a:pt x="11" y="14"/>
                    <a:pt x="14" y="14"/>
                    <a:pt x="18" y="15"/>
                  </a:cubicBezTo>
                  <a:cubicBezTo>
                    <a:pt x="22" y="16"/>
                    <a:pt x="24" y="17"/>
                    <a:pt x="26" y="18"/>
                  </a:cubicBezTo>
                  <a:cubicBezTo>
                    <a:pt x="28" y="19"/>
                    <a:pt x="30" y="21"/>
                    <a:pt x="31" y="22"/>
                  </a:cubicBezTo>
                  <a:cubicBezTo>
                    <a:pt x="32" y="24"/>
                    <a:pt x="32" y="26"/>
                    <a:pt x="32" y="29"/>
                  </a:cubicBezTo>
                  <a:cubicBezTo>
                    <a:pt x="32" y="31"/>
                    <a:pt x="32" y="33"/>
                    <a:pt x="30" y="35"/>
                  </a:cubicBezTo>
                  <a:cubicBezTo>
                    <a:pt x="29" y="37"/>
                    <a:pt x="27" y="39"/>
                    <a:pt x="25" y="40"/>
                  </a:cubicBezTo>
                  <a:cubicBezTo>
                    <a:pt x="23" y="41"/>
                    <a:pt x="20" y="41"/>
                    <a:pt x="16" y="41"/>
                  </a:cubicBezTo>
                  <a:cubicBezTo>
                    <a:pt x="11" y="41"/>
                    <a:pt x="7" y="40"/>
                    <a:pt x="5" y="38"/>
                  </a:cubicBezTo>
                  <a:cubicBezTo>
                    <a:pt x="2" y="35"/>
                    <a:pt x="0" y="32"/>
                    <a:pt x="0" y="27"/>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nchor="ctr"/>
            <a:lstStyle/>
            <a:p>
              <a:pPr algn="ctr"/>
              <a:endParaRPr>
                <a:solidFill>
                  <a:schemeClr val="accent1"/>
                </a:solidFill>
              </a:endParaRPr>
            </a:p>
          </p:txBody>
        </p:sp>
        <p:sp>
          <p:nvSpPr>
            <p:cNvPr id="124" name="îşḻîḑè">
              <a:extLst>
                <a:ext uri="{FF2B5EF4-FFF2-40B4-BE49-F238E27FC236}">
                  <a16:creationId xmlns:a16="http://schemas.microsoft.com/office/drawing/2014/main" xmlns="" id="{D59B0977-B590-423D-B003-7A37D7D5072F}"/>
                </a:ext>
              </a:extLst>
            </p:cNvPr>
            <p:cNvSpPr/>
            <p:nvPr/>
          </p:nvSpPr>
          <p:spPr bwMode="auto">
            <a:xfrm>
              <a:off x="5556738" y="1624325"/>
              <a:ext cx="18222" cy="92512"/>
            </a:xfrm>
            <a:prstGeom prst="rect">
              <a:avLst/>
            </a:prstGeom>
            <a:grpFill/>
            <a:ln>
              <a:noFill/>
            </a:ln>
            <a:extLst>
              <a:ext uri="{91240B29-F687-4F45-9708-019B960494DF}">
                <a14:hiddenLine xmlns="" xmlns:a14="http://schemas.microsoft.com/office/drawing/2010/main" w="9525">
                  <a:solidFill>
                    <a:srgbClr val="000000"/>
                  </a:solidFill>
                  <a:miter lim="800000"/>
                  <a:headEnd/>
                  <a:tailEnd/>
                </a14:hiddenLine>
              </a:ext>
            </a:extLst>
          </p:spPr>
          <p:txBody>
            <a:bodyPr anchor="ctr"/>
            <a:lstStyle/>
            <a:p>
              <a:pPr algn="ctr"/>
              <a:endParaRPr>
                <a:solidFill>
                  <a:schemeClr val="accent1"/>
                </a:solidFill>
              </a:endParaRPr>
            </a:p>
          </p:txBody>
        </p:sp>
        <p:sp>
          <p:nvSpPr>
            <p:cNvPr id="125" name="iṣḷiḓê">
              <a:extLst>
                <a:ext uri="{FF2B5EF4-FFF2-40B4-BE49-F238E27FC236}">
                  <a16:creationId xmlns:a16="http://schemas.microsoft.com/office/drawing/2014/main" xmlns="" id="{D0B310D6-47B7-4C66-B3E6-38513746B440}"/>
                </a:ext>
              </a:extLst>
            </p:cNvPr>
            <p:cNvSpPr/>
            <p:nvPr/>
          </p:nvSpPr>
          <p:spPr bwMode="auto">
            <a:xfrm>
              <a:off x="5593182" y="1624325"/>
              <a:ext cx="73589" cy="92512"/>
            </a:xfrm>
            <a:custGeom>
              <a:avLst/>
              <a:gdLst>
                <a:gd name="T0" fmla="*/ 40 w 105"/>
                <a:gd name="T1" fmla="*/ 132 h 132"/>
                <a:gd name="T2" fmla="*/ 40 w 105"/>
                <a:gd name="T3" fmla="*/ 23 h 132"/>
                <a:gd name="T4" fmla="*/ 0 w 105"/>
                <a:gd name="T5" fmla="*/ 23 h 132"/>
                <a:gd name="T6" fmla="*/ 0 w 105"/>
                <a:gd name="T7" fmla="*/ 0 h 132"/>
                <a:gd name="T8" fmla="*/ 105 w 105"/>
                <a:gd name="T9" fmla="*/ 0 h 132"/>
                <a:gd name="T10" fmla="*/ 105 w 105"/>
                <a:gd name="T11" fmla="*/ 23 h 132"/>
                <a:gd name="T12" fmla="*/ 66 w 105"/>
                <a:gd name="T13" fmla="*/ 23 h 132"/>
                <a:gd name="T14" fmla="*/ 66 w 105"/>
                <a:gd name="T15" fmla="*/ 132 h 132"/>
                <a:gd name="T16" fmla="*/ 40 w 105"/>
                <a:gd name="T17" fmla="*/ 132 h 1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05" h="132">
                  <a:moveTo>
                    <a:pt x="40" y="132"/>
                  </a:moveTo>
                  <a:lnTo>
                    <a:pt x="40" y="23"/>
                  </a:lnTo>
                  <a:lnTo>
                    <a:pt x="0" y="23"/>
                  </a:lnTo>
                  <a:lnTo>
                    <a:pt x="0" y="0"/>
                  </a:lnTo>
                  <a:lnTo>
                    <a:pt x="105" y="0"/>
                  </a:lnTo>
                  <a:lnTo>
                    <a:pt x="105" y="23"/>
                  </a:lnTo>
                  <a:lnTo>
                    <a:pt x="66" y="23"/>
                  </a:lnTo>
                  <a:lnTo>
                    <a:pt x="66" y="132"/>
                  </a:lnTo>
                  <a:lnTo>
                    <a:pt x="40" y="132"/>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nchor="ctr"/>
            <a:lstStyle/>
            <a:p>
              <a:pPr algn="ctr"/>
              <a:endParaRPr>
                <a:solidFill>
                  <a:schemeClr val="accent1"/>
                </a:solidFill>
              </a:endParaRPr>
            </a:p>
          </p:txBody>
        </p:sp>
        <p:sp>
          <p:nvSpPr>
            <p:cNvPr id="126" name="işļídè">
              <a:extLst>
                <a:ext uri="{FF2B5EF4-FFF2-40B4-BE49-F238E27FC236}">
                  <a16:creationId xmlns:a16="http://schemas.microsoft.com/office/drawing/2014/main" xmlns="" id="{41E98826-FFF7-4209-B86F-5038C25269DC}"/>
                </a:ext>
              </a:extLst>
            </p:cNvPr>
            <p:cNvSpPr/>
            <p:nvPr/>
          </p:nvSpPr>
          <p:spPr bwMode="auto">
            <a:xfrm>
              <a:off x="5675882" y="1624325"/>
              <a:ext cx="84803" cy="92512"/>
            </a:xfrm>
            <a:custGeom>
              <a:avLst/>
              <a:gdLst>
                <a:gd name="T0" fmla="*/ 46 w 121"/>
                <a:gd name="T1" fmla="*/ 132 h 132"/>
                <a:gd name="T2" fmla="*/ 46 w 121"/>
                <a:gd name="T3" fmla="*/ 79 h 132"/>
                <a:gd name="T4" fmla="*/ 0 w 121"/>
                <a:gd name="T5" fmla="*/ 0 h 132"/>
                <a:gd name="T6" fmla="*/ 30 w 121"/>
                <a:gd name="T7" fmla="*/ 0 h 132"/>
                <a:gd name="T8" fmla="*/ 62 w 121"/>
                <a:gd name="T9" fmla="*/ 53 h 132"/>
                <a:gd name="T10" fmla="*/ 92 w 121"/>
                <a:gd name="T11" fmla="*/ 0 h 132"/>
                <a:gd name="T12" fmla="*/ 121 w 121"/>
                <a:gd name="T13" fmla="*/ 0 h 132"/>
                <a:gd name="T14" fmla="*/ 75 w 121"/>
                <a:gd name="T15" fmla="*/ 79 h 132"/>
                <a:gd name="T16" fmla="*/ 75 w 121"/>
                <a:gd name="T17" fmla="*/ 132 h 132"/>
                <a:gd name="T18" fmla="*/ 46 w 121"/>
                <a:gd name="T19" fmla="*/ 132 h 1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21" h="132">
                  <a:moveTo>
                    <a:pt x="46" y="132"/>
                  </a:moveTo>
                  <a:lnTo>
                    <a:pt x="46" y="79"/>
                  </a:lnTo>
                  <a:lnTo>
                    <a:pt x="0" y="0"/>
                  </a:lnTo>
                  <a:lnTo>
                    <a:pt x="30" y="0"/>
                  </a:lnTo>
                  <a:lnTo>
                    <a:pt x="62" y="53"/>
                  </a:lnTo>
                  <a:lnTo>
                    <a:pt x="92" y="0"/>
                  </a:lnTo>
                  <a:lnTo>
                    <a:pt x="121" y="0"/>
                  </a:lnTo>
                  <a:lnTo>
                    <a:pt x="75" y="79"/>
                  </a:lnTo>
                  <a:lnTo>
                    <a:pt x="75" y="132"/>
                  </a:lnTo>
                  <a:lnTo>
                    <a:pt x="46" y="132"/>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nchor="ctr"/>
            <a:lstStyle/>
            <a:p>
              <a:pPr algn="ctr"/>
              <a:endParaRPr>
                <a:solidFill>
                  <a:schemeClr val="accent1"/>
                </a:solidFill>
              </a:endParaRPr>
            </a:p>
          </p:txBody>
        </p:sp>
      </p:grpSp>
    </p:spTree>
    <p:extLst>
      <p:ext uri="{BB962C8B-B14F-4D97-AF65-F5344CB8AC3E}">
        <p14:creationId xmlns="" xmlns:p14="http://schemas.microsoft.com/office/powerpoint/2010/main" val="3301128934"/>
      </p:ext>
    </p:extLst>
  </p:cSld>
  <p:clrMapOvr>
    <a:masterClrMapping/>
  </p:clrMapOvr>
  <mc:AlternateContent xmlns:mc="http://schemas.openxmlformats.org/markup-compatibility/2006">
    <mc:Choice xmlns="" xmlns:p14="http://schemas.microsoft.com/office/powerpoint/2010/main" Requires="p14">
      <p:transition spd="slow" p14:dur="1600">
        <p14:conveyor dir="l"/>
      </p:transition>
    </mc:Choice>
    <mc:Fallback>
      <p:transition spd="slow">
        <p:fade/>
      </p:transition>
    </mc:Fallback>
  </mc:AlternateContent>
  <p:timing>
    <p:tnLst>
      <p:par>
        <p:cTn id="1" dur="indefinite" restart="never" nodeType="tmRoot"/>
      </p:par>
    </p:tn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6_标题幻灯片">
    <p:spTree>
      <p:nvGrpSpPr>
        <p:cNvPr id="1" name=""/>
        <p:cNvGrpSpPr/>
        <p:nvPr/>
      </p:nvGrpSpPr>
      <p:grpSpPr>
        <a:xfrm>
          <a:off x="0" y="0"/>
          <a:ext cx="0" cy="0"/>
          <a:chOff x="0" y="0"/>
          <a:chExt cx="0" cy="0"/>
        </a:xfrm>
      </p:grpSpPr>
      <p:sp>
        <p:nvSpPr>
          <p:cNvPr id="7" name="Picture Placeholder 7"/>
          <p:cNvSpPr>
            <a:spLocks noGrp="1"/>
          </p:cNvSpPr>
          <p:nvPr>
            <p:ph type="pic" sz="quarter" idx="17"/>
          </p:nvPr>
        </p:nvSpPr>
        <p:spPr>
          <a:xfrm>
            <a:off x="0" y="1201410"/>
            <a:ext cx="9144000" cy="188115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lvl1pPr marL="0" indent="0">
              <a:buFontTx/>
              <a:buNone/>
              <a:defRPr lang="en-US" sz="1050">
                <a:solidFill>
                  <a:schemeClr val="tx1">
                    <a:lumMod val="85000"/>
                    <a:lumOff val="15000"/>
                  </a:schemeClr>
                </a:solidFill>
              </a:defRPr>
            </a:lvl1pPr>
          </a:lstStyle>
          <a:p>
            <a:pPr marL="0" lvl="0" algn="ctr"/>
            <a:endParaRPr lang="en-US"/>
          </a:p>
        </p:txBody>
      </p:sp>
      <p:sp>
        <p:nvSpPr>
          <p:cNvPr id="121" name="Slide Number Placeholder 5">
            <a:extLst>
              <a:ext uri="{FF2B5EF4-FFF2-40B4-BE49-F238E27FC236}">
                <a16:creationId xmlns:a16="http://schemas.microsoft.com/office/drawing/2014/main" xmlns="" id="{67C4579C-9306-4343-A176-B318B4BA3972}"/>
              </a:ext>
            </a:extLst>
          </p:cNvPr>
          <p:cNvSpPr>
            <a:spLocks noGrp="1"/>
          </p:cNvSpPr>
          <p:nvPr>
            <p:ph type="sldNum" sz="quarter" idx="12"/>
          </p:nvPr>
        </p:nvSpPr>
        <p:spPr>
          <a:xfrm>
            <a:off x="6855639" y="4748135"/>
            <a:ext cx="2057400" cy="273844"/>
          </a:xfrm>
        </p:spPr>
        <p:txBody>
          <a:bodyPr/>
          <a:lstStyle>
            <a:lvl1pPr>
              <a:defRPr sz="1100">
                <a:solidFill>
                  <a:schemeClr val="tx1">
                    <a:lumMod val="85000"/>
                    <a:lumOff val="15000"/>
                  </a:schemeClr>
                </a:solidFill>
                <a:latin typeface="+mj-ea"/>
                <a:ea typeface="+mj-ea"/>
              </a:defRPr>
            </a:lvl1pPr>
          </a:lstStyle>
          <a:p>
            <a:fld id="{ACBECEF1-1935-4692-9C86-5FD89D9EDF46}" type="slidenum">
              <a:rPr lang="zh-CN" altLang="en-US" smtClean="0"/>
              <a:pPr/>
              <a:t>‹#›</a:t>
            </a:fld>
            <a:endParaRPr lang="zh-CN" altLang="en-US"/>
          </a:p>
        </p:txBody>
      </p:sp>
      <p:grpSp>
        <p:nvGrpSpPr>
          <p:cNvPr id="31" name="组合 30">
            <a:extLst>
              <a:ext uri="{FF2B5EF4-FFF2-40B4-BE49-F238E27FC236}">
                <a16:creationId xmlns:a16="http://schemas.microsoft.com/office/drawing/2014/main" xmlns="" id="{FC8F5ACF-7AFE-47CC-8B18-9B90970749B1}"/>
              </a:ext>
            </a:extLst>
          </p:cNvPr>
          <p:cNvGrpSpPr/>
          <p:nvPr userDrawn="1"/>
        </p:nvGrpSpPr>
        <p:grpSpPr>
          <a:xfrm>
            <a:off x="207378" y="4666267"/>
            <a:ext cx="1253123" cy="407703"/>
            <a:chOff x="3302807" y="1034911"/>
            <a:chExt cx="2457878" cy="799669"/>
          </a:xfrm>
          <a:solidFill>
            <a:schemeClr val="accent1"/>
          </a:solidFill>
        </p:grpSpPr>
        <p:sp>
          <p:nvSpPr>
            <p:cNvPr id="32" name="íṡḷîḍê">
              <a:extLst>
                <a:ext uri="{FF2B5EF4-FFF2-40B4-BE49-F238E27FC236}">
                  <a16:creationId xmlns:a16="http://schemas.microsoft.com/office/drawing/2014/main" xmlns="" id="{AE22A737-0C3E-4C86-B6E7-D2A3C42937C8}"/>
                </a:ext>
              </a:extLst>
            </p:cNvPr>
            <p:cNvSpPr/>
            <p:nvPr/>
          </p:nvSpPr>
          <p:spPr bwMode="auto">
            <a:xfrm>
              <a:off x="3518669" y="1287918"/>
              <a:ext cx="364442" cy="336408"/>
            </a:xfrm>
            <a:custGeom>
              <a:avLst/>
              <a:gdLst>
                <a:gd name="T0" fmla="*/ 154 w 159"/>
                <a:gd name="T1" fmla="*/ 43 h 146"/>
                <a:gd name="T2" fmla="*/ 133 w 159"/>
                <a:gd name="T3" fmla="*/ 41 h 146"/>
                <a:gd name="T4" fmla="*/ 159 w 159"/>
                <a:gd name="T5" fmla="*/ 25 h 146"/>
                <a:gd name="T6" fmla="*/ 133 w 159"/>
                <a:gd name="T7" fmla="*/ 24 h 146"/>
                <a:gd name="T8" fmla="*/ 97 w 159"/>
                <a:gd name="T9" fmla="*/ 38 h 146"/>
                <a:gd name="T10" fmla="*/ 106 w 159"/>
                <a:gd name="T11" fmla="*/ 24 h 146"/>
                <a:gd name="T12" fmla="*/ 72 w 159"/>
                <a:gd name="T13" fmla="*/ 34 h 146"/>
                <a:gd name="T14" fmla="*/ 66 w 159"/>
                <a:gd name="T15" fmla="*/ 36 h 146"/>
                <a:gd name="T16" fmla="*/ 0 w 159"/>
                <a:gd name="T17" fmla="*/ 23 h 146"/>
                <a:gd name="T18" fmla="*/ 28 w 159"/>
                <a:gd name="T19" fmla="*/ 34 h 146"/>
                <a:gd name="T20" fmla="*/ 30 w 159"/>
                <a:gd name="T21" fmla="*/ 41 h 146"/>
                <a:gd name="T22" fmla="*/ 11 w 159"/>
                <a:gd name="T23" fmla="*/ 40 h 146"/>
                <a:gd name="T24" fmla="*/ 41 w 159"/>
                <a:gd name="T25" fmla="*/ 60 h 146"/>
                <a:gd name="T26" fmla="*/ 24 w 159"/>
                <a:gd name="T27" fmla="*/ 60 h 146"/>
                <a:gd name="T28" fmla="*/ 46 w 159"/>
                <a:gd name="T29" fmla="*/ 79 h 146"/>
                <a:gd name="T30" fmla="*/ 35 w 159"/>
                <a:gd name="T31" fmla="*/ 78 h 146"/>
                <a:gd name="T32" fmla="*/ 54 w 159"/>
                <a:gd name="T33" fmla="*/ 92 h 146"/>
                <a:gd name="T34" fmla="*/ 54 w 159"/>
                <a:gd name="T35" fmla="*/ 96 h 146"/>
                <a:gd name="T36" fmla="*/ 46 w 159"/>
                <a:gd name="T37" fmla="*/ 96 h 146"/>
                <a:gd name="T38" fmla="*/ 64 w 159"/>
                <a:gd name="T39" fmla="*/ 108 h 146"/>
                <a:gd name="T40" fmla="*/ 64 w 159"/>
                <a:gd name="T41" fmla="*/ 114 h 146"/>
                <a:gd name="T42" fmla="*/ 60 w 159"/>
                <a:gd name="T43" fmla="*/ 115 h 146"/>
                <a:gd name="T44" fmla="*/ 81 w 159"/>
                <a:gd name="T45" fmla="*/ 146 h 146"/>
                <a:gd name="T46" fmla="*/ 103 w 159"/>
                <a:gd name="T47" fmla="*/ 117 h 146"/>
                <a:gd name="T48" fmla="*/ 98 w 159"/>
                <a:gd name="T49" fmla="*/ 114 h 146"/>
                <a:gd name="T50" fmla="*/ 99 w 159"/>
                <a:gd name="T51" fmla="*/ 107 h 146"/>
                <a:gd name="T52" fmla="*/ 115 w 159"/>
                <a:gd name="T53" fmla="*/ 97 h 146"/>
                <a:gd name="T54" fmla="*/ 112 w 159"/>
                <a:gd name="T55" fmla="*/ 92 h 146"/>
                <a:gd name="T56" fmla="*/ 131 w 159"/>
                <a:gd name="T57" fmla="*/ 79 h 146"/>
                <a:gd name="T58" fmla="*/ 119 w 159"/>
                <a:gd name="T59" fmla="*/ 79 h 146"/>
                <a:gd name="T60" fmla="*/ 117 w 159"/>
                <a:gd name="T61" fmla="*/ 75 h 146"/>
                <a:gd name="T62" fmla="*/ 141 w 159"/>
                <a:gd name="T63" fmla="*/ 59 h 146"/>
                <a:gd name="T64" fmla="*/ 125 w 159"/>
                <a:gd name="T65" fmla="*/ 58 h 146"/>
                <a:gd name="T66" fmla="*/ 124 w 159"/>
                <a:gd name="T67" fmla="*/ 54 h 146"/>
                <a:gd name="T68" fmla="*/ 154 w 159"/>
                <a:gd name="T69" fmla="*/ 43 h 1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159" h="146">
                  <a:moveTo>
                    <a:pt x="154" y="43"/>
                  </a:moveTo>
                  <a:cubicBezTo>
                    <a:pt x="133" y="41"/>
                    <a:pt x="133" y="41"/>
                    <a:pt x="133" y="41"/>
                  </a:cubicBezTo>
                  <a:cubicBezTo>
                    <a:pt x="137" y="34"/>
                    <a:pt x="155" y="37"/>
                    <a:pt x="159" y="25"/>
                  </a:cubicBezTo>
                  <a:cubicBezTo>
                    <a:pt x="133" y="24"/>
                    <a:pt x="133" y="24"/>
                    <a:pt x="133" y="24"/>
                  </a:cubicBezTo>
                  <a:cubicBezTo>
                    <a:pt x="114" y="21"/>
                    <a:pt x="107" y="39"/>
                    <a:pt x="97" y="38"/>
                  </a:cubicBezTo>
                  <a:cubicBezTo>
                    <a:pt x="88" y="29"/>
                    <a:pt x="100" y="28"/>
                    <a:pt x="106" y="24"/>
                  </a:cubicBezTo>
                  <a:cubicBezTo>
                    <a:pt x="80" y="0"/>
                    <a:pt x="72" y="32"/>
                    <a:pt x="72" y="34"/>
                  </a:cubicBezTo>
                  <a:cubicBezTo>
                    <a:pt x="71" y="37"/>
                    <a:pt x="68" y="38"/>
                    <a:pt x="66" y="36"/>
                  </a:cubicBezTo>
                  <a:cubicBezTo>
                    <a:pt x="58" y="12"/>
                    <a:pt x="33" y="22"/>
                    <a:pt x="0" y="23"/>
                  </a:cubicBezTo>
                  <a:cubicBezTo>
                    <a:pt x="8" y="31"/>
                    <a:pt x="17" y="32"/>
                    <a:pt x="28" y="34"/>
                  </a:cubicBezTo>
                  <a:cubicBezTo>
                    <a:pt x="30" y="36"/>
                    <a:pt x="32" y="38"/>
                    <a:pt x="30" y="41"/>
                  </a:cubicBezTo>
                  <a:cubicBezTo>
                    <a:pt x="11" y="40"/>
                    <a:pt x="11" y="40"/>
                    <a:pt x="11" y="40"/>
                  </a:cubicBezTo>
                  <a:cubicBezTo>
                    <a:pt x="19" y="58"/>
                    <a:pt x="35" y="49"/>
                    <a:pt x="41" y="60"/>
                  </a:cubicBezTo>
                  <a:cubicBezTo>
                    <a:pt x="24" y="60"/>
                    <a:pt x="24" y="60"/>
                    <a:pt x="24" y="60"/>
                  </a:cubicBezTo>
                  <a:cubicBezTo>
                    <a:pt x="25" y="75"/>
                    <a:pt x="41" y="68"/>
                    <a:pt x="46" y="79"/>
                  </a:cubicBezTo>
                  <a:cubicBezTo>
                    <a:pt x="35" y="78"/>
                    <a:pt x="35" y="78"/>
                    <a:pt x="35" y="78"/>
                  </a:cubicBezTo>
                  <a:cubicBezTo>
                    <a:pt x="40" y="90"/>
                    <a:pt x="48" y="91"/>
                    <a:pt x="54" y="92"/>
                  </a:cubicBezTo>
                  <a:cubicBezTo>
                    <a:pt x="54" y="96"/>
                    <a:pt x="54" y="96"/>
                    <a:pt x="54" y="96"/>
                  </a:cubicBezTo>
                  <a:cubicBezTo>
                    <a:pt x="46" y="96"/>
                    <a:pt x="46" y="96"/>
                    <a:pt x="46" y="96"/>
                  </a:cubicBezTo>
                  <a:cubicBezTo>
                    <a:pt x="46" y="104"/>
                    <a:pt x="57" y="109"/>
                    <a:pt x="64" y="108"/>
                  </a:cubicBezTo>
                  <a:cubicBezTo>
                    <a:pt x="64" y="114"/>
                    <a:pt x="64" y="114"/>
                    <a:pt x="64" y="114"/>
                  </a:cubicBezTo>
                  <a:cubicBezTo>
                    <a:pt x="60" y="115"/>
                    <a:pt x="60" y="115"/>
                    <a:pt x="60" y="115"/>
                  </a:cubicBezTo>
                  <a:cubicBezTo>
                    <a:pt x="81" y="146"/>
                    <a:pt x="81" y="146"/>
                    <a:pt x="81" y="146"/>
                  </a:cubicBezTo>
                  <a:cubicBezTo>
                    <a:pt x="103" y="117"/>
                    <a:pt x="103" y="117"/>
                    <a:pt x="103" y="117"/>
                  </a:cubicBezTo>
                  <a:cubicBezTo>
                    <a:pt x="98" y="114"/>
                    <a:pt x="98" y="114"/>
                    <a:pt x="98" y="114"/>
                  </a:cubicBezTo>
                  <a:cubicBezTo>
                    <a:pt x="99" y="107"/>
                    <a:pt x="99" y="107"/>
                    <a:pt x="99" y="107"/>
                  </a:cubicBezTo>
                  <a:cubicBezTo>
                    <a:pt x="105" y="108"/>
                    <a:pt x="111" y="106"/>
                    <a:pt x="115" y="97"/>
                  </a:cubicBezTo>
                  <a:cubicBezTo>
                    <a:pt x="114" y="95"/>
                    <a:pt x="99" y="99"/>
                    <a:pt x="112" y="92"/>
                  </a:cubicBezTo>
                  <a:cubicBezTo>
                    <a:pt x="120" y="91"/>
                    <a:pt x="125" y="85"/>
                    <a:pt x="131" y="79"/>
                  </a:cubicBezTo>
                  <a:cubicBezTo>
                    <a:pt x="119" y="79"/>
                    <a:pt x="119" y="79"/>
                    <a:pt x="119" y="79"/>
                  </a:cubicBezTo>
                  <a:cubicBezTo>
                    <a:pt x="117" y="78"/>
                    <a:pt x="116" y="76"/>
                    <a:pt x="117" y="75"/>
                  </a:cubicBezTo>
                  <a:cubicBezTo>
                    <a:pt x="125" y="74"/>
                    <a:pt x="137" y="70"/>
                    <a:pt x="141" y="59"/>
                  </a:cubicBezTo>
                  <a:cubicBezTo>
                    <a:pt x="125" y="58"/>
                    <a:pt x="125" y="58"/>
                    <a:pt x="125" y="58"/>
                  </a:cubicBezTo>
                  <a:cubicBezTo>
                    <a:pt x="122" y="57"/>
                    <a:pt x="123" y="55"/>
                    <a:pt x="124" y="54"/>
                  </a:cubicBezTo>
                  <a:cubicBezTo>
                    <a:pt x="134" y="54"/>
                    <a:pt x="145" y="50"/>
                    <a:pt x="154" y="43"/>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nchor="ctr"/>
            <a:lstStyle/>
            <a:p>
              <a:pPr algn="ctr"/>
              <a:endParaRPr>
                <a:solidFill>
                  <a:schemeClr val="accent1"/>
                </a:solidFill>
              </a:endParaRPr>
            </a:p>
          </p:txBody>
        </p:sp>
        <p:sp>
          <p:nvSpPr>
            <p:cNvPr id="33" name="íŝḻiḍè">
              <a:extLst>
                <a:ext uri="{FF2B5EF4-FFF2-40B4-BE49-F238E27FC236}">
                  <a16:creationId xmlns:a16="http://schemas.microsoft.com/office/drawing/2014/main" xmlns="" id="{1D32C6C4-A3A3-4247-B484-3C05D9F135AE}"/>
                </a:ext>
              </a:extLst>
            </p:cNvPr>
            <p:cNvSpPr/>
            <p:nvPr/>
          </p:nvSpPr>
          <p:spPr bwMode="auto">
            <a:xfrm>
              <a:off x="3344157" y="1504480"/>
              <a:ext cx="93914" cy="74290"/>
            </a:xfrm>
            <a:custGeom>
              <a:avLst/>
              <a:gdLst>
                <a:gd name="T0" fmla="*/ 6 w 41"/>
                <a:gd name="T1" fmla="*/ 15 h 32"/>
                <a:gd name="T2" fmla="*/ 9 w 41"/>
                <a:gd name="T3" fmla="*/ 16 h 32"/>
                <a:gd name="T4" fmla="*/ 37 w 41"/>
                <a:gd name="T5" fmla="*/ 18 h 32"/>
                <a:gd name="T6" fmla="*/ 41 w 41"/>
                <a:gd name="T7" fmla="*/ 16 h 32"/>
                <a:gd name="T8" fmla="*/ 32 w 41"/>
                <a:gd name="T9" fmla="*/ 0 h 32"/>
                <a:gd name="T10" fmla="*/ 28 w 41"/>
                <a:gd name="T11" fmla="*/ 1 h 32"/>
                <a:gd name="T12" fmla="*/ 35 w 41"/>
                <a:gd name="T13" fmla="*/ 14 h 32"/>
                <a:gd name="T14" fmla="*/ 30 w 41"/>
                <a:gd name="T15" fmla="*/ 13 h 32"/>
                <a:gd name="T16" fmla="*/ 4 w 41"/>
                <a:gd name="T17" fmla="*/ 12 h 32"/>
                <a:gd name="T18" fmla="*/ 0 w 41"/>
                <a:gd name="T19" fmla="*/ 14 h 32"/>
                <a:gd name="T20" fmla="*/ 10 w 41"/>
                <a:gd name="T21" fmla="*/ 32 h 32"/>
                <a:gd name="T22" fmla="*/ 14 w 41"/>
                <a:gd name="T23" fmla="*/ 30 h 32"/>
                <a:gd name="T24" fmla="*/ 6 w 41"/>
                <a:gd name="T25" fmla="*/ 15 h 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1" h="32">
                  <a:moveTo>
                    <a:pt x="6" y="15"/>
                  </a:moveTo>
                  <a:cubicBezTo>
                    <a:pt x="9" y="16"/>
                    <a:pt x="9" y="16"/>
                    <a:pt x="9" y="16"/>
                  </a:cubicBezTo>
                  <a:cubicBezTo>
                    <a:pt x="37" y="18"/>
                    <a:pt x="37" y="18"/>
                    <a:pt x="37" y="18"/>
                  </a:cubicBezTo>
                  <a:cubicBezTo>
                    <a:pt x="41" y="16"/>
                    <a:pt x="41" y="16"/>
                    <a:pt x="41" y="16"/>
                  </a:cubicBezTo>
                  <a:cubicBezTo>
                    <a:pt x="32" y="0"/>
                    <a:pt x="32" y="0"/>
                    <a:pt x="32" y="0"/>
                  </a:cubicBezTo>
                  <a:cubicBezTo>
                    <a:pt x="28" y="1"/>
                    <a:pt x="28" y="1"/>
                    <a:pt x="28" y="1"/>
                  </a:cubicBezTo>
                  <a:cubicBezTo>
                    <a:pt x="35" y="14"/>
                    <a:pt x="35" y="14"/>
                    <a:pt x="35" y="14"/>
                  </a:cubicBezTo>
                  <a:cubicBezTo>
                    <a:pt x="34" y="14"/>
                    <a:pt x="32" y="14"/>
                    <a:pt x="30" y="13"/>
                  </a:cubicBezTo>
                  <a:cubicBezTo>
                    <a:pt x="4" y="12"/>
                    <a:pt x="4" y="12"/>
                    <a:pt x="4" y="12"/>
                  </a:cubicBezTo>
                  <a:cubicBezTo>
                    <a:pt x="0" y="14"/>
                    <a:pt x="0" y="14"/>
                    <a:pt x="0" y="14"/>
                  </a:cubicBezTo>
                  <a:cubicBezTo>
                    <a:pt x="10" y="32"/>
                    <a:pt x="10" y="32"/>
                    <a:pt x="10" y="32"/>
                  </a:cubicBezTo>
                  <a:cubicBezTo>
                    <a:pt x="14" y="30"/>
                    <a:pt x="14" y="30"/>
                    <a:pt x="14" y="30"/>
                  </a:cubicBezTo>
                  <a:lnTo>
                    <a:pt x="6" y="1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nchor="ctr"/>
            <a:lstStyle/>
            <a:p>
              <a:pPr algn="ctr"/>
              <a:endParaRPr>
                <a:solidFill>
                  <a:schemeClr val="accent1"/>
                </a:solidFill>
              </a:endParaRPr>
            </a:p>
          </p:txBody>
        </p:sp>
        <p:sp>
          <p:nvSpPr>
            <p:cNvPr id="34" name="îS1iďê">
              <a:extLst>
                <a:ext uri="{FF2B5EF4-FFF2-40B4-BE49-F238E27FC236}">
                  <a16:creationId xmlns:a16="http://schemas.microsoft.com/office/drawing/2014/main" xmlns="" id="{3E578F01-A4D5-452C-B2A6-68E3286BEDD0}"/>
                </a:ext>
              </a:extLst>
            </p:cNvPr>
            <p:cNvSpPr/>
            <p:nvPr/>
          </p:nvSpPr>
          <p:spPr bwMode="auto">
            <a:xfrm>
              <a:off x="3369388" y="1550736"/>
              <a:ext cx="91811" cy="71487"/>
            </a:xfrm>
            <a:custGeom>
              <a:avLst/>
              <a:gdLst>
                <a:gd name="T0" fmla="*/ 128 w 131"/>
                <a:gd name="T1" fmla="*/ 46 h 102"/>
                <a:gd name="T2" fmla="*/ 85 w 131"/>
                <a:gd name="T3" fmla="*/ 66 h 102"/>
                <a:gd name="T4" fmla="*/ 66 w 131"/>
                <a:gd name="T5" fmla="*/ 30 h 102"/>
                <a:gd name="T6" fmla="*/ 108 w 131"/>
                <a:gd name="T7" fmla="*/ 10 h 102"/>
                <a:gd name="T8" fmla="*/ 105 w 131"/>
                <a:gd name="T9" fmla="*/ 0 h 102"/>
                <a:gd name="T10" fmla="*/ 0 w 131"/>
                <a:gd name="T11" fmla="*/ 46 h 102"/>
                <a:gd name="T12" fmla="*/ 7 w 131"/>
                <a:gd name="T13" fmla="*/ 56 h 102"/>
                <a:gd name="T14" fmla="*/ 56 w 131"/>
                <a:gd name="T15" fmla="*/ 33 h 102"/>
                <a:gd name="T16" fmla="*/ 72 w 131"/>
                <a:gd name="T17" fmla="*/ 73 h 102"/>
                <a:gd name="T18" fmla="*/ 23 w 131"/>
                <a:gd name="T19" fmla="*/ 92 h 102"/>
                <a:gd name="T20" fmla="*/ 30 w 131"/>
                <a:gd name="T21" fmla="*/ 102 h 102"/>
                <a:gd name="T22" fmla="*/ 131 w 131"/>
                <a:gd name="T23" fmla="*/ 56 h 102"/>
                <a:gd name="T24" fmla="*/ 128 w 131"/>
                <a:gd name="T25" fmla="*/ 46 h 10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1" h="102">
                  <a:moveTo>
                    <a:pt x="128" y="46"/>
                  </a:moveTo>
                  <a:lnTo>
                    <a:pt x="85" y="66"/>
                  </a:lnTo>
                  <a:lnTo>
                    <a:pt x="66" y="30"/>
                  </a:lnTo>
                  <a:lnTo>
                    <a:pt x="108" y="10"/>
                  </a:lnTo>
                  <a:lnTo>
                    <a:pt x="105" y="0"/>
                  </a:lnTo>
                  <a:lnTo>
                    <a:pt x="0" y="46"/>
                  </a:lnTo>
                  <a:lnTo>
                    <a:pt x="7" y="56"/>
                  </a:lnTo>
                  <a:lnTo>
                    <a:pt x="56" y="33"/>
                  </a:lnTo>
                  <a:lnTo>
                    <a:pt x="72" y="73"/>
                  </a:lnTo>
                  <a:lnTo>
                    <a:pt x="23" y="92"/>
                  </a:lnTo>
                  <a:lnTo>
                    <a:pt x="30" y="102"/>
                  </a:lnTo>
                  <a:lnTo>
                    <a:pt x="131" y="56"/>
                  </a:lnTo>
                  <a:lnTo>
                    <a:pt x="128" y="46"/>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nchor="ctr"/>
            <a:lstStyle/>
            <a:p>
              <a:pPr algn="ctr"/>
              <a:endParaRPr>
                <a:solidFill>
                  <a:schemeClr val="accent1"/>
                </a:solidFill>
              </a:endParaRPr>
            </a:p>
          </p:txBody>
        </p:sp>
        <p:sp>
          <p:nvSpPr>
            <p:cNvPr id="35" name="i$ḷíḓe">
              <a:extLst>
                <a:ext uri="{FF2B5EF4-FFF2-40B4-BE49-F238E27FC236}">
                  <a16:creationId xmlns:a16="http://schemas.microsoft.com/office/drawing/2014/main" xmlns="" id="{A4BD5419-2CBC-4167-A4FF-74B48F3FA998}"/>
                </a:ext>
              </a:extLst>
            </p:cNvPr>
            <p:cNvSpPr/>
            <p:nvPr/>
          </p:nvSpPr>
          <p:spPr bwMode="auto">
            <a:xfrm>
              <a:off x="3394618" y="1599095"/>
              <a:ext cx="91811" cy="71487"/>
            </a:xfrm>
            <a:custGeom>
              <a:avLst/>
              <a:gdLst>
                <a:gd name="T0" fmla="*/ 72 w 131"/>
                <a:gd name="T1" fmla="*/ 76 h 102"/>
                <a:gd name="T2" fmla="*/ 85 w 131"/>
                <a:gd name="T3" fmla="*/ 69 h 102"/>
                <a:gd name="T4" fmla="*/ 66 w 131"/>
                <a:gd name="T5" fmla="*/ 30 h 102"/>
                <a:gd name="T6" fmla="*/ 98 w 131"/>
                <a:gd name="T7" fmla="*/ 17 h 102"/>
                <a:gd name="T8" fmla="*/ 118 w 131"/>
                <a:gd name="T9" fmla="*/ 56 h 102"/>
                <a:gd name="T10" fmla="*/ 131 w 131"/>
                <a:gd name="T11" fmla="*/ 53 h 102"/>
                <a:gd name="T12" fmla="*/ 105 w 131"/>
                <a:gd name="T13" fmla="*/ 0 h 102"/>
                <a:gd name="T14" fmla="*/ 0 w 131"/>
                <a:gd name="T15" fmla="*/ 50 h 102"/>
                <a:gd name="T16" fmla="*/ 30 w 131"/>
                <a:gd name="T17" fmla="*/ 102 h 102"/>
                <a:gd name="T18" fmla="*/ 39 w 131"/>
                <a:gd name="T19" fmla="*/ 96 h 102"/>
                <a:gd name="T20" fmla="*/ 20 w 131"/>
                <a:gd name="T21" fmla="*/ 53 h 102"/>
                <a:gd name="T22" fmla="*/ 52 w 131"/>
                <a:gd name="T23" fmla="*/ 36 h 102"/>
                <a:gd name="T24" fmla="*/ 72 w 131"/>
                <a:gd name="T25" fmla="*/ 76 h 10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1" h="102">
                  <a:moveTo>
                    <a:pt x="72" y="76"/>
                  </a:moveTo>
                  <a:lnTo>
                    <a:pt x="85" y="69"/>
                  </a:lnTo>
                  <a:lnTo>
                    <a:pt x="66" y="30"/>
                  </a:lnTo>
                  <a:lnTo>
                    <a:pt x="98" y="17"/>
                  </a:lnTo>
                  <a:lnTo>
                    <a:pt x="118" y="56"/>
                  </a:lnTo>
                  <a:lnTo>
                    <a:pt x="131" y="53"/>
                  </a:lnTo>
                  <a:lnTo>
                    <a:pt x="105" y="0"/>
                  </a:lnTo>
                  <a:lnTo>
                    <a:pt x="0" y="50"/>
                  </a:lnTo>
                  <a:lnTo>
                    <a:pt x="30" y="102"/>
                  </a:lnTo>
                  <a:lnTo>
                    <a:pt x="39" y="96"/>
                  </a:lnTo>
                  <a:lnTo>
                    <a:pt x="20" y="53"/>
                  </a:lnTo>
                  <a:lnTo>
                    <a:pt x="52" y="36"/>
                  </a:lnTo>
                  <a:lnTo>
                    <a:pt x="72" y="76"/>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nchor="ctr"/>
            <a:lstStyle/>
            <a:p>
              <a:pPr algn="ctr"/>
              <a:endParaRPr>
                <a:solidFill>
                  <a:schemeClr val="accent1"/>
                </a:solidFill>
              </a:endParaRPr>
            </a:p>
          </p:txBody>
        </p:sp>
        <p:sp>
          <p:nvSpPr>
            <p:cNvPr id="36" name="îş1íḍé">
              <a:extLst>
                <a:ext uri="{FF2B5EF4-FFF2-40B4-BE49-F238E27FC236}">
                  <a16:creationId xmlns:a16="http://schemas.microsoft.com/office/drawing/2014/main" xmlns="" id="{B6251E37-1DC9-4D13-9BD0-C8E504E364F3}"/>
                </a:ext>
              </a:extLst>
            </p:cNvPr>
            <p:cNvSpPr/>
            <p:nvPr/>
          </p:nvSpPr>
          <p:spPr bwMode="auto">
            <a:xfrm>
              <a:off x="3431063" y="1647453"/>
              <a:ext cx="73589" cy="53265"/>
            </a:xfrm>
            <a:custGeom>
              <a:avLst/>
              <a:gdLst>
                <a:gd name="T0" fmla="*/ 32 w 32"/>
                <a:gd name="T1" fmla="*/ 3 h 23"/>
                <a:gd name="T2" fmla="*/ 30 w 32"/>
                <a:gd name="T3" fmla="*/ 0 h 23"/>
                <a:gd name="T4" fmla="*/ 13 w 32"/>
                <a:gd name="T5" fmla="*/ 16 h 23"/>
                <a:gd name="T6" fmla="*/ 10 w 32"/>
                <a:gd name="T7" fmla="*/ 19 h 23"/>
                <a:gd name="T8" fmla="*/ 7 w 32"/>
                <a:gd name="T9" fmla="*/ 20 h 23"/>
                <a:gd name="T10" fmla="*/ 5 w 32"/>
                <a:gd name="T11" fmla="*/ 19 h 23"/>
                <a:gd name="T12" fmla="*/ 4 w 32"/>
                <a:gd name="T13" fmla="*/ 16 h 23"/>
                <a:gd name="T14" fmla="*/ 7 w 32"/>
                <a:gd name="T15" fmla="*/ 11 h 23"/>
                <a:gd name="T16" fmla="*/ 5 w 32"/>
                <a:gd name="T17" fmla="*/ 10 h 23"/>
                <a:gd name="T18" fmla="*/ 0 w 32"/>
                <a:gd name="T19" fmla="*/ 16 h 23"/>
                <a:gd name="T20" fmla="*/ 2 w 32"/>
                <a:gd name="T21" fmla="*/ 21 h 23"/>
                <a:gd name="T22" fmla="*/ 6 w 32"/>
                <a:gd name="T23" fmla="*/ 23 h 23"/>
                <a:gd name="T24" fmla="*/ 10 w 32"/>
                <a:gd name="T25" fmla="*/ 22 h 23"/>
                <a:gd name="T26" fmla="*/ 15 w 32"/>
                <a:gd name="T27" fmla="*/ 18 h 23"/>
                <a:gd name="T28" fmla="*/ 32 w 32"/>
                <a:gd name="T29" fmla="*/ 3 h 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32" h="23">
                  <a:moveTo>
                    <a:pt x="32" y="3"/>
                  </a:moveTo>
                  <a:cubicBezTo>
                    <a:pt x="30" y="0"/>
                    <a:pt x="30" y="0"/>
                    <a:pt x="30" y="0"/>
                  </a:cubicBezTo>
                  <a:cubicBezTo>
                    <a:pt x="13" y="16"/>
                    <a:pt x="13" y="16"/>
                    <a:pt x="13" y="16"/>
                  </a:cubicBezTo>
                  <a:cubicBezTo>
                    <a:pt x="11" y="18"/>
                    <a:pt x="10" y="19"/>
                    <a:pt x="10" y="19"/>
                  </a:cubicBezTo>
                  <a:cubicBezTo>
                    <a:pt x="9" y="19"/>
                    <a:pt x="8" y="20"/>
                    <a:pt x="7" y="20"/>
                  </a:cubicBezTo>
                  <a:cubicBezTo>
                    <a:pt x="6" y="20"/>
                    <a:pt x="6" y="19"/>
                    <a:pt x="5" y="19"/>
                  </a:cubicBezTo>
                  <a:cubicBezTo>
                    <a:pt x="4" y="18"/>
                    <a:pt x="4" y="17"/>
                    <a:pt x="4" y="16"/>
                  </a:cubicBezTo>
                  <a:cubicBezTo>
                    <a:pt x="4" y="15"/>
                    <a:pt x="6" y="13"/>
                    <a:pt x="7" y="11"/>
                  </a:cubicBezTo>
                  <a:cubicBezTo>
                    <a:pt x="5" y="10"/>
                    <a:pt x="5" y="10"/>
                    <a:pt x="5" y="10"/>
                  </a:cubicBezTo>
                  <a:cubicBezTo>
                    <a:pt x="2" y="12"/>
                    <a:pt x="1" y="14"/>
                    <a:pt x="0" y="16"/>
                  </a:cubicBezTo>
                  <a:cubicBezTo>
                    <a:pt x="0" y="18"/>
                    <a:pt x="1" y="20"/>
                    <a:pt x="2" y="21"/>
                  </a:cubicBezTo>
                  <a:cubicBezTo>
                    <a:pt x="3" y="22"/>
                    <a:pt x="4" y="23"/>
                    <a:pt x="6" y="23"/>
                  </a:cubicBezTo>
                  <a:cubicBezTo>
                    <a:pt x="7" y="23"/>
                    <a:pt x="9" y="23"/>
                    <a:pt x="10" y="22"/>
                  </a:cubicBezTo>
                  <a:cubicBezTo>
                    <a:pt x="12" y="22"/>
                    <a:pt x="13" y="20"/>
                    <a:pt x="15" y="18"/>
                  </a:cubicBezTo>
                  <a:lnTo>
                    <a:pt x="32" y="3"/>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nchor="ctr"/>
            <a:lstStyle/>
            <a:p>
              <a:pPr algn="ctr"/>
              <a:endParaRPr>
                <a:solidFill>
                  <a:schemeClr val="accent1"/>
                </a:solidFill>
              </a:endParaRPr>
            </a:p>
          </p:txBody>
        </p:sp>
        <p:sp>
          <p:nvSpPr>
            <p:cNvPr id="37" name="išḻïde">
              <a:extLst>
                <a:ext uri="{FF2B5EF4-FFF2-40B4-BE49-F238E27FC236}">
                  <a16:creationId xmlns:a16="http://schemas.microsoft.com/office/drawing/2014/main" xmlns="" id="{4BAA1AC3-66B9-49B2-ACED-D6D7172EC282}"/>
                </a:ext>
              </a:extLst>
            </p:cNvPr>
            <p:cNvSpPr/>
            <p:nvPr/>
          </p:nvSpPr>
          <p:spPr bwMode="auto">
            <a:xfrm>
              <a:off x="3465404" y="1659368"/>
              <a:ext cx="60273" cy="59572"/>
            </a:xfrm>
            <a:custGeom>
              <a:avLst/>
              <a:gdLst>
                <a:gd name="T0" fmla="*/ 79 w 86"/>
                <a:gd name="T1" fmla="*/ 0 h 85"/>
                <a:gd name="T2" fmla="*/ 0 w 86"/>
                <a:gd name="T3" fmla="*/ 79 h 85"/>
                <a:gd name="T4" fmla="*/ 7 w 86"/>
                <a:gd name="T5" fmla="*/ 85 h 85"/>
                <a:gd name="T6" fmla="*/ 86 w 86"/>
                <a:gd name="T7" fmla="*/ 6 h 85"/>
                <a:gd name="T8" fmla="*/ 79 w 86"/>
                <a:gd name="T9" fmla="*/ 0 h 85"/>
              </a:gdLst>
              <a:ahLst/>
              <a:cxnLst>
                <a:cxn ang="0">
                  <a:pos x="T0" y="T1"/>
                </a:cxn>
                <a:cxn ang="0">
                  <a:pos x="T2" y="T3"/>
                </a:cxn>
                <a:cxn ang="0">
                  <a:pos x="T4" y="T5"/>
                </a:cxn>
                <a:cxn ang="0">
                  <a:pos x="T6" y="T7"/>
                </a:cxn>
                <a:cxn ang="0">
                  <a:pos x="T8" y="T9"/>
                </a:cxn>
              </a:cxnLst>
              <a:rect l="0" t="0" r="r" b="b"/>
              <a:pathLst>
                <a:path w="86" h="85">
                  <a:moveTo>
                    <a:pt x="79" y="0"/>
                  </a:moveTo>
                  <a:lnTo>
                    <a:pt x="0" y="79"/>
                  </a:lnTo>
                  <a:lnTo>
                    <a:pt x="7" y="85"/>
                  </a:lnTo>
                  <a:lnTo>
                    <a:pt x="86" y="6"/>
                  </a:lnTo>
                  <a:lnTo>
                    <a:pt x="79" y="0"/>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nchor="ctr"/>
            <a:lstStyle/>
            <a:p>
              <a:pPr algn="ctr"/>
              <a:endParaRPr>
                <a:solidFill>
                  <a:schemeClr val="accent1"/>
                </a:solidFill>
              </a:endParaRPr>
            </a:p>
          </p:txBody>
        </p:sp>
        <p:sp>
          <p:nvSpPr>
            <p:cNvPr id="38" name="ís1ïḓè">
              <a:extLst>
                <a:ext uri="{FF2B5EF4-FFF2-40B4-BE49-F238E27FC236}">
                  <a16:creationId xmlns:a16="http://schemas.microsoft.com/office/drawing/2014/main" xmlns="" id="{D25CC410-4803-47A1-A381-535EF397C8FF}"/>
                </a:ext>
              </a:extLst>
            </p:cNvPr>
            <p:cNvSpPr/>
            <p:nvPr/>
          </p:nvSpPr>
          <p:spPr bwMode="auto">
            <a:xfrm>
              <a:off x="3477319" y="1675487"/>
              <a:ext cx="73589" cy="80598"/>
            </a:xfrm>
            <a:custGeom>
              <a:avLst/>
              <a:gdLst>
                <a:gd name="T0" fmla="*/ 29 w 32"/>
                <a:gd name="T1" fmla="*/ 0 h 35"/>
                <a:gd name="T2" fmla="*/ 0 w 32"/>
                <a:gd name="T3" fmla="*/ 21 h 35"/>
                <a:gd name="T4" fmla="*/ 3 w 32"/>
                <a:gd name="T5" fmla="*/ 23 h 35"/>
                <a:gd name="T6" fmla="*/ 12 w 32"/>
                <a:gd name="T7" fmla="*/ 17 h 35"/>
                <a:gd name="T8" fmla="*/ 20 w 32"/>
                <a:gd name="T9" fmla="*/ 23 h 35"/>
                <a:gd name="T10" fmla="*/ 16 w 32"/>
                <a:gd name="T11" fmla="*/ 33 h 35"/>
                <a:gd name="T12" fmla="*/ 19 w 32"/>
                <a:gd name="T13" fmla="*/ 35 h 35"/>
                <a:gd name="T14" fmla="*/ 32 w 32"/>
                <a:gd name="T15" fmla="*/ 3 h 35"/>
                <a:gd name="T16" fmla="*/ 29 w 32"/>
                <a:gd name="T17" fmla="*/ 0 h 35"/>
                <a:gd name="T18" fmla="*/ 25 w 32"/>
                <a:gd name="T19" fmla="*/ 11 h 35"/>
                <a:gd name="T20" fmla="*/ 22 w 32"/>
                <a:gd name="T21" fmla="*/ 20 h 35"/>
                <a:gd name="T22" fmla="*/ 15 w 32"/>
                <a:gd name="T23" fmla="*/ 15 h 35"/>
                <a:gd name="T24" fmla="*/ 23 w 32"/>
                <a:gd name="T25" fmla="*/ 8 h 35"/>
                <a:gd name="T26" fmla="*/ 28 w 32"/>
                <a:gd name="T27" fmla="*/ 4 h 35"/>
                <a:gd name="T28" fmla="*/ 25 w 32"/>
                <a:gd name="T29" fmla="*/ 11 h 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32" h="35">
                  <a:moveTo>
                    <a:pt x="29" y="0"/>
                  </a:moveTo>
                  <a:cubicBezTo>
                    <a:pt x="0" y="21"/>
                    <a:pt x="0" y="21"/>
                    <a:pt x="0" y="21"/>
                  </a:cubicBezTo>
                  <a:cubicBezTo>
                    <a:pt x="3" y="23"/>
                    <a:pt x="3" y="23"/>
                    <a:pt x="3" y="23"/>
                  </a:cubicBezTo>
                  <a:cubicBezTo>
                    <a:pt x="12" y="17"/>
                    <a:pt x="12" y="17"/>
                    <a:pt x="12" y="17"/>
                  </a:cubicBezTo>
                  <a:cubicBezTo>
                    <a:pt x="20" y="23"/>
                    <a:pt x="20" y="23"/>
                    <a:pt x="20" y="23"/>
                  </a:cubicBezTo>
                  <a:cubicBezTo>
                    <a:pt x="16" y="33"/>
                    <a:pt x="16" y="33"/>
                    <a:pt x="16" y="33"/>
                  </a:cubicBezTo>
                  <a:cubicBezTo>
                    <a:pt x="19" y="35"/>
                    <a:pt x="19" y="35"/>
                    <a:pt x="19" y="35"/>
                  </a:cubicBezTo>
                  <a:cubicBezTo>
                    <a:pt x="32" y="3"/>
                    <a:pt x="32" y="3"/>
                    <a:pt x="32" y="3"/>
                  </a:cubicBezTo>
                  <a:lnTo>
                    <a:pt x="29" y="0"/>
                  </a:lnTo>
                  <a:close/>
                  <a:moveTo>
                    <a:pt x="25" y="11"/>
                  </a:moveTo>
                  <a:cubicBezTo>
                    <a:pt x="22" y="20"/>
                    <a:pt x="22" y="20"/>
                    <a:pt x="22" y="20"/>
                  </a:cubicBezTo>
                  <a:cubicBezTo>
                    <a:pt x="15" y="15"/>
                    <a:pt x="15" y="15"/>
                    <a:pt x="15" y="15"/>
                  </a:cubicBezTo>
                  <a:cubicBezTo>
                    <a:pt x="23" y="8"/>
                    <a:pt x="23" y="8"/>
                    <a:pt x="23" y="8"/>
                  </a:cubicBezTo>
                  <a:cubicBezTo>
                    <a:pt x="25" y="7"/>
                    <a:pt x="27" y="6"/>
                    <a:pt x="28" y="4"/>
                  </a:cubicBezTo>
                  <a:cubicBezTo>
                    <a:pt x="28" y="6"/>
                    <a:pt x="27" y="8"/>
                    <a:pt x="25" y="11"/>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nchor="ctr"/>
            <a:lstStyle/>
            <a:p>
              <a:pPr algn="ctr"/>
              <a:endParaRPr>
                <a:solidFill>
                  <a:schemeClr val="accent1"/>
                </a:solidFill>
              </a:endParaRPr>
            </a:p>
          </p:txBody>
        </p:sp>
        <p:sp>
          <p:nvSpPr>
            <p:cNvPr id="39" name="ïṩlïďê">
              <a:extLst>
                <a:ext uri="{FF2B5EF4-FFF2-40B4-BE49-F238E27FC236}">
                  <a16:creationId xmlns:a16="http://schemas.microsoft.com/office/drawing/2014/main" xmlns="" id="{3810070B-99B3-440D-852F-76FA43281454}"/>
                </a:ext>
              </a:extLst>
            </p:cNvPr>
            <p:cNvSpPr/>
            <p:nvPr/>
          </p:nvSpPr>
          <p:spPr bwMode="auto">
            <a:xfrm>
              <a:off x="3529882" y="1688803"/>
              <a:ext cx="80598" cy="87606"/>
            </a:xfrm>
            <a:custGeom>
              <a:avLst/>
              <a:gdLst>
                <a:gd name="T0" fmla="*/ 108 w 115"/>
                <a:gd name="T1" fmla="*/ 27 h 125"/>
                <a:gd name="T2" fmla="*/ 62 w 115"/>
                <a:gd name="T3" fmla="*/ 102 h 125"/>
                <a:gd name="T4" fmla="*/ 69 w 115"/>
                <a:gd name="T5" fmla="*/ 7 h 125"/>
                <a:gd name="T6" fmla="*/ 59 w 115"/>
                <a:gd name="T7" fmla="*/ 0 h 125"/>
                <a:gd name="T8" fmla="*/ 0 w 115"/>
                <a:gd name="T9" fmla="*/ 96 h 125"/>
                <a:gd name="T10" fmla="*/ 10 w 115"/>
                <a:gd name="T11" fmla="*/ 99 h 125"/>
                <a:gd name="T12" fmla="*/ 56 w 115"/>
                <a:gd name="T13" fmla="*/ 27 h 125"/>
                <a:gd name="T14" fmla="*/ 49 w 115"/>
                <a:gd name="T15" fmla="*/ 122 h 125"/>
                <a:gd name="T16" fmla="*/ 59 w 115"/>
                <a:gd name="T17" fmla="*/ 125 h 125"/>
                <a:gd name="T18" fmla="*/ 115 w 115"/>
                <a:gd name="T19" fmla="*/ 33 h 125"/>
                <a:gd name="T20" fmla="*/ 108 w 115"/>
                <a:gd name="T21" fmla="*/ 27 h 1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15" h="125">
                  <a:moveTo>
                    <a:pt x="108" y="27"/>
                  </a:moveTo>
                  <a:lnTo>
                    <a:pt x="62" y="102"/>
                  </a:lnTo>
                  <a:lnTo>
                    <a:pt x="69" y="7"/>
                  </a:lnTo>
                  <a:lnTo>
                    <a:pt x="59" y="0"/>
                  </a:lnTo>
                  <a:lnTo>
                    <a:pt x="0" y="96"/>
                  </a:lnTo>
                  <a:lnTo>
                    <a:pt x="10" y="99"/>
                  </a:lnTo>
                  <a:lnTo>
                    <a:pt x="56" y="27"/>
                  </a:lnTo>
                  <a:lnTo>
                    <a:pt x="49" y="122"/>
                  </a:lnTo>
                  <a:lnTo>
                    <a:pt x="59" y="125"/>
                  </a:lnTo>
                  <a:lnTo>
                    <a:pt x="115" y="33"/>
                  </a:lnTo>
                  <a:lnTo>
                    <a:pt x="108" y="27"/>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nchor="ctr"/>
            <a:lstStyle/>
            <a:p>
              <a:pPr algn="ctr"/>
              <a:endParaRPr>
                <a:solidFill>
                  <a:schemeClr val="accent1"/>
                </a:solidFill>
              </a:endParaRPr>
            </a:p>
          </p:txBody>
        </p:sp>
        <p:sp>
          <p:nvSpPr>
            <p:cNvPr id="40" name="íSliḋê">
              <a:extLst>
                <a:ext uri="{FF2B5EF4-FFF2-40B4-BE49-F238E27FC236}">
                  <a16:creationId xmlns:a16="http://schemas.microsoft.com/office/drawing/2014/main" xmlns="" id="{220B921C-4AB9-4FA9-893D-B8694C104DAA}"/>
                </a:ext>
              </a:extLst>
            </p:cNvPr>
            <p:cNvSpPr/>
            <p:nvPr/>
          </p:nvSpPr>
          <p:spPr bwMode="auto">
            <a:xfrm>
              <a:off x="3594360" y="1714735"/>
              <a:ext cx="56769" cy="77794"/>
            </a:xfrm>
            <a:custGeom>
              <a:avLst/>
              <a:gdLst>
                <a:gd name="T0" fmla="*/ 19 w 25"/>
                <a:gd name="T1" fmla="*/ 1 h 34"/>
                <a:gd name="T2" fmla="*/ 13 w 25"/>
                <a:gd name="T3" fmla="*/ 1 h 34"/>
                <a:gd name="T4" fmla="*/ 8 w 25"/>
                <a:gd name="T5" fmla="*/ 5 h 34"/>
                <a:gd name="T6" fmla="*/ 3 w 25"/>
                <a:gd name="T7" fmla="*/ 13 h 34"/>
                <a:gd name="T8" fmla="*/ 1 w 25"/>
                <a:gd name="T9" fmla="*/ 22 h 34"/>
                <a:gd name="T10" fmla="*/ 2 w 25"/>
                <a:gd name="T11" fmla="*/ 29 h 34"/>
                <a:gd name="T12" fmla="*/ 6 w 25"/>
                <a:gd name="T13" fmla="*/ 33 h 34"/>
                <a:gd name="T14" fmla="*/ 11 w 25"/>
                <a:gd name="T15" fmla="*/ 33 h 34"/>
                <a:gd name="T16" fmla="*/ 17 w 25"/>
                <a:gd name="T17" fmla="*/ 31 h 34"/>
                <a:gd name="T18" fmla="*/ 21 w 25"/>
                <a:gd name="T19" fmla="*/ 20 h 34"/>
                <a:gd name="T20" fmla="*/ 13 w 25"/>
                <a:gd name="T21" fmla="*/ 17 h 34"/>
                <a:gd name="T22" fmla="*/ 11 w 25"/>
                <a:gd name="T23" fmla="*/ 20 h 34"/>
                <a:gd name="T24" fmla="*/ 17 w 25"/>
                <a:gd name="T25" fmla="*/ 22 h 34"/>
                <a:gd name="T26" fmla="*/ 15 w 25"/>
                <a:gd name="T27" fmla="*/ 28 h 34"/>
                <a:gd name="T28" fmla="*/ 12 w 25"/>
                <a:gd name="T29" fmla="*/ 29 h 34"/>
                <a:gd name="T30" fmla="*/ 8 w 25"/>
                <a:gd name="T31" fmla="*/ 29 h 34"/>
                <a:gd name="T32" fmla="*/ 5 w 25"/>
                <a:gd name="T33" fmla="*/ 26 h 34"/>
                <a:gd name="T34" fmla="*/ 4 w 25"/>
                <a:gd name="T35" fmla="*/ 21 h 34"/>
                <a:gd name="T36" fmla="*/ 6 w 25"/>
                <a:gd name="T37" fmla="*/ 14 h 34"/>
                <a:gd name="T38" fmla="*/ 9 w 25"/>
                <a:gd name="T39" fmla="*/ 8 h 34"/>
                <a:gd name="T40" fmla="*/ 11 w 25"/>
                <a:gd name="T41" fmla="*/ 5 h 34"/>
                <a:gd name="T42" fmla="*/ 15 w 25"/>
                <a:gd name="T43" fmla="*/ 4 h 34"/>
                <a:gd name="T44" fmla="*/ 18 w 25"/>
                <a:gd name="T45" fmla="*/ 4 h 34"/>
                <a:gd name="T46" fmla="*/ 20 w 25"/>
                <a:gd name="T47" fmla="*/ 6 h 34"/>
                <a:gd name="T48" fmla="*/ 21 w 25"/>
                <a:gd name="T49" fmla="*/ 9 h 34"/>
                <a:gd name="T50" fmla="*/ 21 w 25"/>
                <a:gd name="T51" fmla="*/ 13 h 34"/>
                <a:gd name="T52" fmla="*/ 24 w 25"/>
                <a:gd name="T53" fmla="*/ 13 h 34"/>
                <a:gd name="T54" fmla="*/ 24 w 25"/>
                <a:gd name="T55" fmla="*/ 7 h 34"/>
                <a:gd name="T56" fmla="*/ 23 w 25"/>
                <a:gd name="T57" fmla="*/ 3 h 34"/>
                <a:gd name="T58" fmla="*/ 19 w 25"/>
                <a:gd name="T59" fmla="*/ 1 h 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25" h="34">
                  <a:moveTo>
                    <a:pt x="19" y="1"/>
                  </a:moveTo>
                  <a:cubicBezTo>
                    <a:pt x="18" y="0"/>
                    <a:pt x="15" y="0"/>
                    <a:pt x="13" y="1"/>
                  </a:cubicBezTo>
                  <a:cubicBezTo>
                    <a:pt x="11" y="1"/>
                    <a:pt x="9" y="3"/>
                    <a:pt x="8" y="5"/>
                  </a:cubicBezTo>
                  <a:cubicBezTo>
                    <a:pt x="6" y="7"/>
                    <a:pt x="4" y="10"/>
                    <a:pt x="3" y="13"/>
                  </a:cubicBezTo>
                  <a:cubicBezTo>
                    <a:pt x="2" y="16"/>
                    <a:pt x="1" y="19"/>
                    <a:pt x="1" y="22"/>
                  </a:cubicBezTo>
                  <a:cubicBezTo>
                    <a:pt x="0" y="25"/>
                    <a:pt x="1" y="27"/>
                    <a:pt x="2" y="29"/>
                  </a:cubicBezTo>
                  <a:cubicBezTo>
                    <a:pt x="3" y="31"/>
                    <a:pt x="4" y="32"/>
                    <a:pt x="6" y="33"/>
                  </a:cubicBezTo>
                  <a:cubicBezTo>
                    <a:pt x="8" y="34"/>
                    <a:pt x="9" y="34"/>
                    <a:pt x="11" y="33"/>
                  </a:cubicBezTo>
                  <a:cubicBezTo>
                    <a:pt x="13" y="33"/>
                    <a:pt x="15" y="32"/>
                    <a:pt x="17" y="31"/>
                  </a:cubicBezTo>
                  <a:cubicBezTo>
                    <a:pt x="21" y="20"/>
                    <a:pt x="21" y="20"/>
                    <a:pt x="21" y="20"/>
                  </a:cubicBezTo>
                  <a:cubicBezTo>
                    <a:pt x="13" y="17"/>
                    <a:pt x="13" y="17"/>
                    <a:pt x="13" y="17"/>
                  </a:cubicBezTo>
                  <a:cubicBezTo>
                    <a:pt x="11" y="20"/>
                    <a:pt x="11" y="20"/>
                    <a:pt x="11" y="20"/>
                  </a:cubicBezTo>
                  <a:cubicBezTo>
                    <a:pt x="17" y="22"/>
                    <a:pt x="17" y="22"/>
                    <a:pt x="17" y="22"/>
                  </a:cubicBezTo>
                  <a:cubicBezTo>
                    <a:pt x="15" y="28"/>
                    <a:pt x="15" y="28"/>
                    <a:pt x="15" y="28"/>
                  </a:cubicBezTo>
                  <a:cubicBezTo>
                    <a:pt x="14" y="29"/>
                    <a:pt x="13" y="29"/>
                    <a:pt x="12" y="29"/>
                  </a:cubicBezTo>
                  <a:cubicBezTo>
                    <a:pt x="10" y="30"/>
                    <a:pt x="9" y="30"/>
                    <a:pt x="8" y="29"/>
                  </a:cubicBezTo>
                  <a:cubicBezTo>
                    <a:pt x="6" y="29"/>
                    <a:pt x="5" y="28"/>
                    <a:pt x="5" y="26"/>
                  </a:cubicBezTo>
                  <a:cubicBezTo>
                    <a:pt x="4" y="25"/>
                    <a:pt x="3" y="23"/>
                    <a:pt x="4" y="21"/>
                  </a:cubicBezTo>
                  <a:cubicBezTo>
                    <a:pt x="4" y="19"/>
                    <a:pt x="4" y="17"/>
                    <a:pt x="6" y="14"/>
                  </a:cubicBezTo>
                  <a:cubicBezTo>
                    <a:pt x="7" y="12"/>
                    <a:pt x="8" y="10"/>
                    <a:pt x="9" y="8"/>
                  </a:cubicBezTo>
                  <a:cubicBezTo>
                    <a:pt x="10" y="7"/>
                    <a:pt x="11" y="6"/>
                    <a:pt x="11" y="5"/>
                  </a:cubicBezTo>
                  <a:cubicBezTo>
                    <a:pt x="12" y="5"/>
                    <a:pt x="13" y="4"/>
                    <a:pt x="15" y="4"/>
                  </a:cubicBezTo>
                  <a:cubicBezTo>
                    <a:pt x="16" y="4"/>
                    <a:pt x="17" y="4"/>
                    <a:pt x="18" y="4"/>
                  </a:cubicBezTo>
                  <a:cubicBezTo>
                    <a:pt x="19" y="5"/>
                    <a:pt x="20" y="5"/>
                    <a:pt x="20" y="6"/>
                  </a:cubicBezTo>
                  <a:cubicBezTo>
                    <a:pt x="21" y="7"/>
                    <a:pt x="21" y="8"/>
                    <a:pt x="21" y="9"/>
                  </a:cubicBezTo>
                  <a:cubicBezTo>
                    <a:pt x="22" y="10"/>
                    <a:pt x="21" y="11"/>
                    <a:pt x="21" y="13"/>
                  </a:cubicBezTo>
                  <a:cubicBezTo>
                    <a:pt x="24" y="13"/>
                    <a:pt x="24" y="13"/>
                    <a:pt x="24" y="13"/>
                  </a:cubicBezTo>
                  <a:cubicBezTo>
                    <a:pt x="24" y="11"/>
                    <a:pt x="25" y="9"/>
                    <a:pt x="24" y="7"/>
                  </a:cubicBezTo>
                  <a:cubicBezTo>
                    <a:pt x="24" y="6"/>
                    <a:pt x="24" y="4"/>
                    <a:pt x="23" y="3"/>
                  </a:cubicBezTo>
                  <a:cubicBezTo>
                    <a:pt x="22" y="2"/>
                    <a:pt x="21" y="1"/>
                    <a:pt x="19" y="1"/>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nchor="ctr"/>
            <a:lstStyle/>
            <a:p>
              <a:pPr algn="ctr"/>
              <a:endParaRPr>
                <a:solidFill>
                  <a:schemeClr val="accent1"/>
                </a:solidFill>
              </a:endParaRPr>
            </a:p>
          </p:txBody>
        </p:sp>
        <p:sp>
          <p:nvSpPr>
            <p:cNvPr id="41" name="ísļîdè">
              <a:extLst>
                <a:ext uri="{FF2B5EF4-FFF2-40B4-BE49-F238E27FC236}">
                  <a16:creationId xmlns:a16="http://schemas.microsoft.com/office/drawing/2014/main" xmlns="" id="{4EB0D932-C254-42F8-9F62-06646232E645}"/>
                </a:ext>
              </a:extLst>
            </p:cNvPr>
            <p:cNvSpPr/>
            <p:nvPr/>
          </p:nvSpPr>
          <p:spPr bwMode="auto">
            <a:xfrm>
              <a:off x="3681266" y="1716837"/>
              <a:ext cx="45555" cy="78495"/>
            </a:xfrm>
            <a:custGeom>
              <a:avLst/>
              <a:gdLst>
                <a:gd name="T0" fmla="*/ 17 w 20"/>
                <a:gd name="T1" fmla="*/ 19 h 34"/>
                <a:gd name="T2" fmla="*/ 15 w 20"/>
                <a:gd name="T3" fmla="*/ 27 h 34"/>
                <a:gd name="T4" fmla="*/ 10 w 20"/>
                <a:gd name="T5" fmla="*/ 30 h 34"/>
                <a:gd name="T6" fmla="*/ 7 w 20"/>
                <a:gd name="T7" fmla="*/ 29 h 34"/>
                <a:gd name="T8" fmla="*/ 4 w 20"/>
                <a:gd name="T9" fmla="*/ 25 h 34"/>
                <a:gd name="T10" fmla="*/ 4 w 20"/>
                <a:gd name="T11" fmla="*/ 19 h 34"/>
                <a:gd name="T12" fmla="*/ 4 w 20"/>
                <a:gd name="T13" fmla="*/ 0 h 34"/>
                <a:gd name="T14" fmla="*/ 0 w 20"/>
                <a:gd name="T15" fmla="*/ 0 h 34"/>
                <a:gd name="T16" fmla="*/ 0 w 20"/>
                <a:gd name="T17" fmla="*/ 19 h 34"/>
                <a:gd name="T18" fmla="*/ 1 w 20"/>
                <a:gd name="T19" fmla="*/ 27 h 34"/>
                <a:gd name="T20" fmla="*/ 5 w 20"/>
                <a:gd name="T21" fmla="*/ 32 h 34"/>
                <a:gd name="T22" fmla="*/ 10 w 20"/>
                <a:gd name="T23" fmla="*/ 34 h 34"/>
                <a:gd name="T24" fmla="*/ 16 w 20"/>
                <a:gd name="T25" fmla="*/ 32 h 34"/>
                <a:gd name="T26" fmla="*/ 19 w 20"/>
                <a:gd name="T27" fmla="*/ 27 h 34"/>
                <a:gd name="T28" fmla="*/ 20 w 20"/>
                <a:gd name="T29" fmla="*/ 19 h 34"/>
                <a:gd name="T30" fmla="*/ 20 w 20"/>
                <a:gd name="T31" fmla="*/ 0 h 34"/>
                <a:gd name="T32" fmla="*/ 17 w 20"/>
                <a:gd name="T33" fmla="*/ 0 h 34"/>
                <a:gd name="T34" fmla="*/ 17 w 20"/>
                <a:gd name="T35" fmla="*/ 19 h 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20" h="34">
                  <a:moveTo>
                    <a:pt x="17" y="19"/>
                  </a:moveTo>
                  <a:cubicBezTo>
                    <a:pt x="17" y="23"/>
                    <a:pt x="16" y="26"/>
                    <a:pt x="15" y="27"/>
                  </a:cubicBezTo>
                  <a:cubicBezTo>
                    <a:pt x="14" y="29"/>
                    <a:pt x="13" y="30"/>
                    <a:pt x="10" y="30"/>
                  </a:cubicBezTo>
                  <a:cubicBezTo>
                    <a:pt x="9" y="30"/>
                    <a:pt x="8" y="29"/>
                    <a:pt x="7" y="29"/>
                  </a:cubicBezTo>
                  <a:cubicBezTo>
                    <a:pt x="6" y="28"/>
                    <a:pt x="5" y="27"/>
                    <a:pt x="4" y="25"/>
                  </a:cubicBezTo>
                  <a:cubicBezTo>
                    <a:pt x="4" y="24"/>
                    <a:pt x="4" y="22"/>
                    <a:pt x="4" y="19"/>
                  </a:cubicBezTo>
                  <a:cubicBezTo>
                    <a:pt x="4" y="0"/>
                    <a:pt x="4" y="0"/>
                    <a:pt x="4" y="0"/>
                  </a:cubicBezTo>
                  <a:cubicBezTo>
                    <a:pt x="0" y="0"/>
                    <a:pt x="0" y="0"/>
                    <a:pt x="0" y="0"/>
                  </a:cubicBezTo>
                  <a:cubicBezTo>
                    <a:pt x="0" y="19"/>
                    <a:pt x="0" y="19"/>
                    <a:pt x="0" y="19"/>
                  </a:cubicBezTo>
                  <a:cubicBezTo>
                    <a:pt x="0" y="23"/>
                    <a:pt x="1" y="25"/>
                    <a:pt x="1" y="27"/>
                  </a:cubicBezTo>
                  <a:cubicBezTo>
                    <a:pt x="2" y="29"/>
                    <a:pt x="3" y="31"/>
                    <a:pt x="5" y="32"/>
                  </a:cubicBezTo>
                  <a:cubicBezTo>
                    <a:pt x="6" y="33"/>
                    <a:pt x="8" y="34"/>
                    <a:pt x="10" y="34"/>
                  </a:cubicBezTo>
                  <a:cubicBezTo>
                    <a:pt x="13" y="34"/>
                    <a:pt x="15" y="33"/>
                    <a:pt x="16" y="32"/>
                  </a:cubicBezTo>
                  <a:cubicBezTo>
                    <a:pt x="18" y="31"/>
                    <a:pt x="19" y="29"/>
                    <a:pt x="19" y="27"/>
                  </a:cubicBezTo>
                  <a:cubicBezTo>
                    <a:pt x="20" y="25"/>
                    <a:pt x="20" y="22"/>
                    <a:pt x="20" y="19"/>
                  </a:cubicBezTo>
                  <a:cubicBezTo>
                    <a:pt x="20" y="0"/>
                    <a:pt x="20" y="0"/>
                    <a:pt x="20" y="0"/>
                  </a:cubicBezTo>
                  <a:cubicBezTo>
                    <a:pt x="17" y="0"/>
                    <a:pt x="17" y="0"/>
                    <a:pt x="17" y="0"/>
                  </a:cubicBezTo>
                  <a:lnTo>
                    <a:pt x="17" y="19"/>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nchor="ctr"/>
            <a:lstStyle/>
            <a:p>
              <a:pPr algn="ctr"/>
              <a:endParaRPr>
                <a:solidFill>
                  <a:schemeClr val="accent1"/>
                </a:solidFill>
              </a:endParaRPr>
            </a:p>
          </p:txBody>
        </p:sp>
        <p:sp>
          <p:nvSpPr>
            <p:cNvPr id="42" name="îSlíḋé">
              <a:extLst>
                <a:ext uri="{FF2B5EF4-FFF2-40B4-BE49-F238E27FC236}">
                  <a16:creationId xmlns:a16="http://schemas.microsoft.com/office/drawing/2014/main" xmlns="" id="{3EF9A58C-6596-4996-936C-FBFBA1756EF4}"/>
                </a:ext>
              </a:extLst>
            </p:cNvPr>
            <p:cNvSpPr/>
            <p:nvPr/>
          </p:nvSpPr>
          <p:spPr bwMode="auto">
            <a:xfrm>
              <a:off x="3733829" y="1709829"/>
              <a:ext cx="55367" cy="80598"/>
            </a:xfrm>
            <a:custGeom>
              <a:avLst/>
              <a:gdLst>
                <a:gd name="T0" fmla="*/ 53 w 79"/>
                <a:gd name="T1" fmla="*/ 0 h 115"/>
                <a:gd name="T2" fmla="*/ 62 w 79"/>
                <a:gd name="T3" fmla="*/ 86 h 115"/>
                <a:gd name="T4" fmla="*/ 10 w 79"/>
                <a:gd name="T5" fmla="*/ 3 h 115"/>
                <a:gd name="T6" fmla="*/ 0 w 79"/>
                <a:gd name="T7" fmla="*/ 7 h 115"/>
                <a:gd name="T8" fmla="*/ 13 w 79"/>
                <a:gd name="T9" fmla="*/ 115 h 115"/>
                <a:gd name="T10" fmla="*/ 23 w 79"/>
                <a:gd name="T11" fmla="*/ 115 h 115"/>
                <a:gd name="T12" fmla="*/ 13 w 79"/>
                <a:gd name="T13" fmla="*/ 30 h 115"/>
                <a:gd name="T14" fmla="*/ 66 w 79"/>
                <a:gd name="T15" fmla="*/ 109 h 115"/>
                <a:gd name="T16" fmla="*/ 79 w 79"/>
                <a:gd name="T17" fmla="*/ 109 h 115"/>
                <a:gd name="T18" fmla="*/ 62 w 79"/>
                <a:gd name="T19" fmla="*/ 0 h 115"/>
                <a:gd name="T20" fmla="*/ 53 w 79"/>
                <a:gd name="T21" fmla="*/ 0 h 1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79" h="115">
                  <a:moveTo>
                    <a:pt x="53" y="0"/>
                  </a:moveTo>
                  <a:lnTo>
                    <a:pt x="62" y="86"/>
                  </a:lnTo>
                  <a:lnTo>
                    <a:pt x="10" y="3"/>
                  </a:lnTo>
                  <a:lnTo>
                    <a:pt x="0" y="7"/>
                  </a:lnTo>
                  <a:lnTo>
                    <a:pt x="13" y="115"/>
                  </a:lnTo>
                  <a:lnTo>
                    <a:pt x="23" y="115"/>
                  </a:lnTo>
                  <a:lnTo>
                    <a:pt x="13" y="30"/>
                  </a:lnTo>
                  <a:lnTo>
                    <a:pt x="66" y="109"/>
                  </a:lnTo>
                  <a:lnTo>
                    <a:pt x="79" y="109"/>
                  </a:lnTo>
                  <a:lnTo>
                    <a:pt x="62" y="0"/>
                  </a:lnTo>
                  <a:lnTo>
                    <a:pt x="53" y="0"/>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nchor="ctr"/>
            <a:lstStyle/>
            <a:p>
              <a:pPr algn="ctr"/>
              <a:endParaRPr>
                <a:solidFill>
                  <a:schemeClr val="accent1"/>
                </a:solidFill>
              </a:endParaRPr>
            </a:p>
          </p:txBody>
        </p:sp>
        <p:sp>
          <p:nvSpPr>
            <p:cNvPr id="43" name="íŝ1ïḓê">
              <a:extLst>
                <a:ext uri="{FF2B5EF4-FFF2-40B4-BE49-F238E27FC236}">
                  <a16:creationId xmlns:a16="http://schemas.microsoft.com/office/drawing/2014/main" xmlns="" id="{6A7A6BC6-EA29-44A8-B5CC-1DD3798419E2}"/>
                </a:ext>
              </a:extLst>
            </p:cNvPr>
            <p:cNvSpPr/>
            <p:nvPr/>
          </p:nvSpPr>
          <p:spPr bwMode="auto">
            <a:xfrm>
              <a:off x="3782188" y="1695812"/>
              <a:ext cx="32239" cy="76393"/>
            </a:xfrm>
            <a:custGeom>
              <a:avLst/>
              <a:gdLst>
                <a:gd name="T0" fmla="*/ 0 w 46"/>
                <a:gd name="T1" fmla="*/ 4 h 109"/>
                <a:gd name="T2" fmla="*/ 36 w 46"/>
                <a:gd name="T3" fmla="*/ 109 h 109"/>
                <a:gd name="T4" fmla="*/ 46 w 46"/>
                <a:gd name="T5" fmla="*/ 106 h 109"/>
                <a:gd name="T6" fmla="*/ 10 w 46"/>
                <a:gd name="T7" fmla="*/ 0 h 109"/>
                <a:gd name="T8" fmla="*/ 0 w 46"/>
                <a:gd name="T9" fmla="*/ 4 h 109"/>
              </a:gdLst>
              <a:ahLst/>
              <a:cxnLst>
                <a:cxn ang="0">
                  <a:pos x="T0" y="T1"/>
                </a:cxn>
                <a:cxn ang="0">
                  <a:pos x="T2" y="T3"/>
                </a:cxn>
                <a:cxn ang="0">
                  <a:pos x="T4" y="T5"/>
                </a:cxn>
                <a:cxn ang="0">
                  <a:pos x="T6" y="T7"/>
                </a:cxn>
                <a:cxn ang="0">
                  <a:pos x="T8" y="T9"/>
                </a:cxn>
              </a:cxnLst>
              <a:rect l="0" t="0" r="r" b="b"/>
              <a:pathLst>
                <a:path w="46" h="109">
                  <a:moveTo>
                    <a:pt x="0" y="4"/>
                  </a:moveTo>
                  <a:lnTo>
                    <a:pt x="36" y="109"/>
                  </a:lnTo>
                  <a:lnTo>
                    <a:pt x="46" y="106"/>
                  </a:lnTo>
                  <a:lnTo>
                    <a:pt x="10" y="0"/>
                  </a:lnTo>
                  <a:lnTo>
                    <a:pt x="0" y="4"/>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nchor="ctr"/>
            <a:lstStyle/>
            <a:p>
              <a:pPr algn="ctr"/>
              <a:endParaRPr>
                <a:solidFill>
                  <a:schemeClr val="accent1"/>
                </a:solidFill>
              </a:endParaRPr>
            </a:p>
          </p:txBody>
        </p:sp>
        <p:sp>
          <p:nvSpPr>
            <p:cNvPr id="44" name="ï$ľíḑè">
              <a:extLst>
                <a:ext uri="{FF2B5EF4-FFF2-40B4-BE49-F238E27FC236}">
                  <a16:creationId xmlns:a16="http://schemas.microsoft.com/office/drawing/2014/main" xmlns="" id="{94352426-5D1D-412A-B146-417C04B3455E}"/>
                </a:ext>
              </a:extLst>
            </p:cNvPr>
            <p:cNvSpPr/>
            <p:nvPr/>
          </p:nvSpPr>
          <p:spPr bwMode="auto">
            <a:xfrm>
              <a:off x="3793401" y="1679692"/>
              <a:ext cx="55367" cy="83401"/>
            </a:xfrm>
            <a:custGeom>
              <a:avLst/>
              <a:gdLst>
                <a:gd name="T0" fmla="*/ 17 w 24"/>
                <a:gd name="T1" fmla="*/ 1 h 36"/>
                <a:gd name="T2" fmla="*/ 20 w 24"/>
                <a:gd name="T3" fmla="*/ 26 h 36"/>
                <a:gd name="T4" fmla="*/ 21 w 24"/>
                <a:gd name="T5" fmla="*/ 32 h 36"/>
                <a:gd name="T6" fmla="*/ 18 w 24"/>
                <a:gd name="T7" fmla="*/ 27 h 36"/>
                <a:gd name="T8" fmla="*/ 3 w 24"/>
                <a:gd name="T9" fmla="*/ 7 h 36"/>
                <a:gd name="T10" fmla="*/ 0 w 24"/>
                <a:gd name="T11" fmla="*/ 8 h 36"/>
                <a:gd name="T12" fmla="*/ 21 w 24"/>
                <a:gd name="T13" fmla="*/ 36 h 36"/>
                <a:gd name="T14" fmla="*/ 24 w 24"/>
                <a:gd name="T15" fmla="*/ 35 h 36"/>
                <a:gd name="T16" fmla="*/ 19 w 24"/>
                <a:gd name="T17" fmla="*/ 0 h 36"/>
                <a:gd name="T18" fmla="*/ 17 w 24"/>
                <a:gd name="T19" fmla="*/ 1 h 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4" h="36">
                  <a:moveTo>
                    <a:pt x="17" y="1"/>
                  </a:moveTo>
                  <a:cubicBezTo>
                    <a:pt x="20" y="26"/>
                    <a:pt x="20" y="26"/>
                    <a:pt x="20" y="26"/>
                  </a:cubicBezTo>
                  <a:cubicBezTo>
                    <a:pt x="20" y="28"/>
                    <a:pt x="21" y="30"/>
                    <a:pt x="21" y="32"/>
                  </a:cubicBezTo>
                  <a:cubicBezTo>
                    <a:pt x="20" y="30"/>
                    <a:pt x="19" y="29"/>
                    <a:pt x="18" y="27"/>
                  </a:cubicBezTo>
                  <a:cubicBezTo>
                    <a:pt x="3" y="7"/>
                    <a:pt x="3" y="7"/>
                    <a:pt x="3" y="7"/>
                  </a:cubicBezTo>
                  <a:cubicBezTo>
                    <a:pt x="0" y="8"/>
                    <a:pt x="0" y="8"/>
                    <a:pt x="0" y="8"/>
                  </a:cubicBezTo>
                  <a:cubicBezTo>
                    <a:pt x="21" y="36"/>
                    <a:pt x="21" y="36"/>
                    <a:pt x="21" y="36"/>
                  </a:cubicBezTo>
                  <a:cubicBezTo>
                    <a:pt x="24" y="35"/>
                    <a:pt x="24" y="35"/>
                    <a:pt x="24" y="35"/>
                  </a:cubicBezTo>
                  <a:cubicBezTo>
                    <a:pt x="19" y="0"/>
                    <a:pt x="19" y="0"/>
                    <a:pt x="19" y="0"/>
                  </a:cubicBezTo>
                  <a:lnTo>
                    <a:pt x="17" y="1"/>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nchor="ctr"/>
            <a:lstStyle/>
            <a:p>
              <a:pPr algn="ctr"/>
              <a:endParaRPr>
                <a:solidFill>
                  <a:schemeClr val="accent1"/>
                </a:solidFill>
              </a:endParaRPr>
            </a:p>
          </p:txBody>
        </p:sp>
        <p:sp>
          <p:nvSpPr>
            <p:cNvPr id="45" name="ïṧ1íḓè">
              <a:extLst>
                <a:ext uri="{FF2B5EF4-FFF2-40B4-BE49-F238E27FC236}">
                  <a16:creationId xmlns:a16="http://schemas.microsoft.com/office/drawing/2014/main" xmlns="" id="{713563E4-21C7-4A15-B7B2-F57AC108940D}"/>
                </a:ext>
              </a:extLst>
            </p:cNvPr>
            <p:cNvSpPr/>
            <p:nvPr/>
          </p:nvSpPr>
          <p:spPr bwMode="auto">
            <a:xfrm>
              <a:off x="3843863" y="1661470"/>
              <a:ext cx="68683" cy="78495"/>
            </a:xfrm>
            <a:custGeom>
              <a:avLst/>
              <a:gdLst>
                <a:gd name="T0" fmla="*/ 62 w 98"/>
                <a:gd name="T1" fmla="*/ 99 h 112"/>
                <a:gd name="T2" fmla="*/ 40 w 98"/>
                <a:gd name="T3" fmla="*/ 66 h 112"/>
                <a:gd name="T4" fmla="*/ 66 w 98"/>
                <a:gd name="T5" fmla="*/ 49 h 112"/>
                <a:gd name="T6" fmla="*/ 59 w 98"/>
                <a:gd name="T7" fmla="*/ 39 h 112"/>
                <a:gd name="T8" fmla="*/ 33 w 98"/>
                <a:gd name="T9" fmla="*/ 56 h 112"/>
                <a:gd name="T10" fmla="*/ 13 w 98"/>
                <a:gd name="T11" fmla="*/ 26 h 112"/>
                <a:gd name="T12" fmla="*/ 40 w 98"/>
                <a:gd name="T13" fmla="*/ 10 h 112"/>
                <a:gd name="T14" fmla="*/ 33 w 98"/>
                <a:gd name="T15" fmla="*/ 0 h 112"/>
                <a:gd name="T16" fmla="*/ 0 w 98"/>
                <a:gd name="T17" fmla="*/ 20 h 112"/>
                <a:gd name="T18" fmla="*/ 62 w 98"/>
                <a:gd name="T19" fmla="*/ 112 h 112"/>
                <a:gd name="T20" fmla="*/ 98 w 98"/>
                <a:gd name="T21" fmla="*/ 92 h 112"/>
                <a:gd name="T22" fmla="*/ 89 w 98"/>
                <a:gd name="T23" fmla="*/ 79 h 112"/>
                <a:gd name="T24" fmla="*/ 62 w 98"/>
                <a:gd name="T25" fmla="*/ 99 h 1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98" h="112">
                  <a:moveTo>
                    <a:pt x="62" y="99"/>
                  </a:moveTo>
                  <a:lnTo>
                    <a:pt x="40" y="66"/>
                  </a:lnTo>
                  <a:lnTo>
                    <a:pt x="66" y="49"/>
                  </a:lnTo>
                  <a:lnTo>
                    <a:pt x="59" y="39"/>
                  </a:lnTo>
                  <a:lnTo>
                    <a:pt x="33" y="56"/>
                  </a:lnTo>
                  <a:lnTo>
                    <a:pt x="13" y="26"/>
                  </a:lnTo>
                  <a:lnTo>
                    <a:pt x="40" y="10"/>
                  </a:lnTo>
                  <a:lnTo>
                    <a:pt x="33" y="0"/>
                  </a:lnTo>
                  <a:lnTo>
                    <a:pt x="0" y="20"/>
                  </a:lnTo>
                  <a:lnTo>
                    <a:pt x="62" y="112"/>
                  </a:lnTo>
                  <a:lnTo>
                    <a:pt x="98" y="92"/>
                  </a:lnTo>
                  <a:lnTo>
                    <a:pt x="89" y="79"/>
                  </a:lnTo>
                  <a:lnTo>
                    <a:pt x="62" y="99"/>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nchor="ctr"/>
            <a:lstStyle/>
            <a:p>
              <a:pPr algn="ctr"/>
              <a:endParaRPr>
                <a:solidFill>
                  <a:schemeClr val="accent1"/>
                </a:solidFill>
              </a:endParaRPr>
            </a:p>
          </p:txBody>
        </p:sp>
        <p:sp>
          <p:nvSpPr>
            <p:cNvPr id="46" name="işļïḑê">
              <a:extLst>
                <a:ext uri="{FF2B5EF4-FFF2-40B4-BE49-F238E27FC236}">
                  <a16:creationId xmlns:a16="http://schemas.microsoft.com/office/drawing/2014/main" xmlns="" id="{DF146277-9651-41D1-B8CA-D0741AAE393F}"/>
                </a:ext>
              </a:extLst>
            </p:cNvPr>
            <p:cNvSpPr/>
            <p:nvPr/>
          </p:nvSpPr>
          <p:spPr bwMode="auto">
            <a:xfrm>
              <a:off x="3876102" y="1636239"/>
              <a:ext cx="82700" cy="78495"/>
            </a:xfrm>
            <a:custGeom>
              <a:avLst/>
              <a:gdLst>
                <a:gd name="T0" fmla="*/ 22 w 36"/>
                <a:gd name="T1" fmla="*/ 16 h 34"/>
                <a:gd name="T2" fmla="*/ 20 w 36"/>
                <a:gd name="T3" fmla="*/ 16 h 34"/>
                <a:gd name="T4" fmla="*/ 22 w 36"/>
                <a:gd name="T5" fmla="*/ 11 h 34"/>
                <a:gd name="T6" fmla="*/ 19 w 36"/>
                <a:gd name="T7" fmla="*/ 5 h 34"/>
                <a:gd name="T8" fmla="*/ 15 w 36"/>
                <a:gd name="T9" fmla="*/ 2 h 34"/>
                <a:gd name="T10" fmla="*/ 12 w 36"/>
                <a:gd name="T11" fmla="*/ 0 h 34"/>
                <a:gd name="T12" fmla="*/ 8 w 36"/>
                <a:gd name="T13" fmla="*/ 2 h 34"/>
                <a:gd name="T14" fmla="*/ 0 w 36"/>
                <a:gd name="T15" fmla="*/ 7 h 34"/>
                <a:gd name="T16" fmla="*/ 21 w 36"/>
                <a:gd name="T17" fmla="*/ 34 h 34"/>
                <a:gd name="T18" fmla="*/ 23 w 36"/>
                <a:gd name="T19" fmla="*/ 33 h 34"/>
                <a:gd name="T20" fmla="*/ 14 w 36"/>
                <a:gd name="T21" fmla="*/ 21 h 34"/>
                <a:gd name="T22" fmla="*/ 16 w 36"/>
                <a:gd name="T23" fmla="*/ 19 h 34"/>
                <a:gd name="T24" fmla="*/ 18 w 36"/>
                <a:gd name="T25" fmla="*/ 18 h 34"/>
                <a:gd name="T26" fmla="*/ 19 w 36"/>
                <a:gd name="T27" fmla="*/ 18 h 34"/>
                <a:gd name="T28" fmla="*/ 22 w 36"/>
                <a:gd name="T29" fmla="*/ 19 h 34"/>
                <a:gd name="T30" fmla="*/ 26 w 36"/>
                <a:gd name="T31" fmla="*/ 22 h 34"/>
                <a:gd name="T32" fmla="*/ 33 w 36"/>
                <a:gd name="T33" fmla="*/ 26 h 34"/>
                <a:gd name="T34" fmla="*/ 36 w 36"/>
                <a:gd name="T35" fmla="*/ 24 h 34"/>
                <a:gd name="T36" fmla="*/ 27 w 36"/>
                <a:gd name="T37" fmla="*/ 19 h 34"/>
                <a:gd name="T38" fmla="*/ 22 w 36"/>
                <a:gd name="T39" fmla="*/ 16 h 34"/>
                <a:gd name="T40" fmla="*/ 18 w 36"/>
                <a:gd name="T41" fmla="*/ 12 h 34"/>
                <a:gd name="T42" fmla="*/ 16 w 36"/>
                <a:gd name="T43" fmla="*/ 14 h 34"/>
                <a:gd name="T44" fmla="*/ 12 w 36"/>
                <a:gd name="T45" fmla="*/ 18 h 34"/>
                <a:gd name="T46" fmla="*/ 5 w 36"/>
                <a:gd name="T47" fmla="*/ 9 h 34"/>
                <a:gd name="T48" fmla="*/ 10 w 36"/>
                <a:gd name="T49" fmla="*/ 5 h 34"/>
                <a:gd name="T50" fmla="*/ 14 w 36"/>
                <a:gd name="T51" fmla="*/ 4 h 34"/>
                <a:gd name="T52" fmla="*/ 17 w 36"/>
                <a:gd name="T53" fmla="*/ 7 h 34"/>
                <a:gd name="T54" fmla="*/ 18 w 36"/>
                <a:gd name="T55" fmla="*/ 10 h 34"/>
                <a:gd name="T56" fmla="*/ 18 w 36"/>
                <a:gd name="T57" fmla="*/ 12 h 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36" h="34">
                  <a:moveTo>
                    <a:pt x="22" y="16"/>
                  </a:moveTo>
                  <a:cubicBezTo>
                    <a:pt x="22" y="16"/>
                    <a:pt x="21" y="16"/>
                    <a:pt x="20" y="16"/>
                  </a:cubicBezTo>
                  <a:cubicBezTo>
                    <a:pt x="21" y="14"/>
                    <a:pt x="22" y="13"/>
                    <a:pt x="22" y="11"/>
                  </a:cubicBezTo>
                  <a:cubicBezTo>
                    <a:pt x="22" y="9"/>
                    <a:pt x="21" y="7"/>
                    <a:pt x="19" y="5"/>
                  </a:cubicBezTo>
                  <a:cubicBezTo>
                    <a:pt x="18" y="4"/>
                    <a:pt x="17" y="3"/>
                    <a:pt x="15" y="2"/>
                  </a:cubicBezTo>
                  <a:cubicBezTo>
                    <a:pt x="14" y="1"/>
                    <a:pt x="13" y="0"/>
                    <a:pt x="12" y="0"/>
                  </a:cubicBezTo>
                  <a:cubicBezTo>
                    <a:pt x="11" y="0"/>
                    <a:pt x="9" y="1"/>
                    <a:pt x="8" y="2"/>
                  </a:cubicBezTo>
                  <a:cubicBezTo>
                    <a:pt x="0" y="7"/>
                    <a:pt x="0" y="7"/>
                    <a:pt x="0" y="7"/>
                  </a:cubicBezTo>
                  <a:cubicBezTo>
                    <a:pt x="21" y="34"/>
                    <a:pt x="21" y="34"/>
                    <a:pt x="21" y="34"/>
                  </a:cubicBezTo>
                  <a:cubicBezTo>
                    <a:pt x="23" y="33"/>
                    <a:pt x="23" y="33"/>
                    <a:pt x="23" y="33"/>
                  </a:cubicBezTo>
                  <a:cubicBezTo>
                    <a:pt x="14" y="21"/>
                    <a:pt x="14" y="21"/>
                    <a:pt x="14" y="21"/>
                  </a:cubicBezTo>
                  <a:cubicBezTo>
                    <a:pt x="16" y="19"/>
                    <a:pt x="16" y="19"/>
                    <a:pt x="16" y="19"/>
                  </a:cubicBezTo>
                  <a:cubicBezTo>
                    <a:pt x="17" y="19"/>
                    <a:pt x="17" y="18"/>
                    <a:pt x="18" y="18"/>
                  </a:cubicBezTo>
                  <a:cubicBezTo>
                    <a:pt x="18" y="18"/>
                    <a:pt x="19" y="18"/>
                    <a:pt x="19" y="18"/>
                  </a:cubicBezTo>
                  <a:cubicBezTo>
                    <a:pt x="20" y="18"/>
                    <a:pt x="21" y="19"/>
                    <a:pt x="22" y="19"/>
                  </a:cubicBezTo>
                  <a:cubicBezTo>
                    <a:pt x="23" y="20"/>
                    <a:pt x="24" y="21"/>
                    <a:pt x="26" y="22"/>
                  </a:cubicBezTo>
                  <a:cubicBezTo>
                    <a:pt x="33" y="26"/>
                    <a:pt x="33" y="26"/>
                    <a:pt x="33" y="26"/>
                  </a:cubicBezTo>
                  <a:cubicBezTo>
                    <a:pt x="36" y="24"/>
                    <a:pt x="36" y="24"/>
                    <a:pt x="36" y="24"/>
                  </a:cubicBezTo>
                  <a:cubicBezTo>
                    <a:pt x="27" y="19"/>
                    <a:pt x="27" y="19"/>
                    <a:pt x="27" y="19"/>
                  </a:cubicBezTo>
                  <a:cubicBezTo>
                    <a:pt x="25" y="18"/>
                    <a:pt x="24" y="17"/>
                    <a:pt x="22" y="16"/>
                  </a:cubicBezTo>
                  <a:close/>
                  <a:moveTo>
                    <a:pt x="18" y="12"/>
                  </a:moveTo>
                  <a:cubicBezTo>
                    <a:pt x="18" y="13"/>
                    <a:pt x="17" y="14"/>
                    <a:pt x="16" y="14"/>
                  </a:cubicBezTo>
                  <a:cubicBezTo>
                    <a:pt x="12" y="18"/>
                    <a:pt x="12" y="18"/>
                    <a:pt x="12" y="18"/>
                  </a:cubicBezTo>
                  <a:cubicBezTo>
                    <a:pt x="5" y="9"/>
                    <a:pt x="5" y="9"/>
                    <a:pt x="5" y="9"/>
                  </a:cubicBezTo>
                  <a:cubicBezTo>
                    <a:pt x="10" y="5"/>
                    <a:pt x="10" y="5"/>
                    <a:pt x="10" y="5"/>
                  </a:cubicBezTo>
                  <a:cubicBezTo>
                    <a:pt x="11" y="4"/>
                    <a:pt x="13" y="4"/>
                    <a:pt x="14" y="4"/>
                  </a:cubicBezTo>
                  <a:cubicBezTo>
                    <a:pt x="15" y="5"/>
                    <a:pt x="16" y="6"/>
                    <a:pt x="17" y="7"/>
                  </a:cubicBezTo>
                  <a:cubicBezTo>
                    <a:pt x="18" y="8"/>
                    <a:pt x="18" y="9"/>
                    <a:pt x="18" y="10"/>
                  </a:cubicBezTo>
                  <a:cubicBezTo>
                    <a:pt x="19" y="11"/>
                    <a:pt x="19" y="11"/>
                    <a:pt x="18" y="12"/>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nchor="ctr"/>
            <a:lstStyle/>
            <a:p>
              <a:pPr algn="ctr"/>
              <a:endParaRPr>
                <a:solidFill>
                  <a:schemeClr val="accent1"/>
                </a:solidFill>
              </a:endParaRPr>
            </a:p>
          </p:txBody>
        </p:sp>
        <p:sp>
          <p:nvSpPr>
            <p:cNvPr id="47" name="îŝ1îdé">
              <a:extLst>
                <a:ext uri="{FF2B5EF4-FFF2-40B4-BE49-F238E27FC236}">
                  <a16:creationId xmlns:a16="http://schemas.microsoft.com/office/drawing/2014/main" xmlns="" id="{40989F30-0C0D-4273-832E-B028C7623B55}"/>
                </a:ext>
              </a:extLst>
            </p:cNvPr>
            <p:cNvSpPr/>
            <p:nvPr/>
          </p:nvSpPr>
          <p:spPr bwMode="auto">
            <a:xfrm>
              <a:off x="3915349" y="1611009"/>
              <a:ext cx="77794" cy="61675"/>
            </a:xfrm>
            <a:custGeom>
              <a:avLst/>
              <a:gdLst>
                <a:gd name="T0" fmla="*/ 28 w 34"/>
                <a:gd name="T1" fmla="*/ 10 h 27"/>
                <a:gd name="T2" fmla="*/ 24 w 34"/>
                <a:gd name="T3" fmla="*/ 8 h 27"/>
                <a:gd name="T4" fmla="*/ 19 w 34"/>
                <a:gd name="T5" fmla="*/ 9 h 27"/>
                <a:gd name="T6" fmla="*/ 14 w 34"/>
                <a:gd name="T7" fmla="*/ 12 h 27"/>
                <a:gd name="T8" fmla="*/ 10 w 34"/>
                <a:gd name="T9" fmla="*/ 14 h 27"/>
                <a:gd name="T10" fmla="*/ 7 w 34"/>
                <a:gd name="T11" fmla="*/ 13 h 27"/>
                <a:gd name="T12" fmla="*/ 4 w 34"/>
                <a:gd name="T13" fmla="*/ 10 h 27"/>
                <a:gd name="T14" fmla="*/ 5 w 34"/>
                <a:gd name="T15" fmla="*/ 6 h 27"/>
                <a:gd name="T16" fmla="*/ 9 w 34"/>
                <a:gd name="T17" fmla="*/ 4 h 27"/>
                <a:gd name="T18" fmla="*/ 14 w 34"/>
                <a:gd name="T19" fmla="*/ 5 h 27"/>
                <a:gd name="T20" fmla="*/ 15 w 34"/>
                <a:gd name="T21" fmla="*/ 3 h 27"/>
                <a:gd name="T22" fmla="*/ 10 w 34"/>
                <a:gd name="T23" fmla="*/ 1 h 27"/>
                <a:gd name="T24" fmla="*/ 5 w 34"/>
                <a:gd name="T25" fmla="*/ 1 h 27"/>
                <a:gd name="T26" fmla="*/ 2 w 34"/>
                <a:gd name="T27" fmla="*/ 4 h 27"/>
                <a:gd name="T28" fmla="*/ 0 w 34"/>
                <a:gd name="T29" fmla="*/ 8 h 27"/>
                <a:gd name="T30" fmla="*/ 2 w 34"/>
                <a:gd name="T31" fmla="*/ 13 h 27"/>
                <a:gd name="T32" fmla="*/ 5 w 34"/>
                <a:gd name="T33" fmla="*/ 16 h 27"/>
                <a:gd name="T34" fmla="*/ 9 w 34"/>
                <a:gd name="T35" fmla="*/ 18 h 27"/>
                <a:gd name="T36" fmla="*/ 14 w 34"/>
                <a:gd name="T37" fmla="*/ 17 h 27"/>
                <a:gd name="T38" fmla="*/ 18 w 34"/>
                <a:gd name="T39" fmla="*/ 15 h 27"/>
                <a:gd name="T40" fmla="*/ 21 w 34"/>
                <a:gd name="T41" fmla="*/ 12 h 27"/>
                <a:gd name="T42" fmla="*/ 24 w 34"/>
                <a:gd name="T43" fmla="*/ 11 h 27"/>
                <a:gd name="T44" fmla="*/ 27 w 34"/>
                <a:gd name="T45" fmla="*/ 12 h 27"/>
                <a:gd name="T46" fmla="*/ 29 w 34"/>
                <a:gd name="T47" fmla="*/ 14 h 27"/>
                <a:gd name="T48" fmla="*/ 30 w 34"/>
                <a:gd name="T49" fmla="*/ 17 h 27"/>
                <a:gd name="T50" fmla="*/ 29 w 34"/>
                <a:gd name="T51" fmla="*/ 20 h 27"/>
                <a:gd name="T52" fmla="*/ 26 w 34"/>
                <a:gd name="T53" fmla="*/ 22 h 27"/>
                <a:gd name="T54" fmla="*/ 23 w 34"/>
                <a:gd name="T55" fmla="*/ 23 h 27"/>
                <a:gd name="T56" fmla="*/ 19 w 34"/>
                <a:gd name="T57" fmla="*/ 22 h 27"/>
                <a:gd name="T58" fmla="*/ 17 w 34"/>
                <a:gd name="T59" fmla="*/ 24 h 27"/>
                <a:gd name="T60" fmla="*/ 23 w 34"/>
                <a:gd name="T61" fmla="*/ 26 h 27"/>
                <a:gd name="T62" fmla="*/ 29 w 34"/>
                <a:gd name="T63" fmla="*/ 26 h 27"/>
                <a:gd name="T64" fmla="*/ 33 w 34"/>
                <a:gd name="T65" fmla="*/ 22 h 27"/>
                <a:gd name="T66" fmla="*/ 34 w 34"/>
                <a:gd name="T67" fmla="*/ 18 h 27"/>
                <a:gd name="T68" fmla="*/ 32 w 34"/>
                <a:gd name="T69" fmla="*/ 13 h 27"/>
                <a:gd name="T70" fmla="*/ 28 w 34"/>
                <a:gd name="T71" fmla="*/ 10 h 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34" h="27">
                  <a:moveTo>
                    <a:pt x="28" y="10"/>
                  </a:moveTo>
                  <a:cubicBezTo>
                    <a:pt x="27" y="9"/>
                    <a:pt x="25" y="8"/>
                    <a:pt x="24" y="8"/>
                  </a:cubicBezTo>
                  <a:cubicBezTo>
                    <a:pt x="22" y="8"/>
                    <a:pt x="20" y="8"/>
                    <a:pt x="19" y="9"/>
                  </a:cubicBezTo>
                  <a:cubicBezTo>
                    <a:pt x="18" y="9"/>
                    <a:pt x="16" y="10"/>
                    <a:pt x="14" y="12"/>
                  </a:cubicBezTo>
                  <a:cubicBezTo>
                    <a:pt x="12" y="13"/>
                    <a:pt x="11" y="14"/>
                    <a:pt x="10" y="14"/>
                  </a:cubicBezTo>
                  <a:cubicBezTo>
                    <a:pt x="9" y="14"/>
                    <a:pt x="8" y="14"/>
                    <a:pt x="7" y="13"/>
                  </a:cubicBezTo>
                  <a:cubicBezTo>
                    <a:pt x="5" y="13"/>
                    <a:pt x="5" y="12"/>
                    <a:pt x="4" y="10"/>
                  </a:cubicBezTo>
                  <a:cubicBezTo>
                    <a:pt x="4" y="9"/>
                    <a:pt x="4" y="8"/>
                    <a:pt x="5" y="6"/>
                  </a:cubicBezTo>
                  <a:cubicBezTo>
                    <a:pt x="6" y="5"/>
                    <a:pt x="7" y="4"/>
                    <a:pt x="9" y="4"/>
                  </a:cubicBezTo>
                  <a:cubicBezTo>
                    <a:pt x="10" y="4"/>
                    <a:pt x="12" y="4"/>
                    <a:pt x="14" y="5"/>
                  </a:cubicBezTo>
                  <a:cubicBezTo>
                    <a:pt x="15" y="3"/>
                    <a:pt x="15" y="3"/>
                    <a:pt x="15" y="3"/>
                  </a:cubicBezTo>
                  <a:cubicBezTo>
                    <a:pt x="13" y="2"/>
                    <a:pt x="12" y="1"/>
                    <a:pt x="10" y="1"/>
                  </a:cubicBezTo>
                  <a:cubicBezTo>
                    <a:pt x="8" y="0"/>
                    <a:pt x="6" y="1"/>
                    <a:pt x="5" y="1"/>
                  </a:cubicBezTo>
                  <a:cubicBezTo>
                    <a:pt x="4" y="2"/>
                    <a:pt x="2" y="3"/>
                    <a:pt x="2" y="4"/>
                  </a:cubicBezTo>
                  <a:cubicBezTo>
                    <a:pt x="1" y="6"/>
                    <a:pt x="0" y="7"/>
                    <a:pt x="0" y="8"/>
                  </a:cubicBezTo>
                  <a:cubicBezTo>
                    <a:pt x="0" y="10"/>
                    <a:pt x="1" y="11"/>
                    <a:pt x="2" y="13"/>
                  </a:cubicBezTo>
                  <a:cubicBezTo>
                    <a:pt x="3" y="14"/>
                    <a:pt x="4" y="15"/>
                    <a:pt x="5" y="16"/>
                  </a:cubicBezTo>
                  <a:cubicBezTo>
                    <a:pt x="7" y="17"/>
                    <a:pt x="8" y="17"/>
                    <a:pt x="9" y="18"/>
                  </a:cubicBezTo>
                  <a:cubicBezTo>
                    <a:pt x="11" y="18"/>
                    <a:pt x="12" y="18"/>
                    <a:pt x="14" y="17"/>
                  </a:cubicBezTo>
                  <a:cubicBezTo>
                    <a:pt x="15" y="17"/>
                    <a:pt x="16" y="16"/>
                    <a:pt x="18" y="15"/>
                  </a:cubicBezTo>
                  <a:cubicBezTo>
                    <a:pt x="20" y="13"/>
                    <a:pt x="21" y="12"/>
                    <a:pt x="21" y="12"/>
                  </a:cubicBezTo>
                  <a:cubicBezTo>
                    <a:pt x="22" y="12"/>
                    <a:pt x="23" y="11"/>
                    <a:pt x="24" y="11"/>
                  </a:cubicBezTo>
                  <a:cubicBezTo>
                    <a:pt x="25" y="11"/>
                    <a:pt x="26" y="12"/>
                    <a:pt x="27" y="12"/>
                  </a:cubicBezTo>
                  <a:cubicBezTo>
                    <a:pt x="28" y="13"/>
                    <a:pt x="29" y="14"/>
                    <a:pt x="29" y="14"/>
                  </a:cubicBezTo>
                  <a:cubicBezTo>
                    <a:pt x="30" y="15"/>
                    <a:pt x="30" y="16"/>
                    <a:pt x="30" y="17"/>
                  </a:cubicBezTo>
                  <a:cubicBezTo>
                    <a:pt x="30" y="18"/>
                    <a:pt x="30" y="19"/>
                    <a:pt x="29" y="20"/>
                  </a:cubicBezTo>
                  <a:cubicBezTo>
                    <a:pt x="28" y="21"/>
                    <a:pt x="27" y="22"/>
                    <a:pt x="26" y="22"/>
                  </a:cubicBezTo>
                  <a:cubicBezTo>
                    <a:pt x="25" y="23"/>
                    <a:pt x="24" y="23"/>
                    <a:pt x="23" y="23"/>
                  </a:cubicBezTo>
                  <a:cubicBezTo>
                    <a:pt x="21" y="23"/>
                    <a:pt x="20" y="22"/>
                    <a:pt x="19" y="22"/>
                  </a:cubicBezTo>
                  <a:cubicBezTo>
                    <a:pt x="17" y="24"/>
                    <a:pt x="17" y="24"/>
                    <a:pt x="17" y="24"/>
                  </a:cubicBezTo>
                  <a:cubicBezTo>
                    <a:pt x="19" y="25"/>
                    <a:pt x="21" y="26"/>
                    <a:pt x="23" y="26"/>
                  </a:cubicBezTo>
                  <a:cubicBezTo>
                    <a:pt x="25" y="27"/>
                    <a:pt x="27" y="26"/>
                    <a:pt x="29" y="26"/>
                  </a:cubicBezTo>
                  <a:cubicBezTo>
                    <a:pt x="30" y="25"/>
                    <a:pt x="31" y="24"/>
                    <a:pt x="33" y="22"/>
                  </a:cubicBezTo>
                  <a:cubicBezTo>
                    <a:pt x="33" y="21"/>
                    <a:pt x="34" y="19"/>
                    <a:pt x="34" y="18"/>
                  </a:cubicBezTo>
                  <a:cubicBezTo>
                    <a:pt x="34" y="16"/>
                    <a:pt x="33" y="15"/>
                    <a:pt x="32" y="13"/>
                  </a:cubicBezTo>
                  <a:cubicBezTo>
                    <a:pt x="31" y="12"/>
                    <a:pt x="30" y="11"/>
                    <a:pt x="28" y="10"/>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nchor="ctr"/>
            <a:lstStyle/>
            <a:p>
              <a:pPr algn="ctr"/>
              <a:endParaRPr>
                <a:solidFill>
                  <a:schemeClr val="accent1"/>
                </a:solidFill>
              </a:endParaRPr>
            </a:p>
          </p:txBody>
        </p:sp>
        <p:sp>
          <p:nvSpPr>
            <p:cNvPr id="48" name="iṩlîḍe">
              <a:extLst>
                <a:ext uri="{FF2B5EF4-FFF2-40B4-BE49-F238E27FC236}">
                  <a16:creationId xmlns:a16="http://schemas.microsoft.com/office/drawing/2014/main" xmlns="" id="{FBD547EE-1493-4BEB-BB61-F5AD1908C6D7}"/>
                </a:ext>
              </a:extLst>
            </p:cNvPr>
            <p:cNvSpPr/>
            <p:nvPr/>
          </p:nvSpPr>
          <p:spPr bwMode="auto">
            <a:xfrm>
              <a:off x="3940580" y="1585778"/>
              <a:ext cx="75692" cy="43453"/>
            </a:xfrm>
            <a:custGeom>
              <a:avLst/>
              <a:gdLst>
                <a:gd name="T0" fmla="*/ 0 w 108"/>
                <a:gd name="T1" fmla="*/ 9 h 62"/>
                <a:gd name="T2" fmla="*/ 101 w 108"/>
                <a:gd name="T3" fmla="*/ 62 h 62"/>
                <a:gd name="T4" fmla="*/ 108 w 108"/>
                <a:gd name="T5" fmla="*/ 52 h 62"/>
                <a:gd name="T6" fmla="*/ 6 w 108"/>
                <a:gd name="T7" fmla="*/ 0 h 62"/>
                <a:gd name="T8" fmla="*/ 0 w 108"/>
                <a:gd name="T9" fmla="*/ 9 h 62"/>
              </a:gdLst>
              <a:ahLst/>
              <a:cxnLst>
                <a:cxn ang="0">
                  <a:pos x="T0" y="T1"/>
                </a:cxn>
                <a:cxn ang="0">
                  <a:pos x="T2" y="T3"/>
                </a:cxn>
                <a:cxn ang="0">
                  <a:pos x="T4" y="T5"/>
                </a:cxn>
                <a:cxn ang="0">
                  <a:pos x="T6" y="T7"/>
                </a:cxn>
                <a:cxn ang="0">
                  <a:pos x="T8" y="T9"/>
                </a:cxn>
              </a:cxnLst>
              <a:rect l="0" t="0" r="r" b="b"/>
              <a:pathLst>
                <a:path w="108" h="62">
                  <a:moveTo>
                    <a:pt x="0" y="9"/>
                  </a:moveTo>
                  <a:lnTo>
                    <a:pt x="101" y="62"/>
                  </a:lnTo>
                  <a:lnTo>
                    <a:pt x="108" y="52"/>
                  </a:lnTo>
                  <a:lnTo>
                    <a:pt x="6" y="0"/>
                  </a:lnTo>
                  <a:lnTo>
                    <a:pt x="0" y="9"/>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nchor="ctr"/>
            <a:lstStyle/>
            <a:p>
              <a:pPr algn="ctr"/>
              <a:endParaRPr>
                <a:solidFill>
                  <a:schemeClr val="accent1"/>
                </a:solidFill>
              </a:endParaRPr>
            </a:p>
          </p:txBody>
        </p:sp>
        <p:sp>
          <p:nvSpPr>
            <p:cNvPr id="49" name="ïṣlíḋe">
              <a:extLst>
                <a:ext uri="{FF2B5EF4-FFF2-40B4-BE49-F238E27FC236}">
                  <a16:creationId xmlns:a16="http://schemas.microsoft.com/office/drawing/2014/main" xmlns="" id="{3BFB07DE-1492-4BC2-9563-A506893625CD}"/>
                </a:ext>
              </a:extLst>
            </p:cNvPr>
            <p:cNvSpPr/>
            <p:nvPr/>
          </p:nvSpPr>
          <p:spPr bwMode="auto">
            <a:xfrm>
              <a:off x="3951793" y="1539522"/>
              <a:ext cx="82700" cy="55367"/>
            </a:xfrm>
            <a:custGeom>
              <a:avLst/>
              <a:gdLst>
                <a:gd name="T0" fmla="*/ 39 w 118"/>
                <a:gd name="T1" fmla="*/ 6 h 79"/>
                <a:gd name="T2" fmla="*/ 26 w 118"/>
                <a:gd name="T3" fmla="*/ 0 h 79"/>
                <a:gd name="T4" fmla="*/ 0 w 118"/>
                <a:gd name="T5" fmla="*/ 52 h 79"/>
                <a:gd name="T6" fmla="*/ 13 w 118"/>
                <a:gd name="T7" fmla="*/ 59 h 79"/>
                <a:gd name="T8" fmla="*/ 23 w 118"/>
                <a:gd name="T9" fmla="*/ 36 h 79"/>
                <a:gd name="T10" fmla="*/ 115 w 118"/>
                <a:gd name="T11" fmla="*/ 79 h 79"/>
                <a:gd name="T12" fmla="*/ 118 w 118"/>
                <a:gd name="T13" fmla="*/ 69 h 79"/>
                <a:gd name="T14" fmla="*/ 26 w 118"/>
                <a:gd name="T15" fmla="*/ 29 h 79"/>
                <a:gd name="T16" fmla="*/ 39 w 118"/>
                <a:gd name="T17" fmla="*/ 6 h 7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18" h="79">
                  <a:moveTo>
                    <a:pt x="39" y="6"/>
                  </a:moveTo>
                  <a:lnTo>
                    <a:pt x="26" y="0"/>
                  </a:lnTo>
                  <a:lnTo>
                    <a:pt x="0" y="52"/>
                  </a:lnTo>
                  <a:lnTo>
                    <a:pt x="13" y="59"/>
                  </a:lnTo>
                  <a:lnTo>
                    <a:pt x="23" y="36"/>
                  </a:lnTo>
                  <a:lnTo>
                    <a:pt x="115" y="79"/>
                  </a:lnTo>
                  <a:lnTo>
                    <a:pt x="118" y="69"/>
                  </a:lnTo>
                  <a:lnTo>
                    <a:pt x="26" y="29"/>
                  </a:lnTo>
                  <a:lnTo>
                    <a:pt x="39" y="6"/>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nchor="ctr"/>
            <a:lstStyle/>
            <a:p>
              <a:pPr algn="ctr"/>
              <a:endParaRPr>
                <a:solidFill>
                  <a:schemeClr val="accent1"/>
                </a:solidFill>
              </a:endParaRPr>
            </a:p>
          </p:txBody>
        </p:sp>
        <p:sp>
          <p:nvSpPr>
            <p:cNvPr id="50" name="ísļiďè">
              <a:extLst>
                <a:ext uri="{FF2B5EF4-FFF2-40B4-BE49-F238E27FC236}">
                  <a16:creationId xmlns:a16="http://schemas.microsoft.com/office/drawing/2014/main" xmlns="" id="{B6785E3C-1C9F-4B94-B424-24854787997F}"/>
                </a:ext>
              </a:extLst>
            </p:cNvPr>
            <p:cNvSpPr/>
            <p:nvPr/>
          </p:nvSpPr>
          <p:spPr bwMode="auto">
            <a:xfrm>
              <a:off x="3573335" y="1604000"/>
              <a:ext cx="39248" cy="52564"/>
            </a:xfrm>
            <a:custGeom>
              <a:avLst/>
              <a:gdLst>
                <a:gd name="T0" fmla="*/ 17 w 17"/>
                <a:gd name="T1" fmla="*/ 1 h 23"/>
                <a:gd name="T2" fmla="*/ 17 w 17"/>
                <a:gd name="T3" fmla="*/ 0 h 23"/>
                <a:gd name="T4" fmla="*/ 10 w 17"/>
                <a:gd name="T5" fmla="*/ 0 h 23"/>
                <a:gd name="T6" fmla="*/ 10 w 17"/>
                <a:gd name="T7" fmla="*/ 1 h 23"/>
                <a:gd name="T8" fmla="*/ 12 w 17"/>
                <a:gd name="T9" fmla="*/ 1 h 23"/>
                <a:gd name="T10" fmla="*/ 13 w 17"/>
                <a:gd name="T11" fmla="*/ 2 h 23"/>
                <a:gd name="T12" fmla="*/ 13 w 17"/>
                <a:gd name="T13" fmla="*/ 3 h 23"/>
                <a:gd name="T14" fmla="*/ 11 w 17"/>
                <a:gd name="T15" fmla="*/ 5 h 23"/>
                <a:gd name="T16" fmla="*/ 5 w 17"/>
                <a:gd name="T17" fmla="*/ 16 h 23"/>
                <a:gd name="T18" fmla="*/ 3 w 17"/>
                <a:gd name="T19" fmla="*/ 18 h 23"/>
                <a:gd name="T20" fmla="*/ 2 w 17"/>
                <a:gd name="T21" fmla="*/ 19 h 23"/>
                <a:gd name="T22" fmla="*/ 0 w 17"/>
                <a:gd name="T23" fmla="*/ 18 h 23"/>
                <a:gd name="T24" fmla="*/ 0 w 17"/>
                <a:gd name="T25" fmla="*/ 19 h 23"/>
                <a:gd name="T26" fmla="*/ 8 w 17"/>
                <a:gd name="T27" fmla="*/ 23 h 23"/>
                <a:gd name="T28" fmla="*/ 8 w 17"/>
                <a:gd name="T29" fmla="*/ 22 h 23"/>
                <a:gd name="T30" fmla="*/ 6 w 17"/>
                <a:gd name="T31" fmla="*/ 21 h 23"/>
                <a:gd name="T32" fmla="*/ 6 w 17"/>
                <a:gd name="T33" fmla="*/ 20 h 23"/>
                <a:gd name="T34" fmla="*/ 7 w 17"/>
                <a:gd name="T35" fmla="*/ 18 h 23"/>
                <a:gd name="T36" fmla="*/ 17 w 17"/>
                <a:gd name="T37" fmla="*/ 1 h 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7" h="23">
                  <a:moveTo>
                    <a:pt x="17" y="1"/>
                  </a:moveTo>
                  <a:cubicBezTo>
                    <a:pt x="17" y="0"/>
                    <a:pt x="17" y="0"/>
                    <a:pt x="17" y="0"/>
                  </a:cubicBezTo>
                  <a:cubicBezTo>
                    <a:pt x="10" y="0"/>
                    <a:pt x="10" y="0"/>
                    <a:pt x="10" y="0"/>
                  </a:cubicBezTo>
                  <a:cubicBezTo>
                    <a:pt x="10" y="1"/>
                    <a:pt x="10" y="1"/>
                    <a:pt x="10" y="1"/>
                  </a:cubicBezTo>
                  <a:cubicBezTo>
                    <a:pt x="11" y="1"/>
                    <a:pt x="12" y="1"/>
                    <a:pt x="12" y="1"/>
                  </a:cubicBezTo>
                  <a:cubicBezTo>
                    <a:pt x="12" y="1"/>
                    <a:pt x="13" y="1"/>
                    <a:pt x="13" y="2"/>
                  </a:cubicBezTo>
                  <a:cubicBezTo>
                    <a:pt x="13" y="2"/>
                    <a:pt x="13" y="2"/>
                    <a:pt x="13" y="3"/>
                  </a:cubicBezTo>
                  <a:cubicBezTo>
                    <a:pt x="13" y="3"/>
                    <a:pt x="12" y="4"/>
                    <a:pt x="11" y="5"/>
                  </a:cubicBezTo>
                  <a:cubicBezTo>
                    <a:pt x="5" y="16"/>
                    <a:pt x="5" y="16"/>
                    <a:pt x="5" y="16"/>
                  </a:cubicBezTo>
                  <a:cubicBezTo>
                    <a:pt x="4" y="18"/>
                    <a:pt x="4" y="18"/>
                    <a:pt x="3" y="18"/>
                  </a:cubicBezTo>
                  <a:cubicBezTo>
                    <a:pt x="3" y="19"/>
                    <a:pt x="3" y="19"/>
                    <a:pt x="2" y="19"/>
                  </a:cubicBezTo>
                  <a:cubicBezTo>
                    <a:pt x="2" y="19"/>
                    <a:pt x="1" y="18"/>
                    <a:pt x="0" y="18"/>
                  </a:cubicBezTo>
                  <a:cubicBezTo>
                    <a:pt x="0" y="19"/>
                    <a:pt x="0" y="19"/>
                    <a:pt x="0" y="19"/>
                  </a:cubicBezTo>
                  <a:cubicBezTo>
                    <a:pt x="8" y="23"/>
                    <a:pt x="8" y="23"/>
                    <a:pt x="8" y="23"/>
                  </a:cubicBezTo>
                  <a:cubicBezTo>
                    <a:pt x="8" y="22"/>
                    <a:pt x="8" y="22"/>
                    <a:pt x="8" y="22"/>
                  </a:cubicBezTo>
                  <a:cubicBezTo>
                    <a:pt x="7" y="22"/>
                    <a:pt x="7" y="21"/>
                    <a:pt x="6" y="21"/>
                  </a:cubicBezTo>
                  <a:cubicBezTo>
                    <a:pt x="6" y="21"/>
                    <a:pt x="6" y="20"/>
                    <a:pt x="6" y="20"/>
                  </a:cubicBezTo>
                  <a:cubicBezTo>
                    <a:pt x="6" y="20"/>
                    <a:pt x="7" y="19"/>
                    <a:pt x="7" y="18"/>
                  </a:cubicBezTo>
                  <a:lnTo>
                    <a:pt x="17" y="1"/>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nchor="ctr"/>
            <a:lstStyle/>
            <a:p>
              <a:pPr algn="ctr"/>
              <a:endParaRPr>
                <a:solidFill>
                  <a:schemeClr val="accent1"/>
                </a:solidFill>
              </a:endParaRPr>
            </a:p>
          </p:txBody>
        </p:sp>
        <p:sp>
          <p:nvSpPr>
            <p:cNvPr id="51" name="íṡlïde">
              <a:extLst>
                <a:ext uri="{FF2B5EF4-FFF2-40B4-BE49-F238E27FC236}">
                  <a16:creationId xmlns:a16="http://schemas.microsoft.com/office/drawing/2014/main" xmlns="" id="{1410D543-4E28-4598-979C-CE5C31622039}"/>
                </a:ext>
              </a:extLst>
            </p:cNvPr>
            <p:cNvSpPr/>
            <p:nvPr/>
          </p:nvSpPr>
          <p:spPr bwMode="auto">
            <a:xfrm>
              <a:off x="3646924" y="1622223"/>
              <a:ext cx="34342" cy="57470"/>
            </a:xfrm>
            <a:custGeom>
              <a:avLst/>
              <a:gdLst>
                <a:gd name="T0" fmla="*/ 9 w 15"/>
                <a:gd name="T1" fmla="*/ 1 h 25"/>
                <a:gd name="T2" fmla="*/ 4 w 15"/>
                <a:gd name="T3" fmla="*/ 2 h 25"/>
                <a:gd name="T4" fmla="*/ 2 w 15"/>
                <a:gd name="T5" fmla="*/ 5 h 25"/>
                <a:gd name="T6" fmla="*/ 2 w 15"/>
                <a:gd name="T7" fmla="*/ 8 h 25"/>
                <a:gd name="T8" fmla="*/ 5 w 15"/>
                <a:gd name="T9" fmla="*/ 12 h 25"/>
                <a:gd name="T10" fmla="*/ 1 w 15"/>
                <a:gd name="T11" fmla="*/ 15 h 25"/>
                <a:gd name="T12" fmla="*/ 0 w 15"/>
                <a:gd name="T13" fmla="*/ 18 h 25"/>
                <a:gd name="T14" fmla="*/ 1 w 15"/>
                <a:gd name="T15" fmla="*/ 22 h 25"/>
                <a:gd name="T16" fmla="*/ 6 w 15"/>
                <a:gd name="T17" fmla="*/ 25 h 25"/>
                <a:gd name="T18" fmla="*/ 11 w 15"/>
                <a:gd name="T19" fmla="*/ 24 h 25"/>
                <a:gd name="T20" fmla="*/ 14 w 15"/>
                <a:gd name="T21" fmla="*/ 20 h 25"/>
                <a:gd name="T22" fmla="*/ 13 w 15"/>
                <a:gd name="T23" fmla="*/ 16 h 25"/>
                <a:gd name="T24" fmla="*/ 9 w 15"/>
                <a:gd name="T25" fmla="*/ 12 h 25"/>
                <a:gd name="T26" fmla="*/ 14 w 15"/>
                <a:gd name="T27" fmla="*/ 9 h 25"/>
                <a:gd name="T28" fmla="*/ 15 w 15"/>
                <a:gd name="T29" fmla="*/ 7 h 25"/>
                <a:gd name="T30" fmla="*/ 14 w 15"/>
                <a:gd name="T31" fmla="*/ 3 h 25"/>
                <a:gd name="T32" fmla="*/ 9 w 15"/>
                <a:gd name="T33" fmla="*/ 1 h 25"/>
                <a:gd name="T34" fmla="*/ 11 w 15"/>
                <a:gd name="T35" fmla="*/ 19 h 25"/>
                <a:gd name="T36" fmla="*/ 11 w 15"/>
                <a:gd name="T37" fmla="*/ 21 h 25"/>
                <a:gd name="T38" fmla="*/ 10 w 15"/>
                <a:gd name="T39" fmla="*/ 23 h 25"/>
                <a:gd name="T40" fmla="*/ 6 w 15"/>
                <a:gd name="T41" fmla="*/ 24 h 25"/>
                <a:gd name="T42" fmla="*/ 3 w 15"/>
                <a:gd name="T43" fmla="*/ 22 h 25"/>
                <a:gd name="T44" fmla="*/ 3 w 15"/>
                <a:gd name="T45" fmla="*/ 18 h 25"/>
                <a:gd name="T46" fmla="*/ 4 w 15"/>
                <a:gd name="T47" fmla="*/ 15 h 25"/>
                <a:gd name="T48" fmla="*/ 6 w 15"/>
                <a:gd name="T49" fmla="*/ 13 h 25"/>
                <a:gd name="T50" fmla="*/ 11 w 15"/>
                <a:gd name="T51" fmla="*/ 19 h 25"/>
                <a:gd name="T52" fmla="*/ 12 w 15"/>
                <a:gd name="T53" fmla="*/ 8 h 25"/>
                <a:gd name="T54" fmla="*/ 8 w 15"/>
                <a:gd name="T55" fmla="*/ 11 h 25"/>
                <a:gd name="T56" fmla="*/ 6 w 15"/>
                <a:gd name="T57" fmla="*/ 8 h 25"/>
                <a:gd name="T58" fmla="*/ 5 w 15"/>
                <a:gd name="T59" fmla="*/ 6 h 25"/>
                <a:gd name="T60" fmla="*/ 5 w 15"/>
                <a:gd name="T61" fmla="*/ 5 h 25"/>
                <a:gd name="T62" fmla="*/ 6 w 15"/>
                <a:gd name="T63" fmla="*/ 2 h 25"/>
                <a:gd name="T64" fmla="*/ 9 w 15"/>
                <a:gd name="T65" fmla="*/ 2 h 25"/>
                <a:gd name="T66" fmla="*/ 12 w 15"/>
                <a:gd name="T67" fmla="*/ 3 h 25"/>
                <a:gd name="T68" fmla="*/ 12 w 15"/>
                <a:gd name="T69" fmla="*/ 6 h 25"/>
                <a:gd name="T70" fmla="*/ 12 w 15"/>
                <a:gd name="T71" fmla="*/ 8 h 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15" h="25">
                  <a:moveTo>
                    <a:pt x="9" y="1"/>
                  </a:moveTo>
                  <a:cubicBezTo>
                    <a:pt x="7" y="0"/>
                    <a:pt x="6" y="1"/>
                    <a:pt x="4" y="2"/>
                  </a:cubicBezTo>
                  <a:cubicBezTo>
                    <a:pt x="3" y="3"/>
                    <a:pt x="2" y="4"/>
                    <a:pt x="2" y="5"/>
                  </a:cubicBezTo>
                  <a:cubicBezTo>
                    <a:pt x="2" y="6"/>
                    <a:pt x="2" y="7"/>
                    <a:pt x="2" y="8"/>
                  </a:cubicBezTo>
                  <a:cubicBezTo>
                    <a:pt x="3" y="9"/>
                    <a:pt x="4" y="11"/>
                    <a:pt x="5" y="12"/>
                  </a:cubicBezTo>
                  <a:cubicBezTo>
                    <a:pt x="4" y="13"/>
                    <a:pt x="2" y="14"/>
                    <a:pt x="1" y="15"/>
                  </a:cubicBezTo>
                  <a:cubicBezTo>
                    <a:pt x="0" y="16"/>
                    <a:pt x="0" y="17"/>
                    <a:pt x="0" y="18"/>
                  </a:cubicBezTo>
                  <a:cubicBezTo>
                    <a:pt x="0" y="19"/>
                    <a:pt x="0" y="21"/>
                    <a:pt x="1" y="22"/>
                  </a:cubicBezTo>
                  <a:cubicBezTo>
                    <a:pt x="2" y="24"/>
                    <a:pt x="4" y="24"/>
                    <a:pt x="6" y="25"/>
                  </a:cubicBezTo>
                  <a:cubicBezTo>
                    <a:pt x="8" y="25"/>
                    <a:pt x="10" y="25"/>
                    <a:pt x="11" y="24"/>
                  </a:cubicBezTo>
                  <a:cubicBezTo>
                    <a:pt x="13" y="23"/>
                    <a:pt x="14" y="21"/>
                    <a:pt x="14" y="20"/>
                  </a:cubicBezTo>
                  <a:cubicBezTo>
                    <a:pt x="14" y="18"/>
                    <a:pt x="14" y="17"/>
                    <a:pt x="13" y="16"/>
                  </a:cubicBezTo>
                  <a:cubicBezTo>
                    <a:pt x="12" y="15"/>
                    <a:pt x="11" y="14"/>
                    <a:pt x="9" y="12"/>
                  </a:cubicBezTo>
                  <a:cubicBezTo>
                    <a:pt x="11" y="11"/>
                    <a:pt x="13" y="10"/>
                    <a:pt x="14" y="9"/>
                  </a:cubicBezTo>
                  <a:cubicBezTo>
                    <a:pt x="14" y="8"/>
                    <a:pt x="15" y="7"/>
                    <a:pt x="15" y="7"/>
                  </a:cubicBezTo>
                  <a:cubicBezTo>
                    <a:pt x="15" y="5"/>
                    <a:pt x="15" y="4"/>
                    <a:pt x="14" y="3"/>
                  </a:cubicBezTo>
                  <a:cubicBezTo>
                    <a:pt x="13" y="2"/>
                    <a:pt x="11" y="1"/>
                    <a:pt x="9" y="1"/>
                  </a:cubicBezTo>
                  <a:close/>
                  <a:moveTo>
                    <a:pt x="11" y="19"/>
                  </a:moveTo>
                  <a:cubicBezTo>
                    <a:pt x="11" y="19"/>
                    <a:pt x="11" y="20"/>
                    <a:pt x="11" y="21"/>
                  </a:cubicBezTo>
                  <a:cubicBezTo>
                    <a:pt x="11" y="22"/>
                    <a:pt x="10" y="23"/>
                    <a:pt x="10" y="23"/>
                  </a:cubicBezTo>
                  <a:cubicBezTo>
                    <a:pt x="9" y="24"/>
                    <a:pt x="8" y="24"/>
                    <a:pt x="6" y="24"/>
                  </a:cubicBezTo>
                  <a:cubicBezTo>
                    <a:pt x="5" y="24"/>
                    <a:pt x="4" y="23"/>
                    <a:pt x="3" y="22"/>
                  </a:cubicBezTo>
                  <a:cubicBezTo>
                    <a:pt x="3" y="21"/>
                    <a:pt x="2" y="20"/>
                    <a:pt x="3" y="18"/>
                  </a:cubicBezTo>
                  <a:cubicBezTo>
                    <a:pt x="3" y="17"/>
                    <a:pt x="3" y="16"/>
                    <a:pt x="4" y="15"/>
                  </a:cubicBezTo>
                  <a:cubicBezTo>
                    <a:pt x="4" y="15"/>
                    <a:pt x="5" y="14"/>
                    <a:pt x="6" y="13"/>
                  </a:cubicBezTo>
                  <a:cubicBezTo>
                    <a:pt x="9" y="15"/>
                    <a:pt x="10" y="17"/>
                    <a:pt x="11" y="19"/>
                  </a:cubicBezTo>
                  <a:close/>
                  <a:moveTo>
                    <a:pt x="12" y="8"/>
                  </a:moveTo>
                  <a:cubicBezTo>
                    <a:pt x="11" y="9"/>
                    <a:pt x="10" y="10"/>
                    <a:pt x="8" y="11"/>
                  </a:cubicBezTo>
                  <a:cubicBezTo>
                    <a:pt x="6" y="8"/>
                    <a:pt x="6" y="8"/>
                    <a:pt x="6" y="8"/>
                  </a:cubicBezTo>
                  <a:cubicBezTo>
                    <a:pt x="5" y="8"/>
                    <a:pt x="5" y="7"/>
                    <a:pt x="5" y="6"/>
                  </a:cubicBezTo>
                  <a:cubicBezTo>
                    <a:pt x="5" y="6"/>
                    <a:pt x="4" y="5"/>
                    <a:pt x="5" y="5"/>
                  </a:cubicBezTo>
                  <a:cubicBezTo>
                    <a:pt x="5" y="4"/>
                    <a:pt x="5" y="3"/>
                    <a:pt x="6" y="2"/>
                  </a:cubicBezTo>
                  <a:cubicBezTo>
                    <a:pt x="7" y="2"/>
                    <a:pt x="8" y="2"/>
                    <a:pt x="9" y="2"/>
                  </a:cubicBezTo>
                  <a:cubicBezTo>
                    <a:pt x="10" y="2"/>
                    <a:pt x="11" y="2"/>
                    <a:pt x="12" y="3"/>
                  </a:cubicBezTo>
                  <a:cubicBezTo>
                    <a:pt x="12" y="4"/>
                    <a:pt x="13" y="5"/>
                    <a:pt x="12" y="6"/>
                  </a:cubicBezTo>
                  <a:cubicBezTo>
                    <a:pt x="12" y="7"/>
                    <a:pt x="12" y="8"/>
                    <a:pt x="12" y="8"/>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nchor="ctr"/>
            <a:lstStyle/>
            <a:p>
              <a:pPr algn="ctr"/>
              <a:endParaRPr>
                <a:solidFill>
                  <a:schemeClr val="accent1"/>
                </a:solidFill>
              </a:endParaRPr>
            </a:p>
          </p:txBody>
        </p:sp>
        <p:sp>
          <p:nvSpPr>
            <p:cNvPr id="52" name="iṩlide">
              <a:extLst>
                <a:ext uri="{FF2B5EF4-FFF2-40B4-BE49-F238E27FC236}">
                  <a16:creationId xmlns:a16="http://schemas.microsoft.com/office/drawing/2014/main" xmlns="" id="{51CEC972-6487-4F42-BBF5-20A19B9E5C40}"/>
                </a:ext>
              </a:extLst>
            </p:cNvPr>
            <p:cNvSpPr/>
            <p:nvPr/>
          </p:nvSpPr>
          <p:spPr bwMode="auto">
            <a:xfrm>
              <a:off x="3717710" y="1622223"/>
              <a:ext cx="37145" cy="60273"/>
            </a:xfrm>
            <a:custGeom>
              <a:avLst/>
              <a:gdLst>
                <a:gd name="T0" fmla="*/ 15 w 16"/>
                <a:gd name="T1" fmla="*/ 16 h 26"/>
                <a:gd name="T2" fmla="*/ 15 w 16"/>
                <a:gd name="T3" fmla="*/ 9 h 26"/>
                <a:gd name="T4" fmla="*/ 12 w 16"/>
                <a:gd name="T5" fmla="*/ 2 h 26"/>
                <a:gd name="T6" fmla="*/ 6 w 16"/>
                <a:gd name="T7" fmla="*/ 1 h 26"/>
                <a:gd name="T8" fmla="*/ 1 w 16"/>
                <a:gd name="T9" fmla="*/ 4 h 26"/>
                <a:gd name="T10" fmla="*/ 0 w 16"/>
                <a:gd name="T11" fmla="*/ 10 h 26"/>
                <a:gd name="T12" fmla="*/ 3 w 16"/>
                <a:gd name="T13" fmla="*/ 15 h 26"/>
                <a:gd name="T14" fmla="*/ 8 w 16"/>
                <a:gd name="T15" fmla="*/ 16 h 26"/>
                <a:gd name="T16" fmla="*/ 12 w 16"/>
                <a:gd name="T17" fmla="*/ 13 h 26"/>
                <a:gd name="T18" fmla="*/ 11 w 16"/>
                <a:gd name="T19" fmla="*/ 19 h 26"/>
                <a:gd name="T20" fmla="*/ 8 w 16"/>
                <a:gd name="T21" fmla="*/ 23 h 26"/>
                <a:gd name="T22" fmla="*/ 4 w 16"/>
                <a:gd name="T23" fmla="*/ 25 h 26"/>
                <a:gd name="T24" fmla="*/ 4 w 16"/>
                <a:gd name="T25" fmla="*/ 26 h 26"/>
                <a:gd name="T26" fmla="*/ 5 w 16"/>
                <a:gd name="T27" fmla="*/ 26 h 26"/>
                <a:gd name="T28" fmla="*/ 11 w 16"/>
                <a:gd name="T29" fmla="*/ 23 h 26"/>
                <a:gd name="T30" fmla="*/ 15 w 16"/>
                <a:gd name="T31" fmla="*/ 16 h 26"/>
                <a:gd name="T32" fmla="*/ 11 w 16"/>
                <a:gd name="T33" fmla="*/ 13 h 26"/>
                <a:gd name="T34" fmla="*/ 9 w 16"/>
                <a:gd name="T35" fmla="*/ 14 h 26"/>
                <a:gd name="T36" fmla="*/ 6 w 16"/>
                <a:gd name="T37" fmla="*/ 13 h 26"/>
                <a:gd name="T38" fmla="*/ 3 w 16"/>
                <a:gd name="T39" fmla="*/ 8 h 26"/>
                <a:gd name="T40" fmla="*/ 3 w 16"/>
                <a:gd name="T41" fmla="*/ 4 h 26"/>
                <a:gd name="T42" fmla="*/ 6 w 16"/>
                <a:gd name="T43" fmla="*/ 2 h 26"/>
                <a:gd name="T44" fmla="*/ 8 w 16"/>
                <a:gd name="T45" fmla="*/ 2 h 26"/>
                <a:gd name="T46" fmla="*/ 11 w 16"/>
                <a:gd name="T47" fmla="*/ 5 h 26"/>
                <a:gd name="T48" fmla="*/ 12 w 16"/>
                <a:gd name="T49" fmla="*/ 8 h 26"/>
                <a:gd name="T50" fmla="*/ 12 w 16"/>
                <a:gd name="T51" fmla="*/ 12 h 26"/>
                <a:gd name="T52" fmla="*/ 11 w 16"/>
                <a:gd name="T53" fmla="*/ 13 h 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16" h="26">
                  <a:moveTo>
                    <a:pt x="15" y="16"/>
                  </a:moveTo>
                  <a:cubicBezTo>
                    <a:pt x="16" y="14"/>
                    <a:pt x="16" y="11"/>
                    <a:pt x="15" y="9"/>
                  </a:cubicBezTo>
                  <a:cubicBezTo>
                    <a:pt x="15" y="6"/>
                    <a:pt x="14" y="4"/>
                    <a:pt x="12" y="2"/>
                  </a:cubicBezTo>
                  <a:cubicBezTo>
                    <a:pt x="10" y="1"/>
                    <a:pt x="8" y="0"/>
                    <a:pt x="6" y="1"/>
                  </a:cubicBezTo>
                  <a:cubicBezTo>
                    <a:pt x="4" y="1"/>
                    <a:pt x="2" y="2"/>
                    <a:pt x="1" y="4"/>
                  </a:cubicBezTo>
                  <a:cubicBezTo>
                    <a:pt x="0" y="6"/>
                    <a:pt x="0" y="8"/>
                    <a:pt x="0" y="10"/>
                  </a:cubicBezTo>
                  <a:cubicBezTo>
                    <a:pt x="1" y="12"/>
                    <a:pt x="1" y="14"/>
                    <a:pt x="3" y="15"/>
                  </a:cubicBezTo>
                  <a:cubicBezTo>
                    <a:pt x="4" y="16"/>
                    <a:pt x="6" y="16"/>
                    <a:pt x="8" y="16"/>
                  </a:cubicBezTo>
                  <a:cubicBezTo>
                    <a:pt x="9" y="16"/>
                    <a:pt x="11" y="15"/>
                    <a:pt x="12" y="13"/>
                  </a:cubicBezTo>
                  <a:cubicBezTo>
                    <a:pt x="12" y="15"/>
                    <a:pt x="12" y="17"/>
                    <a:pt x="11" y="19"/>
                  </a:cubicBezTo>
                  <a:cubicBezTo>
                    <a:pt x="10" y="21"/>
                    <a:pt x="9" y="22"/>
                    <a:pt x="8" y="23"/>
                  </a:cubicBezTo>
                  <a:cubicBezTo>
                    <a:pt x="6" y="24"/>
                    <a:pt x="5" y="25"/>
                    <a:pt x="4" y="25"/>
                  </a:cubicBezTo>
                  <a:cubicBezTo>
                    <a:pt x="4" y="26"/>
                    <a:pt x="4" y="26"/>
                    <a:pt x="4" y="26"/>
                  </a:cubicBezTo>
                  <a:cubicBezTo>
                    <a:pt x="5" y="26"/>
                    <a:pt x="5" y="26"/>
                    <a:pt x="5" y="26"/>
                  </a:cubicBezTo>
                  <a:cubicBezTo>
                    <a:pt x="7" y="25"/>
                    <a:pt x="9" y="24"/>
                    <a:pt x="11" y="23"/>
                  </a:cubicBezTo>
                  <a:cubicBezTo>
                    <a:pt x="13" y="21"/>
                    <a:pt x="14" y="19"/>
                    <a:pt x="15" y="16"/>
                  </a:cubicBezTo>
                  <a:close/>
                  <a:moveTo>
                    <a:pt x="11" y="13"/>
                  </a:moveTo>
                  <a:cubicBezTo>
                    <a:pt x="10" y="14"/>
                    <a:pt x="9" y="14"/>
                    <a:pt x="9" y="14"/>
                  </a:cubicBezTo>
                  <a:cubicBezTo>
                    <a:pt x="8" y="14"/>
                    <a:pt x="7" y="14"/>
                    <a:pt x="6" y="13"/>
                  </a:cubicBezTo>
                  <a:cubicBezTo>
                    <a:pt x="4" y="12"/>
                    <a:pt x="3" y="10"/>
                    <a:pt x="3" y="8"/>
                  </a:cubicBezTo>
                  <a:cubicBezTo>
                    <a:pt x="3" y="6"/>
                    <a:pt x="3" y="5"/>
                    <a:pt x="3" y="4"/>
                  </a:cubicBezTo>
                  <a:cubicBezTo>
                    <a:pt x="4" y="3"/>
                    <a:pt x="5" y="2"/>
                    <a:pt x="6" y="2"/>
                  </a:cubicBezTo>
                  <a:cubicBezTo>
                    <a:pt x="7" y="2"/>
                    <a:pt x="8" y="2"/>
                    <a:pt x="8" y="2"/>
                  </a:cubicBezTo>
                  <a:cubicBezTo>
                    <a:pt x="9" y="3"/>
                    <a:pt x="10" y="4"/>
                    <a:pt x="11" y="5"/>
                  </a:cubicBezTo>
                  <a:cubicBezTo>
                    <a:pt x="11" y="6"/>
                    <a:pt x="12" y="7"/>
                    <a:pt x="12" y="8"/>
                  </a:cubicBezTo>
                  <a:cubicBezTo>
                    <a:pt x="12" y="9"/>
                    <a:pt x="12" y="10"/>
                    <a:pt x="12" y="12"/>
                  </a:cubicBezTo>
                  <a:cubicBezTo>
                    <a:pt x="12" y="13"/>
                    <a:pt x="11" y="13"/>
                    <a:pt x="11" y="13"/>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nchor="ctr"/>
            <a:lstStyle/>
            <a:p>
              <a:pPr algn="ctr"/>
              <a:endParaRPr>
                <a:solidFill>
                  <a:schemeClr val="accent1"/>
                </a:solidFill>
              </a:endParaRPr>
            </a:p>
          </p:txBody>
        </p:sp>
        <p:sp>
          <p:nvSpPr>
            <p:cNvPr id="53" name="îs1ïde">
              <a:extLst>
                <a:ext uri="{FF2B5EF4-FFF2-40B4-BE49-F238E27FC236}">
                  <a16:creationId xmlns:a16="http://schemas.microsoft.com/office/drawing/2014/main" xmlns="" id="{331CB5A2-3F24-47F6-80C0-DD3A7B9F50DA}"/>
                </a:ext>
              </a:extLst>
            </p:cNvPr>
            <p:cNvSpPr/>
            <p:nvPr/>
          </p:nvSpPr>
          <p:spPr bwMode="auto">
            <a:xfrm>
              <a:off x="3782188" y="1613112"/>
              <a:ext cx="32239" cy="57470"/>
            </a:xfrm>
            <a:custGeom>
              <a:avLst/>
              <a:gdLst>
                <a:gd name="T0" fmla="*/ 11 w 14"/>
                <a:gd name="T1" fmla="*/ 24 h 25"/>
                <a:gd name="T2" fmla="*/ 14 w 14"/>
                <a:gd name="T3" fmla="*/ 0 h 25"/>
                <a:gd name="T4" fmla="*/ 14 w 14"/>
                <a:gd name="T5" fmla="*/ 0 h 25"/>
                <a:gd name="T6" fmla="*/ 1 w 14"/>
                <a:gd name="T7" fmla="*/ 2 h 25"/>
                <a:gd name="T8" fmla="*/ 0 w 14"/>
                <a:gd name="T9" fmla="*/ 8 h 25"/>
                <a:gd name="T10" fmla="*/ 0 w 14"/>
                <a:gd name="T11" fmla="*/ 8 h 25"/>
                <a:gd name="T12" fmla="*/ 2 w 14"/>
                <a:gd name="T13" fmla="*/ 5 h 25"/>
                <a:gd name="T14" fmla="*/ 5 w 14"/>
                <a:gd name="T15" fmla="*/ 4 h 25"/>
                <a:gd name="T16" fmla="*/ 12 w 14"/>
                <a:gd name="T17" fmla="*/ 3 h 25"/>
                <a:gd name="T18" fmla="*/ 9 w 14"/>
                <a:gd name="T19" fmla="*/ 25 h 25"/>
                <a:gd name="T20" fmla="*/ 11 w 14"/>
                <a:gd name="T21" fmla="*/ 24 h 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4" h="25">
                  <a:moveTo>
                    <a:pt x="11" y="24"/>
                  </a:moveTo>
                  <a:cubicBezTo>
                    <a:pt x="14" y="0"/>
                    <a:pt x="14" y="0"/>
                    <a:pt x="14" y="0"/>
                  </a:cubicBezTo>
                  <a:cubicBezTo>
                    <a:pt x="14" y="0"/>
                    <a:pt x="14" y="0"/>
                    <a:pt x="14" y="0"/>
                  </a:cubicBezTo>
                  <a:cubicBezTo>
                    <a:pt x="1" y="2"/>
                    <a:pt x="1" y="2"/>
                    <a:pt x="1" y="2"/>
                  </a:cubicBezTo>
                  <a:cubicBezTo>
                    <a:pt x="0" y="8"/>
                    <a:pt x="0" y="8"/>
                    <a:pt x="0" y="8"/>
                  </a:cubicBezTo>
                  <a:cubicBezTo>
                    <a:pt x="0" y="8"/>
                    <a:pt x="0" y="8"/>
                    <a:pt x="0" y="8"/>
                  </a:cubicBezTo>
                  <a:cubicBezTo>
                    <a:pt x="1" y="7"/>
                    <a:pt x="1" y="6"/>
                    <a:pt x="2" y="5"/>
                  </a:cubicBezTo>
                  <a:cubicBezTo>
                    <a:pt x="3" y="5"/>
                    <a:pt x="4" y="4"/>
                    <a:pt x="5" y="4"/>
                  </a:cubicBezTo>
                  <a:cubicBezTo>
                    <a:pt x="12" y="3"/>
                    <a:pt x="12" y="3"/>
                    <a:pt x="12" y="3"/>
                  </a:cubicBezTo>
                  <a:cubicBezTo>
                    <a:pt x="9" y="25"/>
                    <a:pt x="9" y="25"/>
                    <a:pt x="9" y="25"/>
                  </a:cubicBezTo>
                  <a:lnTo>
                    <a:pt x="11" y="24"/>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nchor="ctr"/>
            <a:lstStyle/>
            <a:p>
              <a:pPr algn="ctr"/>
              <a:endParaRPr>
                <a:solidFill>
                  <a:schemeClr val="accent1"/>
                </a:solidFill>
              </a:endParaRPr>
            </a:p>
          </p:txBody>
        </p:sp>
        <p:sp>
          <p:nvSpPr>
            <p:cNvPr id="54" name="i$ľïḑe">
              <a:extLst>
                <a:ext uri="{FF2B5EF4-FFF2-40B4-BE49-F238E27FC236}">
                  <a16:creationId xmlns:a16="http://schemas.microsoft.com/office/drawing/2014/main" xmlns="" id="{161F659A-CC75-4A7C-87C2-3FFC7D96792C}"/>
                </a:ext>
              </a:extLst>
            </p:cNvPr>
            <p:cNvSpPr/>
            <p:nvPr/>
          </p:nvSpPr>
          <p:spPr bwMode="auto">
            <a:xfrm>
              <a:off x="3349063" y="1294926"/>
              <a:ext cx="34342" cy="23128"/>
            </a:xfrm>
            <a:custGeom>
              <a:avLst/>
              <a:gdLst>
                <a:gd name="T0" fmla="*/ 8 w 15"/>
                <a:gd name="T1" fmla="*/ 7 h 10"/>
                <a:gd name="T2" fmla="*/ 12 w 15"/>
                <a:gd name="T3" fmla="*/ 10 h 10"/>
                <a:gd name="T4" fmla="*/ 14 w 15"/>
                <a:gd name="T5" fmla="*/ 3 h 10"/>
                <a:gd name="T6" fmla="*/ 10 w 15"/>
                <a:gd name="T7" fmla="*/ 0 h 10"/>
                <a:gd name="T8" fmla="*/ 0 w 15"/>
                <a:gd name="T9" fmla="*/ 2 h 10"/>
                <a:gd name="T10" fmla="*/ 8 w 15"/>
                <a:gd name="T11" fmla="*/ 7 h 10"/>
              </a:gdLst>
              <a:ahLst/>
              <a:cxnLst>
                <a:cxn ang="0">
                  <a:pos x="T0" y="T1"/>
                </a:cxn>
                <a:cxn ang="0">
                  <a:pos x="T2" y="T3"/>
                </a:cxn>
                <a:cxn ang="0">
                  <a:pos x="T4" y="T5"/>
                </a:cxn>
                <a:cxn ang="0">
                  <a:pos x="T6" y="T7"/>
                </a:cxn>
                <a:cxn ang="0">
                  <a:pos x="T8" y="T9"/>
                </a:cxn>
                <a:cxn ang="0">
                  <a:pos x="T10" y="T11"/>
                </a:cxn>
              </a:cxnLst>
              <a:rect l="0" t="0" r="r" b="b"/>
              <a:pathLst>
                <a:path w="15" h="10">
                  <a:moveTo>
                    <a:pt x="8" y="7"/>
                  </a:moveTo>
                  <a:cubicBezTo>
                    <a:pt x="12" y="10"/>
                    <a:pt x="12" y="10"/>
                    <a:pt x="12" y="10"/>
                  </a:cubicBezTo>
                  <a:cubicBezTo>
                    <a:pt x="12" y="7"/>
                    <a:pt x="15" y="5"/>
                    <a:pt x="14" y="3"/>
                  </a:cubicBezTo>
                  <a:cubicBezTo>
                    <a:pt x="10" y="0"/>
                    <a:pt x="10" y="0"/>
                    <a:pt x="10" y="0"/>
                  </a:cubicBezTo>
                  <a:cubicBezTo>
                    <a:pt x="7" y="0"/>
                    <a:pt x="3" y="0"/>
                    <a:pt x="0" y="2"/>
                  </a:cubicBezTo>
                  <a:cubicBezTo>
                    <a:pt x="1" y="4"/>
                    <a:pt x="4" y="8"/>
                    <a:pt x="8" y="7"/>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nchor="ctr"/>
            <a:lstStyle/>
            <a:p>
              <a:pPr algn="ctr"/>
              <a:endParaRPr>
                <a:solidFill>
                  <a:schemeClr val="accent1"/>
                </a:solidFill>
              </a:endParaRPr>
            </a:p>
          </p:txBody>
        </p:sp>
        <p:sp>
          <p:nvSpPr>
            <p:cNvPr id="55" name="iŝļíḍè">
              <a:extLst>
                <a:ext uri="{FF2B5EF4-FFF2-40B4-BE49-F238E27FC236}">
                  <a16:creationId xmlns:a16="http://schemas.microsoft.com/office/drawing/2014/main" xmlns="" id="{24B024EE-EEE6-44A5-99F1-84F451DAF17A}"/>
                </a:ext>
              </a:extLst>
            </p:cNvPr>
            <p:cNvSpPr/>
            <p:nvPr/>
          </p:nvSpPr>
          <p:spPr bwMode="auto">
            <a:xfrm>
              <a:off x="3378499" y="1327165"/>
              <a:ext cx="27333" cy="18923"/>
            </a:xfrm>
            <a:custGeom>
              <a:avLst/>
              <a:gdLst>
                <a:gd name="T0" fmla="*/ 7 w 12"/>
                <a:gd name="T1" fmla="*/ 7 h 8"/>
                <a:gd name="T2" fmla="*/ 9 w 12"/>
                <a:gd name="T3" fmla="*/ 8 h 8"/>
                <a:gd name="T4" fmla="*/ 12 w 12"/>
                <a:gd name="T5" fmla="*/ 6 h 8"/>
                <a:gd name="T6" fmla="*/ 11 w 12"/>
                <a:gd name="T7" fmla="*/ 2 h 8"/>
                <a:gd name="T8" fmla="*/ 8 w 12"/>
                <a:gd name="T9" fmla="*/ 0 h 8"/>
                <a:gd name="T10" fmla="*/ 0 w 12"/>
                <a:gd name="T11" fmla="*/ 3 h 8"/>
                <a:gd name="T12" fmla="*/ 7 w 12"/>
                <a:gd name="T13" fmla="*/ 7 h 8"/>
              </a:gdLst>
              <a:ahLst/>
              <a:cxnLst>
                <a:cxn ang="0">
                  <a:pos x="T0" y="T1"/>
                </a:cxn>
                <a:cxn ang="0">
                  <a:pos x="T2" y="T3"/>
                </a:cxn>
                <a:cxn ang="0">
                  <a:pos x="T4" y="T5"/>
                </a:cxn>
                <a:cxn ang="0">
                  <a:pos x="T6" y="T7"/>
                </a:cxn>
                <a:cxn ang="0">
                  <a:pos x="T8" y="T9"/>
                </a:cxn>
                <a:cxn ang="0">
                  <a:pos x="T10" y="T11"/>
                </a:cxn>
                <a:cxn ang="0">
                  <a:pos x="T12" y="T13"/>
                </a:cxn>
              </a:cxnLst>
              <a:rect l="0" t="0" r="r" b="b"/>
              <a:pathLst>
                <a:path w="12" h="8">
                  <a:moveTo>
                    <a:pt x="7" y="7"/>
                  </a:moveTo>
                  <a:cubicBezTo>
                    <a:pt x="9" y="8"/>
                    <a:pt x="9" y="8"/>
                    <a:pt x="9" y="8"/>
                  </a:cubicBezTo>
                  <a:cubicBezTo>
                    <a:pt x="10" y="8"/>
                    <a:pt x="11" y="6"/>
                    <a:pt x="12" y="6"/>
                  </a:cubicBezTo>
                  <a:cubicBezTo>
                    <a:pt x="12" y="4"/>
                    <a:pt x="11" y="2"/>
                    <a:pt x="11" y="2"/>
                  </a:cubicBezTo>
                  <a:cubicBezTo>
                    <a:pt x="11" y="0"/>
                    <a:pt x="9" y="1"/>
                    <a:pt x="8" y="0"/>
                  </a:cubicBezTo>
                  <a:cubicBezTo>
                    <a:pt x="5" y="1"/>
                    <a:pt x="1" y="0"/>
                    <a:pt x="0" y="3"/>
                  </a:cubicBezTo>
                  <a:cubicBezTo>
                    <a:pt x="2" y="5"/>
                    <a:pt x="5" y="6"/>
                    <a:pt x="7" y="7"/>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nchor="ctr"/>
            <a:lstStyle/>
            <a:p>
              <a:pPr algn="ctr"/>
              <a:endParaRPr>
                <a:solidFill>
                  <a:schemeClr val="accent1"/>
                </a:solidFill>
              </a:endParaRPr>
            </a:p>
          </p:txBody>
        </p:sp>
        <p:sp>
          <p:nvSpPr>
            <p:cNvPr id="56" name="íṩḻîḋê">
              <a:extLst>
                <a:ext uri="{FF2B5EF4-FFF2-40B4-BE49-F238E27FC236}">
                  <a16:creationId xmlns:a16="http://schemas.microsoft.com/office/drawing/2014/main" xmlns="" id="{819EB275-6157-4022-BA39-11F474B98827}"/>
                </a:ext>
              </a:extLst>
            </p:cNvPr>
            <p:cNvSpPr/>
            <p:nvPr/>
          </p:nvSpPr>
          <p:spPr bwMode="auto">
            <a:xfrm>
              <a:off x="3394618" y="1244465"/>
              <a:ext cx="100922" cy="166101"/>
            </a:xfrm>
            <a:custGeom>
              <a:avLst/>
              <a:gdLst>
                <a:gd name="T0" fmla="*/ 9 w 44"/>
                <a:gd name="T1" fmla="*/ 32 h 72"/>
                <a:gd name="T2" fmla="*/ 12 w 44"/>
                <a:gd name="T3" fmla="*/ 31 h 72"/>
                <a:gd name="T4" fmla="*/ 15 w 44"/>
                <a:gd name="T5" fmla="*/ 33 h 72"/>
                <a:gd name="T6" fmla="*/ 13 w 44"/>
                <a:gd name="T7" fmla="*/ 44 h 72"/>
                <a:gd name="T8" fmla="*/ 8 w 44"/>
                <a:gd name="T9" fmla="*/ 41 h 72"/>
                <a:gd name="T10" fmla="*/ 14 w 44"/>
                <a:gd name="T11" fmla="*/ 68 h 72"/>
                <a:gd name="T12" fmla="*/ 26 w 44"/>
                <a:gd name="T13" fmla="*/ 72 h 72"/>
                <a:gd name="T14" fmla="*/ 27 w 44"/>
                <a:gd name="T15" fmla="*/ 69 h 72"/>
                <a:gd name="T16" fmla="*/ 15 w 44"/>
                <a:gd name="T17" fmla="*/ 52 h 72"/>
                <a:gd name="T18" fmla="*/ 21 w 44"/>
                <a:gd name="T19" fmla="*/ 49 h 72"/>
                <a:gd name="T20" fmla="*/ 21 w 44"/>
                <a:gd name="T21" fmla="*/ 40 h 72"/>
                <a:gd name="T22" fmla="*/ 26 w 44"/>
                <a:gd name="T23" fmla="*/ 45 h 72"/>
                <a:gd name="T24" fmla="*/ 19 w 44"/>
                <a:gd name="T25" fmla="*/ 31 h 72"/>
                <a:gd name="T26" fmla="*/ 19 w 44"/>
                <a:gd name="T27" fmla="*/ 21 h 72"/>
                <a:gd name="T28" fmla="*/ 30 w 44"/>
                <a:gd name="T29" fmla="*/ 30 h 72"/>
                <a:gd name="T30" fmla="*/ 26 w 44"/>
                <a:gd name="T31" fmla="*/ 19 h 72"/>
                <a:gd name="T32" fmla="*/ 29 w 44"/>
                <a:gd name="T33" fmla="*/ 16 h 72"/>
                <a:gd name="T34" fmla="*/ 43 w 44"/>
                <a:gd name="T35" fmla="*/ 28 h 72"/>
                <a:gd name="T36" fmla="*/ 29 w 44"/>
                <a:gd name="T37" fmla="*/ 8 h 72"/>
                <a:gd name="T38" fmla="*/ 24 w 44"/>
                <a:gd name="T39" fmla="*/ 6 h 72"/>
                <a:gd name="T40" fmla="*/ 24 w 44"/>
                <a:gd name="T41" fmla="*/ 13 h 72"/>
                <a:gd name="T42" fmla="*/ 17 w 44"/>
                <a:gd name="T43" fmla="*/ 11 h 72"/>
                <a:gd name="T44" fmla="*/ 16 w 44"/>
                <a:gd name="T45" fmla="*/ 0 h 72"/>
                <a:gd name="T46" fmla="*/ 14 w 44"/>
                <a:gd name="T47" fmla="*/ 6 h 72"/>
                <a:gd name="T48" fmla="*/ 9 w 44"/>
                <a:gd name="T49" fmla="*/ 8 h 72"/>
                <a:gd name="T50" fmla="*/ 16 w 44"/>
                <a:gd name="T51" fmla="*/ 16 h 72"/>
                <a:gd name="T52" fmla="*/ 16 w 44"/>
                <a:gd name="T53" fmla="*/ 25 h 72"/>
                <a:gd name="T54" fmla="*/ 11 w 44"/>
                <a:gd name="T55" fmla="*/ 20 h 72"/>
                <a:gd name="T56" fmla="*/ 0 w 44"/>
                <a:gd name="T57" fmla="*/ 19 h 72"/>
                <a:gd name="T58" fmla="*/ 9 w 44"/>
                <a:gd name="T59" fmla="*/ 28 h 72"/>
                <a:gd name="T60" fmla="*/ 9 w 44"/>
                <a:gd name="T61" fmla="*/ 32 h 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44" h="72">
                  <a:moveTo>
                    <a:pt x="9" y="32"/>
                  </a:moveTo>
                  <a:cubicBezTo>
                    <a:pt x="10" y="33"/>
                    <a:pt x="11" y="32"/>
                    <a:pt x="12" y="31"/>
                  </a:cubicBezTo>
                  <a:cubicBezTo>
                    <a:pt x="15" y="33"/>
                    <a:pt x="15" y="33"/>
                    <a:pt x="15" y="33"/>
                  </a:cubicBezTo>
                  <a:cubicBezTo>
                    <a:pt x="16" y="37"/>
                    <a:pt x="15" y="41"/>
                    <a:pt x="13" y="44"/>
                  </a:cubicBezTo>
                  <a:cubicBezTo>
                    <a:pt x="11" y="46"/>
                    <a:pt x="10" y="42"/>
                    <a:pt x="8" y="41"/>
                  </a:cubicBezTo>
                  <a:cubicBezTo>
                    <a:pt x="10" y="50"/>
                    <a:pt x="15" y="60"/>
                    <a:pt x="14" y="68"/>
                  </a:cubicBezTo>
                  <a:cubicBezTo>
                    <a:pt x="20" y="72"/>
                    <a:pt x="24" y="72"/>
                    <a:pt x="26" y="72"/>
                  </a:cubicBezTo>
                  <a:cubicBezTo>
                    <a:pt x="27" y="69"/>
                    <a:pt x="27" y="69"/>
                    <a:pt x="27" y="69"/>
                  </a:cubicBezTo>
                  <a:cubicBezTo>
                    <a:pt x="19" y="64"/>
                    <a:pt x="16" y="54"/>
                    <a:pt x="15" y="52"/>
                  </a:cubicBezTo>
                  <a:cubicBezTo>
                    <a:pt x="21" y="49"/>
                    <a:pt x="21" y="49"/>
                    <a:pt x="21" y="49"/>
                  </a:cubicBezTo>
                  <a:cubicBezTo>
                    <a:pt x="21" y="46"/>
                    <a:pt x="20" y="41"/>
                    <a:pt x="21" y="40"/>
                  </a:cubicBezTo>
                  <a:cubicBezTo>
                    <a:pt x="24" y="41"/>
                    <a:pt x="25" y="43"/>
                    <a:pt x="26" y="45"/>
                  </a:cubicBezTo>
                  <a:cubicBezTo>
                    <a:pt x="33" y="42"/>
                    <a:pt x="22" y="36"/>
                    <a:pt x="19" y="31"/>
                  </a:cubicBezTo>
                  <a:cubicBezTo>
                    <a:pt x="19" y="27"/>
                    <a:pt x="19" y="24"/>
                    <a:pt x="19" y="21"/>
                  </a:cubicBezTo>
                  <a:cubicBezTo>
                    <a:pt x="23" y="22"/>
                    <a:pt x="27" y="27"/>
                    <a:pt x="30" y="30"/>
                  </a:cubicBezTo>
                  <a:cubicBezTo>
                    <a:pt x="33" y="27"/>
                    <a:pt x="27" y="23"/>
                    <a:pt x="26" y="19"/>
                  </a:cubicBezTo>
                  <a:cubicBezTo>
                    <a:pt x="25" y="17"/>
                    <a:pt x="27" y="17"/>
                    <a:pt x="29" y="16"/>
                  </a:cubicBezTo>
                  <a:cubicBezTo>
                    <a:pt x="43" y="28"/>
                    <a:pt x="43" y="28"/>
                    <a:pt x="43" y="28"/>
                  </a:cubicBezTo>
                  <a:cubicBezTo>
                    <a:pt x="44" y="21"/>
                    <a:pt x="34" y="15"/>
                    <a:pt x="29" y="8"/>
                  </a:cubicBezTo>
                  <a:cubicBezTo>
                    <a:pt x="30" y="6"/>
                    <a:pt x="29" y="4"/>
                    <a:pt x="24" y="6"/>
                  </a:cubicBezTo>
                  <a:cubicBezTo>
                    <a:pt x="22" y="6"/>
                    <a:pt x="19" y="7"/>
                    <a:pt x="24" y="13"/>
                  </a:cubicBezTo>
                  <a:cubicBezTo>
                    <a:pt x="21" y="17"/>
                    <a:pt x="19" y="12"/>
                    <a:pt x="17" y="11"/>
                  </a:cubicBezTo>
                  <a:cubicBezTo>
                    <a:pt x="18" y="6"/>
                    <a:pt x="20" y="1"/>
                    <a:pt x="16" y="0"/>
                  </a:cubicBezTo>
                  <a:cubicBezTo>
                    <a:pt x="16" y="2"/>
                    <a:pt x="16" y="4"/>
                    <a:pt x="14" y="6"/>
                  </a:cubicBezTo>
                  <a:cubicBezTo>
                    <a:pt x="9" y="8"/>
                    <a:pt x="9" y="8"/>
                    <a:pt x="9" y="8"/>
                  </a:cubicBezTo>
                  <a:cubicBezTo>
                    <a:pt x="9" y="10"/>
                    <a:pt x="14" y="13"/>
                    <a:pt x="16" y="16"/>
                  </a:cubicBezTo>
                  <a:cubicBezTo>
                    <a:pt x="17" y="20"/>
                    <a:pt x="16" y="23"/>
                    <a:pt x="16" y="25"/>
                  </a:cubicBezTo>
                  <a:cubicBezTo>
                    <a:pt x="12" y="27"/>
                    <a:pt x="13" y="22"/>
                    <a:pt x="11" y="20"/>
                  </a:cubicBezTo>
                  <a:cubicBezTo>
                    <a:pt x="7" y="17"/>
                    <a:pt x="2" y="18"/>
                    <a:pt x="0" y="19"/>
                  </a:cubicBezTo>
                  <a:cubicBezTo>
                    <a:pt x="9" y="28"/>
                    <a:pt x="9" y="28"/>
                    <a:pt x="9" y="28"/>
                  </a:cubicBezTo>
                  <a:cubicBezTo>
                    <a:pt x="9" y="29"/>
                    <a:pt x="6" y="32"/>
                    <a:pt x="9" y="32"/>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nchor="ctr"/>
            <a:lstStyle/>
            <a:p>
              <a:pPr algn="ctr"/>
              <a:endParaRPr>
                <a:solidFill>
                  <a:schemeClr val="accent1"/>
                </a:solidFill>
              </a:endParaRPr>
            </a:p>
          </p:txBody>
        </p:sp>
        <p:sp>
          <p:nvSpPr>
            <p:cNvPr id="57" name="íṡľiḑê">
              <a:extLst>
                <a:ext uri="{FF2B5EF4-FFF2-40B4-BE49-F238E27FC236}">
                  <a16:creationId xmlns:a16="http://schemas.microsoft.com/office/drawing/2014/main" xmlns="" id="{42E546C9-9A65-43FE-859B-1E43E9849080}"/>
                </a:ext>
              </a:extLst>
            </p:cNvPr>
            <p:cNvSpPr/>
            <p:nvPr/>
          </p:nvSpPr>
          <p:spPr bwMode="auto">
            <a:xfrm>
              <a:off x="3589455" y="1092381"/>
              <a:ext cx="30137" cy="30137"/>
            </a:xfrm>
            <a:custGeom>
              <a:avLst/>
              <a:gdLst>
                <a:gd name="T0" fmla="*/ 2 w 13"/>
                <a:gd name="T1" fmla="*/ 13 h 13"/>
                <a:gd name="T2" fmla="*/ 9 w 13"/>
                <a:gd name="T3" fmla="*/ 13 h 13"/>
                <a:gd name="T4" fmla="*/ 3 w 13"/>
                <a:gd name="T5" fmla="*/ 0 h 13"/>
                <a:gd name="T6" fmla="*/ 2 w 13"/>
                <a:gd name="T7" fmla="*/ 8 h 13"/>
                <a:gd name="T8" fmla="*/ 2 w 13"/>
                <a:gd name="T9" fmla="*/ 13 h 13"/>
              </a:gdLst>
              <a:ahLst/>
              <a:cxnLst>
                <a:cxn ang="0">
                  <a:pos x="T0" y="T1"/>
                </a:cxn>
                <a:cxn ang="0">
                  <a:pos x="T2" y="T3"/>
                </a:cxn>
                <a:cxn ang="0">
                  <a:pos x="T4" y="T5"/>
                </a:cxn>
                <a:cxn ang="0">
                  <a:pos x="T6" y="T7"/>
                </a:cxn>
                <a:cxn ang="0">
                  <a:pos x="T8" y="T9"/>
                </a:cxn>
              </a:cxnLst>
              <a:rect l="0" t="0" r="r" b="b"/>
              <a:pathLst>
                <a:path w="13" h="13">
                  <a:moveTo>
                    <a:pt x="2" y="13"/>
                  </a:moveTo>
                  <a:cubicBezTo>
                    <a:pt x="4" y="13"/>
                    <a:pt x="6" y="13"/>
                    <a:pt x="9" y="13"/>
                  </a:cubicBezTo>
                  <a:cubicBezTo>
                    <a:pt x="13" y="8"/>
                    <a:pt x="6" y="3"/>
                    <a:pt x="3" y="0"/>
                  </a:cubicBezTo>
                  <a:cubicBezTo>
                    <a:pt x="0" y="1"/>
                    <a:pt x="2" y="6"/>
                    <a:pt x="2" y="8"/>
                  </a:cubicBezTo>
                  <a:cubicBezTo>
                    <a:pt x="2" y="9"/>
                    <a:pt x="1" y="11"/>
                    <a:pt x="2" y="13"/>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nchor="ctr"/>
            <a:lstStyle/>
            <a:p>
              <a:pPr algn="ctr"/>
              <a:endParaRPr>
                <a:solidFill>
                  <a:schemeClr val="accent1"/>
                </a:solidFill>
              </a:endParaRPr>
            </a:p>
          </p:txBody>
        </p:sp>
        <p:sp>
          <p:nvSpPr>
            <p:cNvPr id="58" name="iṥļiḓe">
              <a:extLst>
                <a:ext uri="{FF2B5EF4-FFF2-40B4-BE49-F238E27FC236}">
                  <a16:creationId xmlns:a16="http://schemas.microsoft.com/office/drawing/2014/main" xmlns="" id="{519D7597-C13C-4234-BD44-74F64E1EB3B3}"/>
                </a:ext>
              </a:extLst>
            </p:cNvPr>
            <p:cNvSpPr/>
            <p:nvPr/>
          </p:nvSpPr>
          <p:spPr bwMode="auto">
            <a:xfrm>
              <a:off x="3578241" y="1138637"/>
              <a:ext cx="18222" cy="25231"/>
            </a:xfrm>
            <a:custGeom>
              <a:avLst/>
              <a:gdLst>
                <a:gd name="T0" fmla="*/ 2 w 8"/>
                <a:gd name="T1" fmla="*/ 11 h 11"/>
                <a:gd name="T2" fmla="*/ 8 w 8"/>
                <a:gd name="T3" fmla="*/ 9 h 11"/>
                <a:gd name="T4" fmla="*/ 7 w 8"/>
                <a:gd name="T5" fmla="*/ 4 h 11"/>
                <a:gd name="T6" fmla="*/ 3 w 8"/>
                <a:gd name="T7" fmla="*/ 0 h 11"/>
                <a:gd name="T8" fmla="*/ 1 w 8"/>
                <a:gd name="T9" fmla="*/ 5 h 11"/>
                <a:gd name="T10" fmla="*/ 2 w 8"/>
                <a:gd name="T11" fmla="*/ 11 h 11"/>
              </a:gdLst>
              <a:ahLst/>
              <a:cxnLst>
                <a:cxn ang="0">
                  <a:pos x="T0" y="T1"/>
                </a:cxn>
                <a:cxn ang="0">
                  <a:pos x="T2" y="T3"/>
                </a:cxn>
                <a:cxn ang="0">
                  <a:pos x="T4" y="T5"/>
                </a:cxn>
                <a:cxn ang="0">
                  <a:pos x="T6" y="T7"/>
                </a:cxn>
                <a:cxn ang="0">
                  <a:pos x="T8" y="T9"/>
                </a:cxn>
                <a:cxn ang="0">
                  <a:pos x="T10" y="T11"/>
                </a:cxn>
              </a:cxnLst>
              <a:rect l="0" t="0" r="r" b="b"/>
              <a:pathLst>
                <a:path w="8" h="11">
                  <a:moveTo>
                    <a:pt x="2" y="11"/>
                  </a:moveTo>
                  <a:cubicBezTo>
                    <a:pt x="4" y="11"/>
                    <a:pt x="6" y="10"/>
                    <a:pt x="8" y="9"/>
                  </a:cubicBezTo>
                  <a:cubicBezTo>
                    <a:pt x="8" y="7"/>
                    <a:pt x="8" y="6"/>
                    <a:pt x="7" y="4"/>
                  </a:cubicBezTo>
                  <a:cubicBezTo>
                    <a:pt x="6" y="3"/>
                    <a:pt x="5" y="1"/>
                    <a:pt x="3" y="0"/>
                  </a:cubicBezTo>
                  <a:cubicBezTo>
                    <a:pt x="3" y="0"/>
                    <a:pt x="0" y="1"/>
                    <a:pt x="1" y="5"/>
                  </a:cubicBezTo>
                  <a:cubicBezTo>
                    <a:pt x="2" y="8"/>
                    <a:pt x="2" y="9"/>
                    <a:pt x="2" y="11"/>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nchor="ctr"/>
            <a:lstStyle/>
            <a:p>
              <a:pPr algn="ctr"/>
              <a:endParaRPr>
                <a:solidFill>
                  <a:schemeClr val="accent1"/>
                </a:solidFill>
              </a:endParaRPr>
            </a:p>
          </p:txBody>
        </p:sp>
        <p:sp>
          <p:nvSpPr>
            <p:cNvPr id="59" name="iŝ1îḋé">
              <a:extLst>
                <a:ext uri="{FF2B5EF4-FFF2-40B4-BE49-F238E27FC236}">
                  <a16:creationId xmlns:a16="http://schemas.microsoft.com/office/drawing/2014/main" xmlns="" id="{12C9A0C3-D4A8-410E-A651-F06D5C6800B2}"/>
                </a:ext>
              </a:extLst>
            </p:cNvPr>
            <p:cNvSpPr/>
            <p:nvPr/>
          </p:nvSpPr>
          <p:spPr bwMode="auto">
            <a:xfrm>
              <a:off x="3628702" y="1117611"/>
              <a:ext cx="41350" cy="39248"/>
            </a:xfrm>
            <a:custGeom>
              <a:avLst/>
              <a:gdLst>
                <a:gd name="T0" fmla="*/ 5 w 18"/>
                <a:gd name="T1" fmla="*/ 11 h 17"/>
                <a:gd name="T2" fmla="*/ 7 w 18"/>
                <a:gd name="T3" fmla="*/ 11 h 17"/>
                <a:gd name="T4" fmla="*/ 7 w 18"/>
                <a:gd name="T5" fmla="*/ 17 h 17"/>
                <a:gd name="T6" fmla="*/ 8 w 18"/>
                <a:gd name="T7" fmla="*/ 17 h 17"/>
                <a:gd name="T8" fmla="*/ 12 w 18"/>
                <a:gd name="T9" fmla="*/ 14 h 17"/>
                <a:gd name="T10" fmla="*/ 13 w 18"/>
                <a:gd name="T11" fmla="*/ 12 h 17"/>
                <a:gd name="T12" fmla="*/ 17 w 18"/>
                <a:gd name="T13" fmla="*/ 7 h 17"/>
                <a:gd name="T14" fmla="*/ 13 w 18"/>
                <a:gd name="T15" fmla="*/ 0 h 17"/>
                <a:gd name="T16" fmla="*/ 2 w 18"/>
                <a:gd name="T17" fmla="*/ 3 h 17"/>
                <a:gd name="T18" fmla="*/ 5 w 18"/>
                <a:gd name="T19" fmla="*/ 11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8" h="17">
                  <a:moveTo>
                    <a:pt x="5" y="11"/>
                  </a:moveTo>
                  <a:cubicBezTo>
                    <a:pt x="7" y="11"/>
                    <a:pt x="7" y="11"/>
                    <a:pt x="7" y="11"/>
                  </a:cubicBezTo>
                  <a:cubicBezTo>
                    <a:pt x="7" y="13"/>
                    <a:pt x="7" y="15"/>
                    <a:pt x="7" y="17"/>
                  </a:cubicBezTo>
                  <a:cubicBezTo>
                    <a:pt x="8" y="17"/>
                    <a:pt x="8" y="17"/>
                    <a:pt x="8" y="17"/>
                  </a:cubicBezTo>
                  <a:cubicBezTo>
                    <a:pt x="9" y="15"/>
                    <a:pt x="11" y="15"/>
                    <a:pt x="12" y="14"/>
                  </a:cubicBezTo>
                  <a:cubicBezTo>
                    <a:pt x="13" y="12"/>
                    <a:pt x="13" y="12"/>
                    <a:pt x="13" y="12"/>
                  </a:cubicBezTo>
                  <a:cubicBezTo>
                    <a:pt x="17" y="7"/>
                    <a:pt x="17" y="7"/>
                    <a:pt x="17" y="7"/>
                  </a:cubicBezTo>
                  <a:cubicBezTo>
                    <a:pt x="18" y="5"/>
                    <a:pt x="17" y="2"/>
                    <a:pt x="13" y="0"/>
                  </a:cubicBezTo>
                  <a:cubicBezTo>
                    <a:pt x="10" y="1"/>
                    <a:pt x="7" y="2"/>
                    <a:pt x="2" y="3"/>
                  </a:cubicBezTo>
                  <a:cubicBezTo>
                    <a:pt x="0" y="7"/>
                    <a:pt x="3" y="10"/>
                    <a:pt x="5" y="11"/>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nchor="ctr"/>
            <a:lstStyle/>
            <a:p>
              <a:pPr algn="ctr"/>
              <a:endParaRPr>
                <a:solidFill>
                  <a:schemeClr val="accent1"/>
                </a:solidFill>
              </a:endParaRPr>
            </a:p>
          </p:txBody>
        </p:sp>
        <p:sp>
          <p:nvSpPr>
            <p:cNvPr id="60" name="iṩḷiḓè">
              <a:extLst>
                <a:ext uri="{FF2B5EF4-FFF2-40B4-BE49-F238E27FC236}">
                  <a16:creationId xmlns:a16="http://schemas.microsoft.com/office/drawing/2014/main" xmlns="" id="{6C1753FA-F6B0-48DD-BD5B-9B52BE3B5A7A}"/>
                </a:ext>
              </a:extLst>
            </p:cNvPr>
            <p:cNvSpPr/>
            <p:nvPr/>
          </p:nvSpPr>
          <p:spPr bwMode="auto">
            <a:xfrm>
              <a:off x="3628702" y="1154756"/>
              <a:ext cx="38547" cy="29436"/>
            </a:xfrm>
            <a:custGeom>
              <a:avLst/>
              <a:gdLst>
                <a:gd name="T0" fmla="*/ 6 w 17"/>
                <a:gd name="T1" fmla="*/ 13 h 13"/>
                <a:gd name="T2" fmla="*/ 15 w 17"/>
                <a:gd name="T3" fmla="*/ 4 h 13"/>
                <a:gd name="T4" fmla="*/ 16 w 17"/>
                <a:gd name="T5" fmla="*/ 0 h 13"/>
                <a:gd name="T6" fmla="*/ 1 w 17"/>
                <a:gd name="T7" fmla="*/ 5 h 13"/>
                <a:gd name="T8" fmla="*/ 6 w 17"/>
                <a:gd name="T9" fmla="*/ 13 h 13"/>
              </a:gdLst>
              <a:ahLst/>
              <a:cxnLst>
                <a:cxn ang="0">
                  <a:pos x="T0" y="T1"/>
                </a:cxn>
                <a:cxn ang="0">
                  <a:pos x="T2" y="T3"/>
                </a:cxn>
                <a:cxn ang="0">
                  <a:pos x="T4" y="T5"/>
                </a:cxn>
                <a:cxn ang="0">
                  <a:pos x="T6" y="T7"/>
                </a:cxn>
                <a:cxn ang="0">
                  <a:pos x="T8" y="T9"/>
                </a:cxn>
              </a:cxnLst>
              <a:rect l="0" t="0" r="r" b="b"/>
              <a:pathLst>
                <a:path w="17" h="13">
                  <a:moveTo>
                    <a:pt x="6" y="13"/>
                  </a:moveTo>
                  <a:cubicBezTo>
                    <a:pt x="9" y="10"/>
                    <a:pt x="13" y="8"/>
                    <a:pt x="15" y="4"/>
                  </a:cubicBezTo>
                  <a:cubicBezTo>
                    <a:pt x="16" y="3"/>
                    <a:pt x="17" y="2"/>
                    <a:pt x="16" y="0"/>
                  </a:cubicBezTo>
                  <a:cubicBezTo>
                    <a:pt x="11" y="0"/>
                    <a:pt x="6" y="5"/>
                    <a:pt x="1" y="5"/>
                  </a:cubicBezTo>
                  <a:cubicBezTo>
                    <a:pt x="0" y="10"/>
                    <a:pt x="4" y="11"/>
                    <a:pt x="6" y="13"/>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nchor="ctr"/>
            <a:lstStyle/>
            <a:p>
              <a:pPr algn="ctr"/>
              <a:endParaRPr>
                <a:solidFill>
                  <a:schemeClr val="accent1"/>
                </a:solidFill>
              </a:endParaRPr>
            </a:p>
          </p:txBody>
        </p:sp>
        <p:sp>
          <p:nvSpPr>
            <p:cNvPr id="61" name="îṥ1ïďé">
              <a:extLst>
                <a:ext uri="{FF2B5EF4-FFF2-40B4-BE49-F238E27FC236}">
                  <a16:creationId xmlns:a16="http://schemas.microsoft.com/office/drawing/2014/main" xmlns="" id="{28CCC03F-241B-4A8E-B2B3-9D4566B175C1}"/>
                </a:ext>
              </a:extLst>
            </p:cNvPr>
            <p:cNvSpPr/>
            <p:nvPr/>
          </p:nvSpPr>
          <p:spPr bwMode="auto">
            <a:xfrm>
              <a:off x="3548104" y="1165970"/>
              <a:ext cx="53265" cy="73589"/>
            </a:xfrm>
            <a:custGeom>
              <a:avLst/>
              <a:gdLst>
                <a:gd name="T0" fmla="*/ 7 w 23"/>
                <a:gd name="T1" fmla="*/ 32 h 32"/>
                <a:gd name="T2" fmla="*/ 23 w 23"/>
                <a:gd name="T3" fmla="*/ 0 h 32"/>
                <a:gd name="T4" fmla="*/ 3 w 23"/>
                <a:gd name="T5" fmla="*/ 23 h 32"/>
                <a:gd name="T6" fmla="*/ 7 w 23"/>
                <a:gd name="T7" fmla="*/ 32 h 32"/>
              </a:gdLst>
              <a:ahLst/>
              <a:cxnLst>
                <a:cxn ang="0">
                  <a:pos x="T0" y="T1"/>
                </a:cxn>
                <a:cxn ang="0">
                  <a:pos x="T2" y="T3"/>
                </a:cxn>
                <a:cxn ang="0">
                  <a:pos x="T4" y="T5"/>
                </a:cxn>
                <a:cxn ang="0">
                  <a:pos x="T6" y="T7"/>
                </a:cxn>
              </a:cxnLst>
              <a:rect l="0" t="0" r="r" b="b"/>
              <a:pathLst>
                <a:path w="23" h="32">
                  <a:moveTo>
                    <a:pt x="7" y="32"/>
                  </a:moveTo>
                  <a:cubicBezTo>
                    <a:pt x="13" y="23"/>
                    <a:pt x="20" y="11"/>
                    <a:pt x="23" y="0"/>
                  </a:cubicBezTo>
                  <a:cubicBezTo>
                    <a:pt x="17" y="9"/>
                    <a:pt x="11" y="18"/>
                    <a:pt x="3" y="23"/>
                  </a:cubicBezTo>
                  <a:cubicBezTo>
                    <a:pt x="0" y="28"/>
                    <a:pt x="6" y="31"/>
                    <a:pt x="7" y="32"/>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nchor="ctr"/>
            <a:lstStyle/>
            <a:p>
              <a:pPr algn="ctr"/>
              <a:endParaRPr>
                <a:solidFill>
                  <a:schemeClr val="accent1"/>
                </a:solidFill>
              </a:endParaRPr>
            </a:p>
          </p:txBody>
        </p:sp>
        <p:sp>
          <p:nvSpPr>
            <p:cNvPr id="62" name="iSḷiḍé">
              <a:extLst>
                <a:ext uri="{FF2B5EF4-FFF2-40B4-BE49-F238E27FC236}">
                  <a16:creationId xmlns:a16="http://schemas.microsoft.com/office/drawing/2014/main" xmlns="" id="{A024C300-D520-4768-A1AA-F5CBE96D5F9D}"/>
                </a:ext>
              </a:extLst>
            </p:cNvPr>
            <p:cNvSpPr/>
            <p:nvPr/>
          </p:nvSpPr>
          <p:spPr bwMode="auto">
            <a:xfrm>
              <a:off x="3773077" y="1117611"/>
              <a:ext cx="93914" cy="101623"/>
            </a:xfrm>
            <a:custGeom>
              <a:avLst/>
              <a:gdLst>
                <a:gd name="T0" fmla="*/ 9 w 41"/>
                <a:gd name="T1" fmla="*/ 38 h 44"/>
                <a:gd name="T2" fmla="*/ 22 w 41"/>
                <a:gd name="T3" fmla="*/ 33 h 44"/>
                <a:gd name="T4" fmla="*/ 12 w 41"/>
                <a:gd name="T5" fmla="*/ 44 h 44"/>
                <a:gd name="T6" fmla="*/ 29 w 41"/>
                <a:gd name="T7" fmla="*/ 31 h 44"/>
                <a:gd name="T8" fmla="*/ 39 w 41"/>
                <a:gd name="T9" fmla="*/ 26 h 44"/>
                <a:gd name="T10" fmla="*/ 40 w 41"/>
                <a:gd name="T11" fmla="*/ 22 h 44"/>
                <a:gd name="T12" fmla="*/ 39 w 41"/>
                <a:gd name="T13" fmla="*/ 22 h 44"/>
                <a:gd name="T14" fmla="*/ 36 w 41"/>
                <a:gd name="T15" fmla="*/ 24 h 44"/>
                <a:gd name="T16" fmla="*/ 34 w 41"/>
                <a:gd name="T17" fmla="*/ 23 h 44"/>
                <a:gd name="T18" fmla="*/ 37 w 41"/>
                <a:gd name="T19" fmla="*/ 18 h 44"/>
                <a:gd name="T20" fmla="*/ 40 w 41"/>
                <a:gd name="T21" fmla="*/ 14 h 44"/>
                <a:gd name="T22" fmla="*/ 37 w 41"/>
                <a:gd name="T23" fmla="*/ 0 h 44"/>
                <a:gd name="T24" fmla="*/ 29 w 41"/>
                <a:gd name="T25" fmla="*/ 23 h 44"/>
                <a:gd name="T26" fmla="*/ 23 w 41"/>
                <a:gd name="T27" fmla="*/ 27 h 44"/>
                <a:gd name="T28" fmla="*/ 6 w 41"/>
                <a:gd name="T29" fmla="*/ 29 h 44"/>
                <a:gd name="T30" fmla="*/ 4 w 41"/>
                <a:gd name="T31" fmla="*/ 28 h 44"/>
                <a:gd name="T32" fmla="*/ 6 w 41"/>
                <a:gd name="T33" fmla="*/ 37 h 44"/>
                <a:gd name="T34" fmla="*/ 9 w 41"/>
                <a:gd name="T35" fmla="*/ 38 h 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41" h="44">
                  <a:moveTo>
                    <a:pt x="9" y="38"/>
                  </a:moveTo>
                  <a:cubicBezTo>
                    <a:pt x="14" y="36"/>
                    <a:pt x="18" y="33"/>
                    <a:pt x="22" y="33"/>
                  </a:cubicBezTo>
                  <a:cubicBezTo>
                    <a:pt x="22" y="37"/>
                    <a:pt x="15" y="41"/>
                    <a:pt x="12" y="44"/>
                  </a:cubicBezTo>
                  <a:cubicBezTo>
                    <a:pt x="22" y="43"/>
                    <a:pt x="26" y="37"/>
                    <a:pt x="29" y="31"/>
                  </a:cubicBezTo>
                  <a:cubicBezTo>
                    <a:pt x="32" y="28"/>
                    <a:pt x="36" y="27"/>
                    <a:pt x="39" y="26"/>
                  </a:cubicBezTo>
                  <a:cubicBezTo>
                    <a:pt x="40" y="25"/>
                    <a:pt x="41" y="25"/>
                    <a:pt x="40" y="22"/>
                  </a:cubicBezTo>
                  <a:cubicBezTo>
                    <a:pt x="40" y="22"/>
                    <a:pt x="39" y="22"/>
                    <a:pt x="39" y="22"/>
                  </a:cubicBezTo>
                  <a:cubicBezTo>
                    <a:pt x="38" y="23"/>
                    <a:pt x="37" y="24"/>
                    <a:pt x="36" y="24"/>
                  </a:cubicBezTo>
                  <a:cubicBezTo>
                    <a:pt x="35" y="25"/>
                    <a:pt x="33" y="25"/>
                    <a:pt x="34" y="23"/>
                  </a:cubicBezTo>
                  <a:cubicBezTo>
                    <a:pt x="35" y="21"/>
                    <a:pt x="36" y="19"/>
                    <a:pt x="37" y="18"/>
                  </a:cubicBezTo>
                  <a:cubicBezTo>
                    <a:pt x="40" y="14"/>
                    <a:pt x="40" y="14"/>
                    <a:pt x="40" y="14"/>
                  </a:cubicBezTo>
                  <a:cubicBezTo>
                    <a:pt x="40" y="11"/>
                    <a:pt x="40" y="3"/>
                    <a:pt x="37" y="0"/>
                  </a:cubicBezTo>
                  <a:cubicBezTo>
                    <a:pt x="33" y="3"/>
                    <a:pt x="31" y="15"/>
                    <a:pt x="29" y="23"/>
                  </a:cubicBezTo>
                  <a:cubicBezTo>
                    <a:pt x="27" y="27"/>
                    <a:pt x="25" y="27"/>
                    <a:pt x="23" y="27"/>
                  </a:cubicBezTo>
                  <a:cubicBezTo>
                    <a:pt x="18" y="28"/>
                    <a:pt x="10" y="30"/>
                    <a:pt x="6" y="29"/>
                  </a:cubicBezTo>
                  <a:cubicBezTo>
                    <a:pt x="4" y="28"/>
                    <a:pt x="4" y="28"/>
                    <a:pt x="4" y="28"/>
                  </a:cubicBezTo>
                  <a:cubicBezTo>
                    <a:pt x="0" y="32"/>
                    <a:pt x="5" y="35"/>
                    <a:pt x="6" y="37"/>
                  </a:cubicBezTo>
                  <a:lnTo>
                    <a:pt x="9" y="38"/>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nchor="ctr"/>
            <a:lstStyle/>
            <a:p>
              <a:pPr algn="ctr"/>
              <a:endParaRPr>
                <a:solidFill>
                  <a:schemeClr val="accent1"/>
                </a:solidFill>
              </a:endParaRPr>
            </a:p>
          </p:txBody>
        </p:sp>
        <p:sp>
          <p:nvSpPr>
            <p:cNvPr id="63" name="îşļíďê">
              <a:extLst>
                <a:ext uri="{FF2B5EF4-FFF2-40B4-BE49-F238E27FC236}">
                  <a16:creationId xmlns:a16="http://schemas.microsoft.com/office/drawing/2014/main" xmlns="" id="{A90F1805-72A8-4F9B-9A66-AB2FCD9A4769}"/>
                </a:ext>
              </a:extLst>
            </p:cNvPr>
            <p:cNvSpPr/>
            <p:nvPr/>
          </p:nvSpPr>
          <p:spPr bwMode="auto">
            <a:xfrm>
              <a:off x="3846666" y="1210123"/>
              <a:ext cx="22427" cy="32239"/>
            </a:xfrm>
            <a:custGeom>
              <a:avLst/>
              <a:gdLst>
                <a:gd name="T0" fmla="*/ 4 w 10"/>
                <a:gd name="T1" fmla="*/ 14 h 14"/>
                <a:gd name="T2" fmla="*/ 9 w 10"/>
                <a:gd name="T3" fmla="*/ 12 h 14"/>
                <a:gd name="T4" fmla="*/ 2 w 10"/>
                <a:gd name="T5" fmla="*/ 0 h 14"/>
                <a:gd name="T6" fmla="*/ 1 w 10"/>
                <a:gd name="T7" fmla="*/ 10 h 14"/>
                <a:gd name="T8" fmla="*/ 4 w 10"/>
                <a:gd name="T9" fmla="*/ 14 h 14"/>
              </a:gdLst>
              <a:ahLst/>
              <a:cxnLst>
                <a:cxn ang="0">
                  <a:pos x="T0" y="T1"/>
                </a:cxn>
                <a:cxn ang="0">
                  <a:pos x="T2" y="T3"/>
                </a:cxn>
                <a:cxn ang="0">
                  <a:pos x="T4" y="T5"/>
                </a:cxn>
                <a:cxn ang="0">
                  <a:pos x="T6" y="T7"/>
                </a:cxn>
                <a:cxn ang="0">
                  <a:pos x="T8" y="T9"/>
                </a:cxn>
              </a:cxnLst>
              <a:rect l="0" t="0" r="r" b="b"/>
              <a:pathLst>
                <a:path w="10" h="14">
                  <a:moveTo>
                    <a:pt x="4" y="14"/>
                  </a:moveTo>
                  <a:cubicBezTo>
                    <a:pt x="6" y="14"/>
                    <a:pt x="7" y="14"/>
                    <a:pt x="9" y="12"/>
                  </a:cubicBezTo>
                  <a:cubicBezTo>
                    <a:pt x="10" y="7"/>
                    <a:pt x="8" y="2"/>
                    <a:pt x="2" y="0"/>
                  </a:cubicBezTo>
                  <a:cubicBezTo>
                    <a:pt x="0" y="3"/>
                    <a:pt x="2" y="6"/>
                    <a:pt x="1" y="10"/>
                  </a:cubicBezTo>
                  <a:cubicBezTo>
                    <a:pt x="0" y="13"/>
                    <a:pt x="3" y="12"/>
                    <a:pt x="4" y="1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nchor="ctr"/>
            <a:lstStyle/>
            <a:p>
              <a:pPr algn="ctr"/>
              <a:endParaRPr>
                <a:solidFill>
                  <a:schemeClr val="accent1"/>
                </a:solidFill>
              </a:endParaRPr>
            </a:p>
          </p:txBody>
        </p:sp>
        <p:sp>
          <p:nvSpPr>
            <p:cNvPr id="64" name="îš1íḍê">
              <a:extLst>
                <a:ext uri="{FF2B5EF4-FFF2-40B4-BE49-F238E27FC236}">
                  <a16:creationId xmlns:a16="http://schemas.microsoft.com/office/drawing/2014/main" xmlns="" id="{A5B1A30C-DD2A-4798-A7AF-EC01F5D62552}"/>
                </a:ext>
              </a:extLst>
            </p:cNvPr>
            <p:cNvSpPr/>
            <p:nvPr/>
          </p:nvSpPr>
          <p:spPr bwMode="auto">
            <a:xfrm>
              <a:off x="3944785" y="1278806"/>
              <a:ext cx="21025" cy="21025"/>
            </a:xfrm>
            <a:custGeom>
              <a:avLst/>
              <a:gdLst>
                <a:gd name="T0" fmla="*/ 7 w 9"/>
                <a:gd name="T1" fmla="*/ 6 h 9"/>
                <a:gd name="T2" fmla="*/ 8 w 9"/>
                <a:gd name="T3" fmla="*/ 1 h 9"/>
                <a:gd name="T4" fmla="*/ 2 w 9"/>
                <a:gd name="T5" fmla="*/ 2 h 9"/>
                <a:gd name="T6" fmla="*/ 0 w 9"/>
                <a:gd name="T7" fmla="*/ 6 h 9"/>
                <a:gd name="T8" fmla="*/ 7 w 9"/>
                <a:gd name="T9" fmla="*/ 6 h 9"/>
              </a:gdLst>
              <a:ahLst/>
              <a:cxnLst>
                <a:cxn ang="0">
                  <a:pos x="T0" y="T1"/>
                </a:cxn>
                <a:cxn ang="0">
                  <a:pos x="T2" y="T3"/>
                </a:cxn>
                <a:cxn ang="0">
                  <a:pos x="T4" y="T5"/>
                </a:cxn>
                <a:cxn ang="0">
                  <a:pos x="T6" y="T7"/>
                </a:cxn>
                <a:cxn ang="0">
                  <a:pos x="T8" y="T9"/>
                </a:cxn>
              </a:cxnLst>
              <a:rect l="0" t="0" r="r" b="b"/>
              <a:pathLst>
                <a:path w="9" h="9">
                  <a:moveTo>
                    <a:pt x="7" y="6"/>
                  </a:moveTo>
                  <a:cubicBezTo>
                    <a:pt x="8" y="4"/>
                    <a:pt x="9" y="2"/>
                    <a:pt x="8" y="1"/>
                  </a:cubicBezTo>
                  <a:cubicBezTo>
                    <a:pt x="6" y="0"/>
                    <a:pt x="4" y="2"/>
                    <a:pt x="2" y="2"/>
                  </a:cubicBezTo>
                  <a:cubicBezTo>
                    <a:pt x="0" y="3"/>
                    <a:pt x="0" y="5"/>
                    <a:pt x="0" y="6"/>
                  </a:cubicBezTo>
                  <a:cubicBezTo>
                    <a:pt x="1" y="9"/>
                    <a:pt x="4" y="8"/>
                    <a:pt x="7" y="6"/>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nchor="ctr"/>
            <a:lstStyle/>
            <a:p>
              <a:pPr algn="ctr"/>
              <a:endParaRPr>
                <a:solidFill>
                  <a:schemeClr val="accent1"/>
                </a:solidFill>
              </a:endParaRPr>
            </a:p>
          </p:txBody>
        </p:sp>
        <p:sp>
          <p:nvSpPr>
            <p:cNvPr id="65" name="íŝliḓê">
              <a:extLst>
                <a:ext uri="{FF2B5EF4-FFF2-40B4-BE49-F238E27FC236}">
                  <a16:creationId xmlns:a16="http://schemas.microsoft.com/office/drawing/2014/main" xmlns="" id="{C50AAF40-D76C-4395-9299-3B6580C4861B}"/>
                </a:ext>
              </a:extLst>
            </p:cNvPr>
            <p:cNvSpPr/>
            <p:nvPr/>
          </p:nvSpPr>
          <p:spPr bwMode="auto">
            <a:xfrm>
              <a:off x="3910443" y="1308943"/>
              <a:ext cx="61675" cy="62376"/>
            </a:xfrm>
            <a:custGeom>
              <a:avLst/>
              <a:gdLst>
                <a:gd name="T0" fmla="*/ 6 w 27"/>
                <a:gd name="T1" fmla="*/ 10 h 27"/>
                <a:gd name="T2" fmla="*/ 14 w 27"/>
                <a:gd name="T3" fmla="*/ 14 h 27"/>
                <a:gd name="T4" fmla="*/ 9 w 27"/>
                <a:gd name="T5" fmla="*/ 18 h 27"/>
                <a:gd name="T6" fmla="*/ 4 w 27"/>
                <a:gd name="T7" fmla="*/ 16 h 27"/>
                <a:gd name="T8" fmla="*/ 2 w 27"/>
                <a:gd name="T9" fmla="*/ 17 h 27"/>
                <a:gd name="T10" fmla="*/ 8 w 27"/>
                <a:gd name="T11" fmla="*/ 27 h 27"/>
                <a:gd name="T12" fmla="*/ 22 w 27"/>
                <a:gd name="T13" fmla="*/ 17 h 27"/>
                <a:gd name="T14" fmla="*/ 25 w 27"/>
                <a:gd name="T15" fmla="*/ 18 h 27"/>
                <a:gd name="T16" fmla="*/ 26 w 27"/>
                <a:gd name="T17" fmla="*/ 16 h 27"/>
                <a:gd name="T18" fmla="*/ 24 w 27"/>
                <a:gd name="T19" fmla="*/ 14 h 27"/>
                <a:gd name="T20" fmla="*/ 24 w 27"/>
                <a:gd name="T21" fmla="*/ 11 h 27"/>
                <a:gd name="T22" fmla="*/ 23 w 27"/>
                <a:gd name="T23" fmla="*/ 9 h 27"/>
                <a:gd name="T24" fmla="*/ 19 w 27"/>
                <a:gd name="T25" fmla="*/ 12 h 27"/>
                <a:gd name="T26" fmla="*/ 11 w 27"/>
                <a:gd name="T27" fmla="*/ 7 h 27"/>
                <a:gd name="T28" fmla="*/ 4 w 27"/>
                <a:gd name="T29" fmla="*/ 2 h 27"/>
                <a:gd name="T30" fmla="*/ 0 w 27"/>
                <a:gd name="T31" fmla="*/ 3 h 27"/>
                <a:gd name="T32" fmla="*/ 6 w 27"/>
                <a:gd name="T33" fmla="*/ 10 h 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27" h="27">
                  <a:moveTo>
                    <a:pt x="6" y="10"/>
                  </a:moveTo>
                  <a:cubicBezTo>
                    <a:pt x="9" y="11"/>
                    <a:pt x="12" y="12"/>
                    <a:pt x="14" y="14"/>
                  </a:cubicBezTo>
                  <a:cubicBezTo>
                    <a:pt x="14" y="15"/>
                    <a:pt x="11" y="17"/>
                    <a:pt x="9" y="18"/>
                  </a:cubicBezTo>
                  <a:cubicBezTo>
                    <a:pt x="7" y="19"/>
                    <a:pt x="6" y="16"/>
                    <a:pt x="4" y="16"/>
                  </a:cubicBezTo>
                  <a:cubicBezTo>
                    <a:pt x="3" y="15"/>
                    <a:pt x="2" y="15"/>
                    <a:pt x="2" y="17"/>
                  </a:cubicBezTo>
                  <a:cubicBezTo>
                    <a:pt x="4" y="20"/>
                    <a:pt x="4" y="25"/>
                    <a:pt x="8" y="27"/>
                  </a:cubicBezTo>
                  <a:cubicBezTo>
                    <a:pt x="13" y="23"/>
                    <a:pt x="17" y="20"/>
                    <a:pt x="22" y="17"/>
                  </a:cubicBezTo>
                  <a:cubicBezTo>
                    <a:pt x="25" y="18"/>
                    <a:pt x="25" y="18"/>
                    <a:pt x="25" y="18"/>
                  </a:cubicBezTo>
                  <a:cubicBezTo>
                    <a:pt x="26" y="18"/>
                    <a:pt x="27" y="17"/>
                    <a:pt x="26" y="16"/>
                  </a:cubicBezTo>
                  <a:cubicBezTo>
                    <a:pt x="26" y="16"/>
                    <a:pt x="25" y="14"/>
                    <a:pt x="24" y="14"/>
                  </a:cubicBezTo>
                  <a:cubicBezTo>
                    <a:pt x="24" y="11"/>
                    <a:pt x="24" y="11"/>
                    <a:pt x="24" y="11"/>
                  </a:cubicBezTo>
                  <a:cubicBezTo>
                    <a:pt x="23" y="9"/>
                    <a:pt x="23" y="9"/>
                    <a:pt x="23" y="9"/>
                  </a:cubicBezTo>
                  <a:cubicBezTo>
                    <a:pt x="22" y="10"/>
                    <a:pt x="20" y="11"/>
                    <a:pt x="19" y="12"/>
                  </a:cubicBezTo>
                  <a:cubicBezTo>
                    <a:pt x="16" y="10"/>
                    <a:pt x="13" y="9"/>
                    <a:pt x="11" y="7"/>
                  </a:cubicBezTo>
                  <a:cubicBezTo>
                    <a:pt x="8" y="6"/>
                    <a:pt x="6" y="4"/>
                    <a:pt x="4" y="2"/>
                  </a:cubicBezTo>
                  <a:cubicBezTo>
                    <a:pt x="1" y="0"/>
                    <a:pt x="0" y="1"/>
                    <a:pt x="0" y="3"/>
                  </a:cubicBezTo>
                  <a:cubicBezTo>
                    <a:pt x="0" y="9"/>
                    <a:pt x="3" y="10"/>
                    <a:pt x="6" y="10"/>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nchor="ctr"/>
            <a:lstStyle/>
            <a:p>
              <a:pPr algn="ctr"/>
              <a:endParaRPr>
                <a:solidFill>
                  <a:schemeClr val="accent1"/>
                </a:solidFill>
              </a:endParaRPr>
            </a:p>
          </p:txBody>
        </p:sp>
        <p:sp>
          <p:nvSpPr>
            <p:cNvPr id="66" name="iṡļiḍe">
              <a:extLst>
                <a:ext uri="{FF2B5EF4-FFF2-40B4-BE49-F238E27FC236}">
                  <a16:creationId xmlns:a16="http://schemas.microsoft.com/office/drawing/2014/main" xmlns="" id="{7BC932AA-8B48-4F78-8833-6ECD626C9242}"/>
                </a:ext>
              </a:extLst>
            </p:cNvPr>
            <p:cNvSpPr/>
            <p:nvPr/>
          </p:nvSpPr>
          <p:spPr bwMode="auto">
            <a:xfrm>
              <a:off x="3935674" y="1271798"/>
              <a:ext cx="124051" cy="76393"/>
            </a:xfrm>
            <a:custGeom>
              <a:avLst/>
              <a:gdLst>
                <a:gd name="T0" fmla="*/ 52 w 54"/>
                <a:gd name="T1" fmla="*/ 10 h 33"/>
                <a:gd name="T2" fmla="*/ 41 w 54"/>
                <a:gd name="T3" fmla="*/ 13 h 33"/>
                <a:gd name="T4" fmla="*/ 37 w 54"/>
                <a:gd name="T5" fmla="*/ 11 h 33"/>
                <a:gd name="T6" fmla="*/ 35 w 54"/>
                <a:gd name="T7" fmla="*/ 12 h 33"/>
                <a:gd name="T8" fmla="*/ 29 w 54"/>
                <a:gd name="T9" fmla="*/ 15 h 33"/>
                <a:gd name="T10" fmla="*/ 28 w 54"/>
                <a:gd name="T11" fmla="*/ 13 h 33"/>
                <a:gd name="T12" fmla="*/ 23 w 54"/>
                <a:gd name="T13" fmla="*/ 15 h 33"/>
                <a:gd name="T14" fmla="*/ 19 w 54"/>
                <a:gd name="T15" fmla="*/ 15 h 33"/>
                <a:gd name="T16" fmla="*/ 26 w 54"/>
                <a:gd name="T17" fmla="*/ 0 h 33"/>
                <a:gd name="T18" fmla="*/ 19 w 54"/>
                <a:gd name="T19" fmla="*/ 6 h 33"/>
                <a:gd name="T20" fmla="*/ 14 w 54"/>
                <a:gd name="T21" fmla="*/ 10 h 33"/>
                <a:gd name="T22" fmla="*/ 10 w 54"/>
                <a:gd name="T23" fmla="*/ 15 h 33"/>
                <a:gd name="T24" fmla="*/ 17 w 54"/>
                <a:gd name="T25" fmla="*/ 16 h 33"/>
                <a:gd name="T26" fmla="*/ 24 w 54"/>
                <a:gd name="T27" fmla="*/ 19 h 33"/>
                <a:gd name="T28" fmla="*/ 23 w 54"/>
                <a:gd name="T29" fmla="*/ 23 h 33"/>
                <a:gd name="T30" fmla="*/ 3 w 54"/>
                <a:gd name="T31" fmla="*/ 13 h 33"/>
                <a:gd name="T32" fmla="*/ 0 w 54"/>
                <a:gd name="T33" fmla="*/ 15 h 33"/>
                <a:gd name="T34" fmla="*/ 4 w 54"/>
                <a:gd name="T35" fmla="*/ 21 h 33"/>
                <a:gd name="T36" fmla="*/ 8 w 54"/>
                <a:gd name="T37" fmla="*/ 22 h 33"/>
                <a:gd name="T38" fmla="*/ 24 w 54"/>
                <a:gd name="T39" fmla="*/ 27 h 33"/>
                <a:gd name="T40" fmla="*/ 14 w 54"/>
                <a:gd name="T41" fmla="*/ 26 h 33"/>
                <a:gd name="T42" fmla="*/ 21 w 54"/>
                <a:gd name="T43" fmla="*/ 30 h 33"/>
                <a:gd name="T44" fmla="*/ 29 w 54"/>
                <a:gd name="T45" fmla="*/ 33 h 33"/>
                <a:gd name="T46" fmla="*/ 34 w 54"/>
                <a:gd name="T47" fmla="*/ 28 h 33"/>
                <a:gd name="T48" fmla="*/ 45 w 54"/>
                <a:gd name="T49" fmla="*/ 28 h 33"/>
                <a:gd name="T50" fmla="*/ 46 w 54"/>
                <a:gd name="T51" fmla="*/ 23 h 33"/>
                <a:gd name="T52" fmla="*/ 42 w 54"/>
                <a:gd name="T53" fmla="*/ 19 h 33"/>
                <a:gd name="T54" fmla="*/ 43 w 54"/>
                <a:gd name="T55" fmla="*/ 18 h 33"/>
                <a:gd name="T56" fmla="*/ 50 w 54"/>
                <a:gd name="T57" fmla="*/ 17 h 33"/>
                <a:gd name="T58" fmla="*/ 52 w 54"/>
                <a:gd name="T59" fmla="*/ 10 h 33"/>
                <a:gd name="T60" fmla="*/ 38 w 54"/>
                <a:gd name="T61" fmla="*/ 23 h 33"/>
                <a:gd name="T62" fmla="*/ 30 w 54"/>
                <a:gd name="T63" fmla="*/ 24 h 33"/>
                <a:gd name="T64" fmla="*/ 33 w 54"/>
                <a:gd name="T65" fmla="*/ 23 h 33"/>
                <a:gd name="T66" fmla="*/ 35 w 54"/>
                <a:gd name="T67" fmla="*/ 21 h 33"/>
                <a:gd name="T68" fmla="*/ 31 w 54"/>
                <a:gd name="T69" fmla="*/ 20 h 33"/>
                <a:gd name="T70" fmla="*/ 30 w 54"/>
                <a:gd name="T71" fmla="*/ 19 h 33"/>
                <a:gd name="T72" fmla="*/ 33 w 54"/>
                <a:gd name="T73" fmla="*/ 17 h 33"/>
                <a:gd name="T74" fmla="*/ 37 w 54"/>
                <a:gd name="T75" fmla="*/ 17 h 33"/>
                <a:gd name="T76" fmla="*/ 38 w 54"/>
                <a:gd name="T77" fmla="*/ 23 h 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54" h="33">
                  <a:moveTo>
                    <a:pt x="52" y="10"/>
                  </a:moveTo>
                  <a:cubicBezTo>
                    <a:pt x="49" y="11"/>
                    <a:pt x="45" y="11"/>
                    <a:pt x="41" y="13"/>
                  </a:cubicBezTo>
                  <a:cubicBezTo>
                    <a:pt x="39" y="13"/>
                    <a:pt x="38" y="12"/>
                    <a:pt x="37" y="11"/>
                  </a:cubicBezTo>
                  <a:cubicBezTo>
                    <a:pt x="35" y="11"/>
                    <a:pt x="34" y="11"/>
                    <a:pt x="35" y="12"/>
                  </a:cubicBezTo>
                  <a:cubicBezTo>
                    <a:pt x="33" y="14"/>
                    <a:pt x="31" y="15"/>
                    <a:pt x="29" y="15"/>
                  </a:cubicBezTo>
                  <a:cubicBezTo>
                    <a:pt x="28" y="13"/>
                    <a:pt x="28" y="13"/>
                    <a:pt x="28" y="13"/>
                  </a:cubicBezTo>
                  <a:cubicBezTo>
                    <a:pt x="25" y="12"/>
                    <a:pt x="25" y="14"/>
                    <a:pt x="23" y="15"/>
                  </a:cubicBezTo>
                  <a:cubicBezTo>
                    <a:pt x="23" y="14"/>
                    <a:pt x="19" y="16"/>
                    <a:pt x="19" y="15"/>
                  </a:cubicBezTo>
                  <a:cubicBezTo>
                    <a:pt x="21" y="11"/>
                    <a:pt x="26" y="5"/>
                    <a:pt x="26" y="0"/>
                  </a:cubicBezTo>
                  <a:cubicBezTo>
                    <a:pt x="23" y="0"/>
                    <a:pt x="22" y="3"/>
                    <a:pt x="19" y="6"/>
                  </a:cubicBezTo>
                  <a:cubicBezTo>
                    <a:pt x="14" y="10"/>
                    <a:pt x="14" y="10"/>
                    <a:pt x="14" y="10"/>
                  </a:cubicBezTo>
                  <a:cubicBezTo>
                    <a:pt x="12" y="12"/>
                    <a:pt x="10" y="13"/>
                    <a:pt x="10" y="15"/>
                  </a:cubicBezTo>
                  <a:cubicBezTo>
                    <a:pt x="12" y="15"/>
                    <a:pt x="14" y="16"/>
                    <a:pt x="17" y="16"/>
                  </a:cubicBezTo>
                  <a:cubicBezTo>
                    <a:pt x="20" y="18"/>
                    <a:pt x="21" y="19"/>
                    <a:pt x="24" y="19"/>
                  </a:cubicBezTo>
                  <a:cubicBezTo>
                    <a:pt x="25" y="21"/>
                    <a:pt x="24" y="22"/>
                    <a:pt x="23" y="23"/>
                  </a:cubicBezTo>
                  <a:cubicBezTo>
                    <a:pt x="16" y="20"/>
                    <a:pt x="9" y="16"/>
                    <a:pt x="3" y="13"/>
                  </a:cubicBezTo>
                  <a:cubicBezTo>
                    <a:pt x="1" y="13"/>
                    <a:pt x="1" y="14"/>
                    <a:pt x="0" y="15"/>
                  </a:cubicBezTo>
                  <a:cubicBezTo>
                    <a:pt x="2" y="17"/>
                    <a:pt x="3" y="20"/>
                    <a:pt x="4" y="21"/>
                  </a:cubicBezTo>
                  <a:cubicBezTo>
                    <a:pt x="8" y="22"/>
                    <a:pt x="8" y="22"/>
                    <a:pt x="8" y="22"/>
                  </a:cubicBezTo>
                  <a:cubicBezTo>
                    <a:pt x="9" y="22"/>
                    <a:pt x="20" y="25"/>
                    <a:pt x="24" y="27"/>
                  </a:cubicBezTo>
                  <a:cubicBezTo>
                    <a:pt x="23" y="29"/>
                    <a:pt x="15" y="25"/>
                    <a:pt x="14" y="26"/>
                  </a:cubicBezTo>
                  <a:cubicBezTo>
                    <a:pt x="16" y="29"/>
                    <a:pt x="19" y="28"/>
                    <a:pt x="21" y="30"/>
                  </a:cubicBezTo>
                  <a:cubicBezTo>
                    <a:pt x="24" y="31"/>
                    <a:pt x="27" y="32"/>
                    <a:pt x="29" y="33"/>
                  </a:cubicBezTo>
                  <a:cubicBezTo>
                    <a:pt x="31" y="31"/>
                    <a:pt x="32" y="28"/>
                    <a:pt x="34" y="28"/>
                  </a:cubicBezTo>
                  <a:cubicBezTo>
                    <a:pt x="37" y="28"/>
                    <a:pt x="42" y="30"/>
                    <a:pt x="45" y="28"/>
                  </a:cubicBezTo>
                  <a:cubicBezTo>
                    <a:pt x="45" y="26"/>
                    <a:pt x="46" y="24"/>
                    <a:pt x="46" y="23"/>
                  </a:cubicBezTo>
                  <a:cubicBezTo>
                    <a:pt x="45" y="21"/>
                    <a:pt x="42" y="20"/>
                    <a:pt x="42" y="19"/>
                  </a:cubicBezTo>
                  <a:cubicBezTo>
                    <a:pt x="42" y="19"/>
                    <a:pt x="42" y="18"/>
                    <a:pt x="43" y="18"/>
                  </a:cubicBezTo>
                  <a:cubicBezTo>
                    <a:pt x="46" y="18"/>
                    <a:pt x="48" y="18"/>
                    <a:pt x="50" y="17"/>
                  </a:cubicBezTo>
                  <a:cubicBezTo>
                    <a:pt x="51" y="18"/>
                    <a:pt x="54" y="12"/>
                    <a:pt x="52" y="10"/>
                  </a:cubicBezTo>
                  <a:close/>
                  <a:moveTo>
                    <a:pt x="38" y="23"/>
                  </a:moveTo>
                  <a:cubicBezTo>
                    <a:pt x="36" y="24"/>
                    <a:pt x="33" y="24"/>
                    <a:pt x="30" y="24"/>
                  </a:cubicBezTo>
                  <a:cubicBezTo>
                    <a:pt x="29" y="23"/>
                    <a:pt x="32" y="23"/>
                    <a:pt x="33" y="23"/>
                  </a:cubicBezTo>
                  <a:cubicBezTo>
                    <a:pt x="34" y="22"/>
                    <a:pt x="34" y="22"/>
                    <a:pt x="35" y="21"/>
                  </a:cubicBezTo>
                  <a:cubicBezTo>
                    <a:pt x="34" y="20"/>
                    <a:pt x="33" y="19"/>
                    <a:pt x="31" y="20"/>
                  </a:cubicBezTo>
                  <a:cubicBezTo>
                    <a:pt x="30" y="20"/>
                    <a:pt x="29" y="19"/>
                    <a:pt x="30" y="19"/>
                  </a:cubicBezTo>
                  <a:cubicBezTo>
                    <a:pt x="31" y="19"/>
                    <a:pt x="32" y="18"/>
                    <a:pt x="33" y="17"/>
                  </a:cubicBezTo>
                  <a:cubicBezTo>
                    <a:pt x="34" y="17"/>
                    <a:pt x="35" y="17"/>
                    <a:pt x="37" y="17"/>
                  </a:cubicBezTo>
                  <a:cubicBezTo>
                    <a:pt x="37" y="19"/>
                    <a:pt x="39" y="21"/>
                    <a:pt x="38" y="23"/>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nchor="ctr"/>
            <a:lstStyle/>
            <a:p>
              <a:pPr algn="ctr"/>
              <a:endParaRPr>
                <a:solidFill>
                  <a:schemeClr val="accent1"/>
                </a:solidFill>
              </a:endParaRPr>
            </a:p>
          </p:txBody>
        </p:sp>
        <p:sp>
          <p:nvSpPr>
            <p:cNvPr id="67" name="ï$ļïdé">
              <a:extLst>
                <a:ext uri="{FF2B5EF4-FFF2-40B4-BE49-F238E27FC236}">
                  <a16:creationId xmlns:a16="http://schemas.microsoft.com/office/drawing/2014/main" xmlns="" id="{4BF4BABE-FBEE-44C7-9F54-C33D1C69A166}"/>
                </a:ext>
              </a:extLst>
            </p:cNvPr>
            <p:cNvSpPr/>
            <p:nvPr/>
          </p:nvSpPr>
          <p:spPr bwMode="auto">
            <a:xfrm>
              <a:off x="3302807" y="1034911"/>
              <a:ext cx="795464" cy="799669"/>
            </a:xfrm>
            <a:custGeom>
              <a:avLst/>
              <a:gdLst>
                <a:gd name="T0" fmla="*/ 174 w 347"/>
                <a:gd name="T1" fmla="*/ 0 h 347"/>
                <a:gd name="T2" fmla="*/ 0 w 347"/>
                <a:gd name="T3" fmla="*/ 173 h 347"/>
                <a:gd name="T4" fmla="*/ 174 w 347"/>
                <a:gd name="T5" fmla="*/ 347 h 347"/>
                <a:gd name="T6" fmla="*/ 347 w 347"/>
                <a:gd name="T7" fmla="*/ 173 h 347"/>
                <a:gd name="T8" fmla="*/ 174 w 347"/>
                <a:gd name="T9" fmla="*/ 0 h 347"/>
                <a:gd name="T10" fmla="*/ 174 w 347"/>
                <a:gd name="T11" fmla="*/ 343 h 347"/>
                <a:gd name="T12" fmla="*/ 4 w 347"/>
                <a:gd name="T13" fmla="*/ 173 h 347"/>
                <a:gd name="T14" fmla="*/ 174 w 347"/>
                <a:gd name="T15" fmla="*/ 4 h 347"/>
                <a:gd name="T16" fmla="*/ 343 w 347"/>
                <a:gd name="T17" fmla="*/ 173 h 347"/>
                <a:gd name="T18" fmla="*/ 174 w 347"/>
                <a:gd name="T19" fmla="*/ 343 h 3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47" h="347">
                  <a:moveTo>
                    <a:pt x="174" y="0"/>
                  </a:moveTo>
                  <a:cubicBezTo>
                    <a:pt x="78" y="0"/>
                    <a:pt x="0" y="78"/>
                    <a:pt x="0" y="173"/>
                  </a:cubicBezTo>
                  <a:cubicBezTo>
                    <a:pt x="0" y="269"/>
                    <a:pt x="78" y="347"/>
                    <a:pt x="174" y="347"/>
                  </a:cubicBezTo>
                  <a:cubicBezTo>
                    <a:pt x="269" y="347"/>
                    <a:pt x="347" y="269"/>
                    <a:pt x="347" y="173"/>
                  </a:cubicBezTo>
                  <a:cubicBezTo>
                    <a:pt x="347" y="78"/>
                    <a:pt x="269" y="0"/>
                    <a:pt x="174" y="0"/>
                  </a:cubicBezTo>
                  <a:close/>
                  <a:moveTo>
                    <a:pt x="174" y="343"/>
                  </a:moveTo>
                  <a:cubicBezTo>
                    <a:pt x="80" y="343"/>
                    <a:pt x="4" y="267"/>
                    <a:pt x="4" y="173"/>
                  </a:cubicBezTo>
                  <a:cubicBezTo>
                    <a:pt x="4" y="80"/>
                    <a:pt x="80" y="4"/>
                    <a:pt x="174" y="4"/>
                  </a:cubicBezTo>
                  <a:cubicBezTo>
                    <a:pt x="267" y="4"/>
                    <a:pt x="343" y="80"/>
                    <a:pt x="343" y="173"/>
                  </a:cubicBezTo>
                  <a:cubicBezTo>
                    <a:pt x="343" y="267"/>
                    <a:pt x="267" y="343"/>
                    <a:pt x="174" y="343"/>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nchor="ctr"/>
            <a:lstStyle/>
            <a:p>
              <a:pPr algn="ctr"/>
              <a:endParaRPr>
                <a:solidFill>
                  <a:schemeClr val="accent1"/>
                </a:solidFill>
              </a:endParaRPr>
            </a:p>
          </p:txBody>
        </p:sp>
        <p:sp>
          <p:nvSpPr>
            <p:cNvPr id="68" name="íšlíḓe">
              <a:extLst>
                <a:ext uri="{FF2B5EF4-FFF2-40B4-BE49-F238E27FC236}">
                  <a16:creationId xmlns:a16="http://schemas.microsoft.com/office/drawing/2014/main" xmlns="" id="{6B4C5F22-48A1-4DA2-A8F0-E4D7BEA6B2A9}"/>
                </a:ext>
              </a:extLst>
            </p:cNvPr>
            <p:cNvSpPr/>
            <p:nvPr/>
          </p:nvSpPr>
          <p:spPr bwMode="auto">
            <a:xfrm>
              <a:off x="3481524" y="1212226"/>
              <a:ext cx="440834" cy="377758"/>
            </a:xfrm>
            <a:custGeom>
              <a:avLst/>
              <a:gdLst>
                <a:gd name="T0" fmla="*/ 28 w 192"/>
                <a:gd name="T1" fmla="*/ 164 h 164"/>
                <a:gd name="T2" fmla="*/ 31 w 192"/>
                <a:gd name="T3" fmla="*/ 164 h 164"/>
                <a:gd name="T4" fmla="*/ 2 w 192"/>
                <a:gd name="T5" fmla="*/ 96 h 164"/>
                <a:gd name="T6" fmla="*/ 96 w 192"/>
                <a:gd name="T7" fmla="*/ 2 h 164"/>
                <a:gd name="T8" fmla="*/ 190 w 192"/>
                <a:gd name="T9" fmla="*/ 96 h 164"/>
                <a:gd name="T10" fmla="*/ 160 w 192"/>
                <a:gd name="T11" fmla="*/ 164 h 164"/>
                <a:gd name="T12" fmla="*/ 163 w 192"/>
                <a:gd name="T13" fmla="*/ 164 h 164"/>
                <a:gd name="T14" fmla="*/ 192 w 192"/>
                <a:gd name="T15" fmla="*/ 96 h 164"/>
                <a:gd name="T16" fmla="*/ 96 w 192"/>
                <a:gd name="T17" fmla="*/ 0 h 164"/>
                <a:gd name="T18" fmla="*/ 0 w 192"/>
                <a:gd name="T19" fmla="*/ 96 h 164"/>
                <a:gd name="T20" fmla="*/ 28 w 192"/>
                <a:gd name="T21" fmla="*/ 164 h 1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92" h="164">
                  <a:moveTo>
                    <a:pt x="28" y="164"/>
                  </a:moveTo>
                  <a:cubicBezTo>
                    <a:pt x="31" y="164"/>
                    <a:pt x="31" y="164"/>
                    <a:pt x="31" y="164"/>
                  </a:cubicBezTo>
                  <a:cubicBezTo>
                    <a:pt x="13" y="147"/>
                    <a:pt x="2" y="123"/>
                    <a:pt x="2" y="96"/>
                  </a:cubicBezTo>
                  <a:cubicBezTo>
                    <a:pt x="2" y="45"/>
                    <a:pt x="44" y="2"/>
                    <a:pt x="96" y="2"/>
                  </a:cubicBezTo>
                  <a:cubicBezTo>
                    <a:pt x="147" y="2"/>
                    <a:pt x="190" y="45"/>
                    <a:pt x="190" y="96"/>
                  </a:cubicBezTo>
                  <a:cubicBezTo>
                    <a:pt x="190" y="123"/>
                    <a:pt x="178" y="147"/>
                    <a:pt x="160" y="164"/>
                  </a:cubicBezTo>
                  <a:cubicBezTo>
                    <a:pt x="163" y="164"/>
                    <a:pt x="163" y="164"/>
                    <a:pt x="163" y="164"/>
                  </a:cubicBezTo>
                  <a:cubicBezTo>
                    <a:pt x="181" y="147"/>
                    <a:pt x="192" y="123"/>
                    <a:pt x="192" y="96"/>
                  </a:cubicBezTo>
                  <a:cubicBezTo>
                    <a:pt x="192" y="43"/>
                    <a:pt x="148" y="0"/>
                    <a:pt x="96" y="0"/>
                  </a:cubicBezTo>
                  <a:cubicBezTo>
                    <a:pt x="43" y="0"/>
                    <a:pt x="0" y="43"/>
                    <a:pt x="0" y="96"/>
                  </a:cubicBezTo>
                  <a:cubicBezTo>
                    <a:pt x="0" y="123"/>
                    <a:pt x="11" y="147"/>
                    <a:pt x="28" y="16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nchor="ctr"/>
            <a:lstStyle/>
            <a:p>
              <a:pPr algn="ctr"/>
              <a:endParaRPr>
                <a:solidFill>
                  <a:schemeClr val="accent1"/>
                </a:solidFill>
              </a:endParaRPr>
            </a:p>
          </p:txBody>
        </p:sp>
        <p:sp>
          <p:nvSpPr>
            <p:cNvPr id="69" name="ïṣļïḍê">
              <a:extLst>
                <a:ext uri="{FF2B5EF4-FFF2-40B4-BE49-F238E27FC236}">
                  <a16:creationId xmlns:a16="http://schemas.microsoft.com/office/drawing/2014/main" xmlns="" id="{2A46B5D8-8D64-4222-A032-2D83775E3251}"/>
                </a:ext>
              </a:extLst>
            </p:cNvPr>
            <p:cNvSpPr/>
            <p:nvPr/>
          </p:nvSpPr>
          <p:spPr bwMode="auto">
            <a:xfrm>
              <a:off x="3972118" y="1573864"/>
              <a:ext cx="85504" cy="46256"/>
            </a:xfrm>
            <a:custGeom>
              <a:avLst/>
              <a:gdLst>
                <a:gd name="T0" fmla="*/ 36 w 37"/>
                <a:gd name="T1" fmla="*/ 20 h 20"/>
                <a:gd name="T2" fmla="*/ 22 w 37"/>
                <a:gd name="T3" fmla="*/ 16 h 20"/>
                <a:gd name="T4" fmla="*/ 0 w 37"/>
                <a:gd name="T5" fmla="*/ 20 h 20"/>
                <a:gd name="T6" fmla="*/ 1 w 37"/>
                <a:gd name="T7" fmla="*/ 16 h 20"/>
                <a:gd name="T8" fmla="*/ 12 w 37"/>
                <a:gd name="T9" fmla="*/ 14 h 20"/>
                <a:gd name="T10" fmla="*/ 19 w 37"/>
                <a:gd name="T11" fmla="*/ 14 h 20"/>
                <a:gd name="T12" fmla="*/ 13 w 37"/>
                <a:gd name="T13" fmla="*/ 10 h 20"/>
                <a:gd name="T14" fmla="*/ 5 w 37"/>
                <a:gd name="T15" fmla="*/ 3 h 20"/>
                <a:gd name="T16" fmla="*/ 6 w 37"/>
                <a:gd name="T17" fmla="*/ 0 h 20"/>
                <a:gd name="T18" fmla="*/ 23 w 37"/>
                <a:gd name="T19" fmla="*/ 13 h 20"/>
                <a:gd name="T20" fmla="*/ 37 w 37"/>
                <a:gd name="T21" fmla="*/ 17 h 20"/>
                <a:gd name="T22" fmla="*/ 36 w 37"/>
                <a:gd name="T23" fmla="*/ 20 h 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37" h="20">
                  <a:moveTo>
                    <a:pt x="36" y="20"/>
                  </a:moveTo>
                  <a:cubicBezTo>
                    <a:pt x="22" y="16"/>
                    <a:pt x="22" y="16"/>
                    <a:pt x="22" y="16"/>
                  </a:cubicBezTo>
                  <a:cubicBezTo>
                    <a:pt x="0" y="20"/>
                    <a:pt x="0" y="20"/>
                    <a:pt x="0" y="20"/>
                  </a:cubicBezTo>
                  <a:cubicBezTo>
                    <a:pt x="1" y="16"/>
                    <a:pt x="1" y="16"/>
                    <a:pt x="1" y="16"/>
                  </a:cubicBezTo>
                  <a:cubicBezTo>
                    <a:pt x="12" y="14"/>
                    <a:pt x="12" y="14"/>
                    <a:pt x="12" y="14"/>
                  </a:cubicBezTo>
                  <a:cubicBezTo>
                    <a:pt x="14" y="14"/>
                    <a:pt x="17" y="14"/>
                    <a:pt x="19" y="14"/>
                  </a:cubicBezTo>
                  <a:cubicBezTo>
                    <a:pt x="17" y="13"/>
                    <a:pt x="15" y="11"/>
                    <a:pt x="13" y="10"/>
                  </a:cubicBezTo>
                  <a:cubicBezTo>
                    <a:pt x="5" y="3"/>
                    <a:pt x="5" y="3"/>
                    <a:pt x="5" y="3"/>
                  </a:cubicBezTo>
                  <a:cubicBezTo>
                    <a:pt x="6" y="0"/>
                    <a:pt x="6" y="0"/>
                    <a:pt x="6" y="0"/>
                  </a:cubicBezTo>
                  <a:cubicBezTo>
                    <a:pt x="23" y="13"/>
                    <a:pt x="23" y="13"/>
                    <a:pt x="23" y="13"/>
                  </a:cubicBezTo>
                  <a:cubicBezTo>
                    <a:pt x="37" y="17"/>
                    <a:pt x="37" y="17"/>
                    <a:pt x="37" y="17"/>
                  </a:cubicBezTo>
                  <a:lnTo>
                    <a:pt x="36" y="20"/>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nchor="ctr"/>
            <a:lstStyle/>
            <a:p>
              <a:pPr algn="ctr"/>
              <a:endParaRPr>
                <a:solidFill>
                  <a:schemeClr val="accent1"/>
                </a:solidFill>
              </a:endParaRPr>
            </a:p>
          </p:txBody>
        </p:sp>
        <p:sp>
          <p:nvSpPr>
            <p:cNvPr id="70" name="ís1íḍe">
              <a:extLst>
                <a:ext uri="{FF2B5EF4-FFF2-40B4-BE49-F238E27FC236}">
                  <a16:creationId xmlns:a16="http://schemas.microsoft.com/office/drawing/2014/main" xmlns="" id="{C02FA150-B64B-4AC6-8838-43066675873E}"/>
                </a:ext>
              </a:extLst>
            </p:cNvPr>
            <p:cNvSpPr/>
            <p:nvPr/>
          </p:nvSpPr>
          <p:spPr bwMode="auto">
            <a:xfrm>
              <a:off x="4302919" y="1198209"/>
              <a:ext cx="54666" cy="94615"/>
            </a:xfrm>
            <a:custGeom>
              <a:avLst/>
              <a:gdLst>
                <a:gd name="T0" fmla="*/ 20 w 24"/>
                <a:gd name="T1" fmla="*/ 28 h 41"/>
                <a:gd name="T2" fmla="*/ 14 w 24"/>
                <a:gd name="T3" fmla="*/ 9 h 41"/>
                <a:gd name="T4" fmla="*/ 4 w 24"/>
                <a:gd name="T5" fmla="*/ 10 h 41"/>
                <a:gd name="T6" fmla="*/ 5 w 24"/>
                <a:gd name="T7" fmla="*/ 32 h 41"/>
                <a:gd name="T8" fmla="*/ 20 w 24"/>
                <a:gd name="T9" fmla="*/ 28 h 41"/>
              </a:gdLst>
              <a:ahLst/>
              <a:cxnLst>
                <a:cxn ang="0">
                  <a:pos x="T0" y="T1"/>
                </a:cxn>
                <a:cxn ang="0">
                  <a:pos x="T2" y="T3"/>
                </a:cxn>
                <a:cxn ang="0">
                  <a:pos x="T4" y="T5"/>
                </a:cxn>
                <a:cxn ang="0">
                  <a:pos x="T6" y="T7"/>
                </a:cxn>
                <a:cxn ang="0">
                  <a:pos x="T8" y="T9"/>
                </a:cxn>
              </a:cxnLst>
              <a:rect l="0" t="0" r="r" b="b"/>
              <a:pathLst>
                <a:path w="24" h="41">
                  <a:moveTo>
                    <a:pt x="20" y="28"/>
                  </a:moveTo>
                  <a:cubicBezTo>
                    <a:pt x="24" y="20"/>
                    <a:pt x="14" y="9"/>
                    <a:pt x="14" y="9"/>
                  </a:cubicBezTo>
                  <a:cubicBezTo>
                    <a:pt x="14" y="9"/>
                    <a:pt x="8" y="0"/>
                    <a:pt x="4" y="10"/>
                  </a:cubicBezTo>
                  <a:cubicBezTo>
                    <a:pt x="0" y="20"/>
                    <a:pt x="0" y="23"/>
                    <a:pt x="5" y="32"/>
                  </a:cubicBezTo>
                  <a:cubicBezTo>
                    <a:pt x="9" y="41"/>
                    <a:pt x="16" y="35"/>
                    <a:pt x="20" y="28"/>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nchor="ctr"/>
            <a:lstStyle/>
            <a:p>
              <a:pPr algn="ctr"/>
              <a:endParaRPr>
                <a:solidFill>
                  <a:schemeClr val="accent1"/>
                </a:solidFill>
              </a:endParaRPr>
            </a:p>
          </p:txBody>
        </p:sp>
        <p:sp>
          <p:nvSpPr>
            <p:cNvPr id="71" name="íşlïḋe">
              <a:extLst>
                <a:ext uri="{FF2B5EF4-FFF2-40B4-BE49-F238E27FC236}">
                  <a16:creationId xmlns:a16="http://schemas.microsoft.com/office/drawing/2014/main" xmlns="" id="{AB8287D9-B6A7-4D6F-B627-461644E87A49}"/>
                </a:ext>
              </a:extLst>
            </p:cNvPr>
            <p:cNvSpPr/>
            <p:nvPr/>
          </p:nvSpPr>
          <p:spPr bwMode="auto">
            <a:xfrm>
              <a:off x="4279791" y="1281610"/>
              <a:ext cx="57470" cy="91811"/>
            </a:xfrm>
            <a:custGeom>
              <a:avLst/>
              <a:gdLst>
                <a:gd name="T0" fmla="*/ 4 w 25"/>
                <a:gd name="T1" fmla="*/ 34 h 40"/>
                <a:gd name="T2" fmla="*/ 13 w 25"/>
                <a:gd name="T3" fmla="*/ 36 h 40"/>
                <a:gd name="T4" fmla="*/ 21 w 25"/>
                <a:gd name="T5" fmla="*/ 17 h 40"/>
                <a:gd name="T6" fmla="*/ 14 w 25"/>
                <a:gd name="T7" fmla="*/ 10 h 40"/>
                <a:gd name="T8" fmla="*/ 10 w 25"/>
                <a:gd name="T9" fmla="*/ 4 h 40"/>
                <a:gd name="T10" fmla="*/ 0 w 25"/>
                <a:gd name="T11" fmla="*/ 13 h 40"/>
                <a:gd name="T12" fmla="*/ 5 w 25"/>
                <a:gd name="T13" fmla="*/ 25 h 40"/>
                <a:gd name="T14" fmla="*/ 4 w 25"/>
                <a:gd name="T15" fmla="*/ 34 h 4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5" h="40">
                  <a:moveTo>
                    <a:pt x="4" y="34"/>
                  </a:moveTo>
                  <a:cubicBezTo>
                    <a:pt x="4" y="34"/>
                    <a:pt x="2" y="40"/>
                    <a:pt x="13" y="36"/>
                  </a:cubicBezTo>
                  <a:cubicBezTo>
                    <a:pt x="23" y="31"/>
                    <a:pt x="25" y="21"/>
                    <a:pt x="21" y="17"/>
                  </a:cubicBezTo>
                  <a:cubicBezTo>
                    <a:pt x="18" y="12"/>
                    <a:pt x="14" y="10"/>
                    <a:pt x="14" y="10"/>
                  </a:cubicBezTo>
                  <a:cubicBezTo>
                    <a:pt x="14" y="10"/>
                    <a:pt x="11" y="8"/>
                    <a:pt x="10" y="4"/>
                  </a:cubicBezTo>
                  <a:cubicBezTo>
                    <a:pt x="9" y="0"/>
                    <a:pt x="1" y="9"/>
                    <a:pt x="0" y="13"/>
                  </a:cubicBezTo>
                  <a:cubicBezTo>
                    <a:pt x="0" y="18"/>
                    <a:pt x="1" y="20"/>
                    <a:pt x="5" y="25"/>
                  </a:cubicBezTo>
                  <a:cubicBezTo>
                    <a:pt x="8" y="30"/>
                    <a:pt x="4" y="34"/>
                    <a:pt x="4" y="3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nchor="ctr"/>
            <a:lstStyle/>
            <a:p>
              <a:pPr algn="ctr"/>
              <a:endParaRPr>
                <a:solidFill>
                  <a:schemeClr val="accent1"/>
                </a:solidFill>
              </a:endParaRPr>
            </a:p>
          </p:txBody>
        </p:sp>
        <p:sp>
          <p:nvSpPr>
            <p:cNvPr id="72" name="iŝļîḍé">
              <a:extLst>
                <a:ext uri="{FF2B5EF4-FFF2-40B4-BE49-F238E27FC236}">
                  <a16:creationId xmlns:a16="http://schemas.microsoft.com/office/drawing/2014/main" xmlns="" id="{AD42B1E6-1DB8-4621-BBE6-8CC73B44F295}"/>
                </a:ext>
              </a:extLst>
            </p:cNvPr>
            <p:cNvSpPr/>
            <p:nvPr/>
          </p:nvSpPr>
          <p:spPr bwMode="auto">
            <a:xfrm>
              <a:off x="4231432" y="1248670"/>
              <a:ext cx="330100" cy="295058"/>
            </a:xfrm>
            <a:custGeom>
              <a:avLst/>
              <a:gdLst>
                <a:gd name="T0" fmla="*/ 138 w 144"/>
                <a:gd name="T1" fmla="*/ 24 h 128"/>
                <a:gd name="T2" fmla="*/ 135 w 144"/>
                <a:gd name="T3" fmla="*/ 20 h 128"/>
                <a:gd name="T4" fmla="*/ 126 w 144"/>
                <a:gd name="T5" fmla="*/ 23 h 128"/>
                <a:gd name="T6" fmla="*/ 117 w 144"/>
                <a:gd name="T7" fmla="*/ 29 h 128"/>
                <a:gd name="T8" fmla="*/ 120 w 144"/>
                <a:gd name="T9" fmla="*/ 23 h 128"/>
                <a:gd name="T10" fmla="*/ 131 w 144"/>
                <a:gd name="T11" fmla="*/ 15 h 128"/>
                <a:gd name="T12" fmla="*/ 138 w 144"/>
                <a:gd name="T13" fmla="*/ 9 h 128"/>
                <a:gd name="T14" fmla="*/ 127 w 144"/>
                <a:gd name="T15" fmla="*/ 5 h 128"/>
                <a:gd name="T16" fmla="*/ 112 w 144"/>
                <a:gd name="T17" fmla="*/ 5 h 128"/>
                <a:gd name="T18" fmla="*/ 102 w 144"/>
                <a:gd name="T19" fmla="*/ 8 h 128"/>
                <a:gd name="T20" fmla="*/ 100 w 144"/>
                <a:gd name="T21" fmla="*/ 24 h 128"/>
                <a:gd name="T22" fmla="*/ 88 w 144"/>
                <a:gd name="T23" fmla="*/ 33 h 128"/>
                <a:gd name="T24" fmla="*/ 83 w 144"/>
                <a:gd name="T25" fmla="*/ 31 h 128"/>
                <a:gd name="T26" fmla="*/ 91 w 144"/>
                <a:gd name="T27" fmla="*/ 26 h 128"/>
                <a:gd name="T28" fmla="*/ 91 w 144"/>
                <a:gd name="T29" fmla="*/ 21 h 128"/>
                <a:gd name="T30" fmla="*/ 82 w 144"/>
                <a:gd name="T31" fmla="*/ 10 h 128"/>
                <a:gd name="T32" fmla="*/ 70 w 144"/>
                <a:gd name="T33" fmla="*/ 12 h 128"/>
                <a:gd name="T34" fmla="*/ 63 w 144"/>
                <a:gd name="T35" fmla="*/ 30 h 128"/>
                <a:gd name="T36" fmla="*/ 58 w 144"/>
                <a:gd name="T37" fmla="*/ 42 h 128"/>
                <a:gd name="T38" fmla="*/ 58 w 144"/>
                <a:gd name="T39" fmla="*/ 52 h 128"/>
                <a:gd name="T40" fmla="*/ 39 w 144"/>
                <a:gd name="T41" fmla="*/ 61 h 128"/>
                <a:gd name="T42" fmla="*/ 35 w 144"/>
                <a:gd name="T43" fmla="*/ 58 h 128"/>
                <a:gd name="T44" fmla="*/ 9 w 144"/>
                <a:gd name="T45" fmla="*/ 90 h 128"/>
                <a:gd name="T46" fmla="*/ 3 w 144"/>
                <a:gd name="T47" fmla="*/ 115 h 128"/>
                <a:gd name="T48" fmla="*/ 20 w 144"/>
                <a:gd name="T49" fmla="*/ 114 h 128"/>
                <a:gd name="T50" fmla="*/ 33 w 144"/>
                <a:gd name="T51" fmla="*/ 82 h 128"/>
                <a:gd name="T52" fmla="*/ 42 w 144"/>
                <a:gd name="T53" fmla="*/ 80 h 128"/>
                <a:gd name="T54" fmla="*/ 56 w 144"/>
                <a:gd name="T55" fmla="*/ 73 h 128"/>
                <a:gd name="T56" fmla="*/ 58 w 144"/>
                <a:gd name="T57" fmla="*/ 79 h 128"/>
                <a:gd name="T58" fmla="*/ 58 w 144"/>
                <a:gd name="T59" fmla="*/ 89 h 128"/>
                <a:gd name="T60" fmla="*/ 76 w 144"/>
                <a:gd name="T61" fmla="*/ 70 h 128"/>
                <a:gd name="T62" fmla="*/ 77 w 144"/>
                <a:gd name="T63" fmla="*/ 60 h 128"/>
                <a:gd name="T64" fmla="*/ 95 w 144"/>
                <a:gd name="T65" fmla="*/ 42 h 128"/>
                <a:gd name="T66" fmla="*/ 95 w 144"/>
                <a:gd name="T67" fmla="*/ 53 h 128"/>
                <a:gd name="T68" fmla="*/ 96 w 144"/>
                <a:gd name="T69" fmla="*/ 67 h 128"/>
                <a:gd name="T70" fmla="*/ 113 w 144"/>
                <a:gd name="T71" fmla="*/ 50 h 128"/>
                <a:gd name="T72" fmla="*/ 116 w 144"/>
                <a:gd name="T73" fmla="*/ 50 h 128"/>
                <a:gd name="T74" fmla="*/ 117 w 144"/>
                <a:gd name="T75" fmla="*/ 87 h 128"/>
                <a:gd name="T76" fmla="*/ 135 w 144"/>
                <a:gd name="T77" fmla="*/ 66 h 128"/>
                <a:gd name="T78" fmla="*/ 134 w 144"/>
                <a:gd name="T79" fmla="*/ 40 h 128"/>
                <a:gd name="T80" fmla="*/ 144 w 144"/>
                <a:gd name="T81" fmla="*/ 28 h 128"/>
                <a:gd name="T82" fmla="*/ 138 w 144"/>
                <a:gd name="T83" fmla="*/ 24 h 1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144" h="128">
                  <a:moveTo>
                    <a:pt x="138" y="24"/>
                  </a:moveTo>
                  <a:cubicBezTo>
                    <a:pt x="138" y="24"/>
                    <a:pt x="135" y="23"/>
                    <a:pt x="135" y="20"/>
                  </a:cubicBezTo>
                  <a:cubicBezTo>
                    <a:pt x="135" y="20"/>
                    <a:pt x="130" y="17"/>
                    <a:pt x="126" y="23"/>
                  </a:cubicBezTo>
                  <a:cubicBezTo>
                    <a:pt x="122" y="28"/>
                    <a:pt x="120" y="30"/>
                    <a:pt x="117" y="29"/>
                  </a:cubicBezTo>
                  <a:cubicBezTo>
                    <a:pt x="114" y="28"/>
                    <a:pt x="118" y="25"/>
                    <a:pt x="120" y="23"/>
                  </a:cubicBezTo>
                  <a:cubicBezTo>
                    <a:pt x="123" y="22"/>
                    <a:pt x="127" y="16"/>
                    <a:pt x="131" y="15"/>
                  </a:cubicBezTo>
                  <a:cubicBezTo>
                    <a:pt x="136" y="14"/>
                    <a:pt x="138" y="14"/>
                    <a:pt x="138" y="9"/>
                  </a:cubicBezTo>
                  <a:cubicBezTo>
                    <a:pt x="138" y="5"/>
                    <a:pt x="137" y="0"/>
                    <a:pt x="127" y="5"/>
                  </a:cubicBezTo>
                  <a:cubicBezTo>
                    <a:pt x="117" y="10"/>
                    <a:pt x="114" y="9"/>
                    <a:pt x="112" y="5"/>
                  </a:cubicBezTo>
                  <a:cubicBezTo>
                    <a:pt x="109" y="0"/>
                    <a:pt x="103" y="1"/>
                    <a:pt x="102" y="8"/>
                  </a:cubicBezTo>
                  <a:cubicBezTo>
                    <a:pt x="102" y="16"/>
                    <a:pt x="100" y="24"/>
                    <a:pt x="100" y="24"/>
                  </a:cubicBezTo>
                  <a:cubicBezTo>
                    <a:pt x="88" y="33"/>
                    <a:pt x="88" y="33"/>
                    <a:pt x="88" y="33"/>
                  </a:cubicBezTo>
                  <a:cubicBezTo>
                    <a:pt x="88" y="33"/>
                    <a:pt x="79" y="34"/>
                    <a:pt x="83" y="31"/>
                  </a:cubicBezTo>
                  <a:cubicBezTo>
                    <a:pt x="87" y="27"/>
                    <a:pt x="91" y="26"/>
                    <a:pt x="91" y="26"/>
                  </a:cubicBezTo>
                  <a:cubicBezTo>
                    <a:pt x="91" y="21"/>
                    <a:pt x="91" y="21"/>
                    <a:pt x="91" y="21"/>
                  </a:cubicBezTo>
                  <a:cubicBezTo>
                    <a:pt x="91" y="21"/>
                    <a:pt x="84" y="15"/>
                    <a:pt x="82" y="10"/>
                  </a:cubicBezTo>
                  <a:cubicBezTo>
                    <a:pt x="80" y="4"/>
                    <a:pt x="71" y="2"/>
                    <a:pt x="70" y="12"/>
                  </a:cubicBezTo>
                  <a:cubicBezTo>
                    <a:pt x="69" y="22"/>
                    <a:pt x="68" y="27"/>
                    <a:pt x="63" y="30"/>
                  </a:cubicBezTo>
                  <a:cubicBezTo>
                    <a:pt x="58" y="34"/>
                    <a:pt x="48" y="39"/>
                    <a:pt x="58" y="42"/>
                  </a:cubicBezTo>
                  <a:cubicBezTo>
                    <a:pt x="67" y="45"/>
                    <a:pt x="61" y="48"/>
                    <a:pt x="58" y="52"/>
                  </a:cubicBezTo>
                  <a:cubicBezTo>
                    <a:pt x="54" y="56"/>
                    <a:pt x="42" y="65"/>
                    <a:pt x="39" y="61"/>
                  </a:cubicBezTo>
                  <a:cubicBezTo>
                    <a:pt x="35" y="58"/>
                    <a:pt x="35" y="58"/>
                    <a:pt x="35" y="58"/>
                  </a:cubicBezTo>
                  <a:cubicBezTo>
                    <a:pt x="35" y="58"/>
                    <a:pt x="18" y="82"/>
                    <a:pt x="9" y="90"/>
                  </a:cubicBezTo>
                  <a:cubicBezTo>
                    <a:pt x="1" y="97"/>
                    <a:pt x="0" y="105"/>
                    <a:pt x="3" y="115"/>
                  </a:cubicBezTo>
                  <a:cubicBezTo>
                    <a:pt x="5" y="126"/>
                    <a:pt x="17" y="128"/>
                    <a:pt x="20" y="114"/>
                  </a:cubicBezTo>
                  <a:cubicBezTo>
                    <a:pt x="22" y="100"/>
                    <a:pt x="29" y="88"/>
                    <a:pt x="33" y="82"/>
                  </a:cubicBezTo>
                  <a:cubicBezTo>
                    <a:pt x="37" y="75"/>
                    <a:pt x="42" y="80"/>
                    <a:pt x="42" y="80"/>
                  </a:cubicBezTo>
                  <a:cubicBezTo>
                    <a:pt x="42" y="80"/>
                    <a:pt x="51" y="80"/>
                    <a:pt x="56" y="73"/>
                  </a:cubicBezTo>
                  <a:cubicBezTo>
                    <a:pt x="60" y="66"/>
                    <a:pt x="60" y="76"/>
                    <a:pt x="58" y="79"/>
                  </a:cubicBezTo>
                  <a:cubicBezTo>
                    <a:pt x="56" y="82"/>
                    <a:pt x="49" y="89"/>
                    <a:pt x="58" y="89"/>
                  </a:cubicBezTo>
                  <a:cubicBezTo>
                    <a:pt x="66" y="89"/>
                    <a:pt x="73" y="80"/>
                    <a:pt x="76" y="70"/>
                  </a:cubicBezTo>
                  <a:cubicBezTo>
                    <a:pt x="77" y="60"/>
                    <a:pt x="77" y="60"/>
                    <a:pt x="77" y="60"/>
                  </a:cubicBezTo>
                  <a:cubicBezTo>
                    <a:pt x="77" y="60"/>
                    <a:pt x="88" y="47"/>
                    <a:pt x="95" y="42"/>
                  </a:cubicBezTo>
                  <a:cubicBezTo>
                    <a:pt x="95" y="53"/>
                    <a:pt x="95" y="53"/>
                    <a:pt x="95" y="53"/>
                  </a:cubicBezTo>
                  <a:cubicBezTo>
                    <a:pt x="95" y="53"/>
                    <a:pt x="86" y="65"/>
                    <a:pt x="96" y="67"/>
                  </a:cubicBezTo>
                  <a:cubicBezTo>
                    <a:pt x="106" y="69"/>
                    <a:pt x="110" y="61"/>
                    <a:pt x="113" y="50"/>
                  </a:cubicBezTo>
                  <a:cubicBezTo>
                    <a:pt x="116" y="50"/>
                    <a:pt x="116" y="50"/>
                    <a:pt x="116" y="50"/>
                  </a:cubicBezTo>
                  <a:cubicBezTo>
                    <a:pt x="117" y="87"/>
                    <a:pt x="117" y="87"/>
                    <a:pt x="117" y="87"/>
                  </a:cubicBezTo>
                  <a:cubicBezTo>
                    <a:pt x="117" y="87"/>
                    <a:pt x="132" y="87"/>
                    <a:pt x="135" y="66"/>
                  </a:cubicBezTo>
                  <a:cubicBezTo>
                    <a:pt x="134" y="40"/>
                    <a:pt x="134" y="40"/>
                    <a:pt x="134" y="40"/>
                  </a:cubicBezTo>
                  <a:cubicBezTo>
                    <a:pt x="134" y="40"/>
                    <a:pt x="143" y="34"/>
                    <a:pt x="144" y="28"/>
                  </a:cubicBezTo>
                  <a:cubicBezTo>
                    <a:pt x="144" y="23"/>
                    <a:pt x="138" y="24"/>
                    <a:pt x="138" y="2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nchor="ctr"/>
            <a:lstStyle/>
            <a:p>
              <a:pPr algn="ctr"/>
              <a:endParaRPr>
                <a:solidFill>
                  <a:schemeClr val="accent1"/>
                </a:solidFill>
              </a:endParaRPr>
            </a:p>
          </p:txBody>
        </p:sp>
        <p:sp>
          <p:nvSpPr>
            <p:cNvPr id="73" name="íṧḷídé">
              <a:extLst>
                <a:ext uri="{FF2B5EF4-FFF2-40B4-BE49-F238E27FC236}">
                  <a16:creationId xmlns:a16="http://schemas.microsoft.com/office/drawing/2014/main" xmlns="" id="{F63A7306-81DC-41C5-B52B-EFC721C25FCF}"/>
                </a:ext>
              </a:extLst>
            </p:cNvPr>
            <p:cNvSpPr/>
            <p:nvPr/>
          </p:nvSpPr>
          <p:spPr bwMode="auto">
            <a:xfrm>
              <a:off x="4768283" y="1194004"/>
              <a:ext cx="52564" cy="82700"/>
            </a:xfrm>
            <a:custGeom>
              <a:avLst/>
              <a:gdLst>
                <a:gd name="T0" fmla="*/ 10 w 23"/>
                <a:gd name="T1" fmla="*/ 6 h 36"/>
                <a:gd name="T2" fmla="*/ 3 w 23"/>
                <a:gd name="T3" fmla="*/ 10 h 36"/>
                <a:gd name="T4" fmla="*/ 3 w 23"/>
                <a:gd name="T5" fmla="*/ 30 h 36"/>
                <a:gd name="T6" fmla="*/ 19 w 23"/>
                <a:gd name="T7" fmla="*/ 30 h 36"/>
                <a:gd name="T8" fmla="*/ 18 w 23"/>
                <a:gd name="T9" fmla="*/ 14 h 36"/>
                <a:gd name="T10" fmla="*/ 10 w 23"/>
                <a:gd name="T11" fmla="*/ 6 h 36"/>
              </a:gdLst>
              <a:ahLst/>
              <a:cxnLst>
                <a:cxn ang="0">
                  <a:pos x="T0" y="T1"/>
                </a:cxn>
                <a:cxn ang="0">
                  <a:pos x="T2" y="T3"/>
                </a:cxn>
                <a:cxn ang="0">
                  <a:pos x="T4" y="T5"/>
                </a:cxn>
                <a:cxn ang="0">
                  <a:pos x="T6" y="T7"/>
                </a:cxn>
                <a:cxn ang="0">
                  <a:pos x="T8" y="T9"/>
                </a:cxn>
                <a:cxn ang="0">
                  <a:pos x="T10" y="T11"/>
                </a:cxn>
              </a:cxnLst>
              <a:rect l="0" t="0" r="r" b="b"/>
              <a:pathLst>
                <a:path w="23" h="36">
                  <a:moveTo>
                    <a:pt x="10" y="6"/>
                  </a:moveTo>
                  <a:cubicBezTo>
                    <a:pt x="10" y="6"/>
                    <a:pt x="6" y="0"/>
                    <a:pt x="3" y="10"/>
                  </a:cubicBezTo>
                  <a:cubicBezTo>
                    <a:pt x="0" y="19"/>
                    <a:pt x="4" y="24"/>
                    <a:pt x="3" y="30"/>
                  </a:cubicBezTo>
                  <a:cubicBezTo>
                    <a:pt x="2" y="36"/>
                    <a:pt x="15" y="34"/>
                    <a:pt x="19" y="30"/>
                  </a:cubicBezTo>
                  <a:cubicBezTo>
                    <a:pt x="23" y="27"/>
                    <a:pt x="23" y="18"/>
                    <a:pt x="18" y="14"/>
                  </a:cubicBezTo>
                  <a:cubicBezTo>
                    <a:pt x="12" y="9"/>
                    <a:pt x="10" y="6"/>
                    <a:pt x="10" y="6"/>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nchor="ctr"/>
            <a:lstStyle/>
            <a:p>
              <a:pPr algn="ctr"/>
              <a:endParaRPr>
                <a:solidFill>
                  <a:schemeClr val="accent1"/>
                </a:solidFill>
              </a:endParaRPr>
            </a:p>
          </p:txBody>
        </p:sp>
        <p:sp>
          <p:nvSpPr>
            <p:cNvPr id="74" name="îSḻiḋe">
              <a:extLst>
                <a:ext uri="{FF2B5EF4-FFF2-40B4-BE49-F238E27FC236}">
                  <a16:creationId xmlns:a16="http://schemas.microsoft.com/office/drawing/2014/main" xmlns="" id="{7953C38E-EAC6-4ACA-9F04-0EE909A0D73F}"/>
                </a:ext>
              </a:extLst>
            </p:cNvPr>
            <p:cNvSpPr/>
            <p:nvPr/>
          </p:nvSpPr>
          <p:spPr bwMode="auto">
            <a:xfrm>
              <a:off x="4726932" y="1285815"/>
              <a:ext cx="61675" cy="80598"/>
            </a:xfrm>
            <a:custGeom>
              <a:avLst/>
              <a:gdLst>
                <a:gd name="T0" fmla="*/ 8 w 27"/>
                <a:gd name="T1" fmla="*/ 31 h 35"/>
                <a:gd name="T2" fmla="*/ 21 w 27"/>
                <a:gd name="T3" fmla="*/ 25 h 35"/>
                <a:gd name="T4" fmla="*/ 16 w 27"/>
                <a:gd name="T5" fmla="*/ 8 h 35"/>
                <a:gd name="T6" fmla="*/ 8 w 27"/>
                <a:gd name="T7" fmla="*/ 4 h 35"/>
                <a:gd name="T8" fmla="*/ 2 w 27"/>
                <a:gd name="T9" fmla="*/ 19 h 35"/>
                <a:gd name="T10" fmla="*/ 8 w 27"/>
                <a:gd name="T11" fmla="*/ 31 h 35"/>
              </a:gdLst>
              <a:ahLst/>
              <a:cxnLst>
                <a:cxn ang="0">
                  <a:pos x="T0" y="T1"/>
                </a:cxn>
                <a:cxn ang="0">
                  <a:pos x="T2" y="T3"/>
                </a:cxn>
                <a:cxn ang="0">
                  <a:pos x="T4" y="T5"/>
                </a:cxn>
                <a:cxn ang="0">
                  <a:pos x="T6" y="T7"/>
                </a:cxn>
                <a:cxn ang="0">
                  <a:pos x="T8" y="T9"/>
                </a:cxn>
                <a:cxn ang="0">
                  <a:pos x="T10" y="T11"/>
                </a:cxn>
              </a:cxnLst>
              <a:rect l="0" t="0" r="r" b="b"/>
              <a:pathLst>
                <a:path w="27" h="35">
                  <a:moveTo>
                    <a:pt x="8" y="31"/>
                  </a:moveTo>
                  <a:cubicBezTo>
                    <a:pt x="8" y="31"/>
                    <a:pt x="15" y="35"/>
                    <a:pt x="21" y="25"/>
                  </a:cubicBezTo>
                  <a:cubicBezTo>
                    <a:pt x="27" y="14"/>
                    <a:pt x="16" y="8"/>
                    <a:pt x="16" y="8"/>
                  </a:cubicBezTo>
                  <a:cubicBezTo>
                    <a:pt x="16" y="8"/>
                    <a:pt x="13" y="0"/>
                    <a:pt x="8" y="4"/>
                  </a:cubicBezTo>
                  <a:cubicBezTo>
                    <a:pt x="3" y="7"/>
                    <a:pt x="0" y="13"/>
                    <a:pt x="2" y="19"/>
                  </a:cubicBezTo>
                  <a:cubicBezTo>
                    <a:pt x="5" y="25"/>
                    <a:pt x="7" y="23"/>
                    <a:pt x="8" y="31"/>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nchor="ctr"/>
            <a:lstStyle/>
            <a:p>
              <a:pPr algn="ctr"/>
              <a:endParaRPr>
                <a:solidFill>
                  <a:schemeClr val="accent1"/>
                </a:solidFill>
              </a:endParaRPr>
            </a:p>
          </p:txBody>
        </p:sp>
        <p:sp>
          <p:nvSpPr>
            <p:cNvPr id="75" name="í$ḻîḓè">
              <a:extLst>
                <a:ext uri="{FF2B5EF4-FFF2-40B4-BE49-F238E27FC236}">
                  <a16:creationId xmlns:a16="http://schemas.microsoft.com/office/drawing/2014/main" xmlns="" id="{A7B57BD4-D211-4474-81A9-80C7C3E07B91}"/>
                </a:ext>
              </a:extLst>
            </p:cNvPr>
            <p:cNvSpPr/>
            <p:nvPr/>
          </p:nvSpPr>
          <p:spPr bwMode="auto">
            <a:xfrm>
              <a:off x="4635121" y="1341182"/>
              <a:ext cx="160495" cy="198341"/>
            </a:xfrm>
            <a:custGeom>
              <a:avLst/>
              <a:gdLst>
                <a:gd name="T0" fmla="*/ 63 w 70"/>
                <a:gd name="T1" fmla="*/ 12 h 86"/>
                <a:gd name="T2" fmla="*/ 15 w 70"/>
                <a:gd name="T3" fmla="*/ 58 h 86"/>
                <a:gd name="T4" fmla="*/ 17 w 70"/>
                <a:gd name="T5" fmla="*/ 76 h 86"/>
                <a:gd name="T6" fmla="*/ 33 w 70"/>
                <a:gd name="T7" fmla="*/ 73 h 86"/>
                <a:gd name="T8" fmla="*/ 70 w 70"/>
                <a:gd name="T9" fmla="*/ 14 h 86"/>
                <a:gd name="T10" fmla="*/ 70 w 70"/>
                <a:gd name="T11" fmla="*/ 10 h 86"/>
                <a:gd name="T12" fmla="*/ 63 w 70"/>
                <a:gd name="T13" fmla="*/ 12 h 86"/>
              </a:gdLst>
              <a:ahLst/>
              <a:cxnLst>
                <a:cxn ang="0">
                  <a:pos x="T0" y="T1"/>
                </a:cxn>
                <a:cxn ang="0">
                  <a:pos x="T2" y="T3"/>
                </a:cxn>
                <a:cxn ang="0">
                  <a:pos x="T4" y="T5"/>
                </a:cxn>
                <a:cxn ang="0">
                  <a:pos x="T6" y="T7"/>
                </a:cxn>
                <a:cxn ang="0">
                  <a:pos x="T8" y="T9"/>
                </a:cxn>
                <a:cxn ang="0">
                  <a:pos x="T10" y="T11"/>
                </a:cxn>
                <a:cxn ang="0">
                  <a:pos x="T12" y="T13"/>
                </a:cxn>
              </a:cxnLst>
              <a:rect l="0" t="0" r="r" b="b"/>
              <a:pathLst>
                <a:path w="70" h="86">
                  <a:moveTo>
                    <a:pt x="63" y="12"/>
                  </a:moveTo>
                  <a:cubicBezTo>
                    <a:pt x="56" y="25"/>
                    <a:pt x="29" y="52"/>
                    <a:pt x="15" y="58"/>
                  </a:cubicBezTo>
                  <a:cubicBezTo>
                    <a:pt x="0" y="64"/>
                    <a:pt x="17" y="76"/>
                    <a:pt x="17" y="76"/>
                  </a:cubicBezTo>
                  <a:cubicBezTo>
                    <a:pt x="17" y="76"/>
                    <a:pt x="24" y="86"/>
                    <a:pt x="33" y="73"/>
                  </a:cubicBezTo>
                  <a:cubicBezTo>
                    <a:pt x="43" y="60"/>
                    <a:pt x="59" y="40"/>
                    <a:pt x="70" y="14"/>
                  </a:cubicBezTo>
                  <a:cubicBezTo>
                    <a:pt x="70" y="12"/>
                    <a:pt x="70" y="10"/>
                    <a:pt x="70" y="10"/>
                  </a:cubicBezTo>
                  <a:cubicBezTo>
                    <a:pt x="70" y="10"/>
                    <a:pt x="70" y="0"/>
                    <a:pt x="63" y="12"/>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nchor="ctr"/>
            <a:lstStyle/>
            <a:p>
              <a:pPr algn="ctr"/>
              <a:endParaRPr>
                <a:solidFill>
                  <a:schemeClr val="accent1"/>
                </a:solidFill>
              </a:endParaRPr>
            </a:p>
          </p:txBody>
        </p:sp>
        <p:sp>
          <p:nvSpPr>
            <p:cNvPr id="76" name="ïŝḷíḍe">
              <a:extLst>
                <a:ext uri="{FF2B5EF4-FFF2-40B4-BE49-F238E27FC236}">
                  <a16:creationId xmlns:a16="http://schemas.microsoft.com/office/drawing/2014/main" xmlns="" id="{15E2885D-7AA0-41E1-9138-1ED193C8B217}"/>
                </a:ext>
              </a:extLst>
            </p:cNvPr>
            <p:cNvSpPr/>
            <p:nvPr/>
          </p:nvSpPr>
          <p:spPr bwMode="auto">
            <a:xfrm>
              <a:off x="4850282" y="1255679"/>
              <a:ext cx="119845" cy="108632"/>
            </a:xfrm>
            <a:custGeom>
              <a:avLst/>
              <a:gdLst>
                <a:gd name="T0" fmla="*/ 37 w 52"/>
                <a:gd name="T1" fmla="*/ 2 h 47"/>
                <a:gd name="T2" fmla="*/ 10 w 52"/>
                <a:gd name="T3" fmla="*/ 11 h 47"/>
                <a:gd name="T4" fmla="*/ 6 w 52"/>
                <a:gd name="T5" fmla="*/ 21 h 47"/>
                <a:gd name="T6" fmla="*/ 19 w 52"/>
                <a:gd name="T7" fmla="*/ 29 h 47"/>
                <a:gd name="T8" fmla="*/ 25 w 52"/>
                <a:gd name="T9" fmla="*/ 32 h 47"/>
                <a:gd name="T10" fmla="*/ 20 w 52"/>
                <a:gd name="T11" fmla="*/ 47 h 47"/>
                <a:gd name="T12" fmla="*/ 36 w 52"/>
                <a:gd name="T13" fmla="*/ 41 h 47"/>
                <a:gd name="T14" fmla="*/ 51 w 52"/>
                <a:gd name="T15" fmla="*/ 17 h 47"/>
                <a:gd name="T16" fmla="*/ 37 w 52"/>
                <a:gd name="T17" fmla="*/ 2 h 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52" h="47">
                  <a:moveTo>
                    <a:pt x="37" y="2"/>
                  </a:moveTo>
                  <a:cubicBezTo>
                    <a:pt x="27" y="5"/>
                    <a:pt x="10" y="11"/>
                    <a:pt x="10" y="11"/>
                  </a:cubicBezTo>
                  <a:cubicBezTo>
                    <a:pt x="10" y="11"/>
                    <a:pt x="0" y="14"/>
                    <a:pt x="6" y="21"/>
                  </a:cubicBezTo>
                  <a:cubicBezTo>
                    <a:pt x="12" y="28"/>
                    <a:pt x="12" y="33"/>
                    <a:pt x="19" y="29"/>
                  </a:cubicBezTo>
                  <a:cubicBezTo>
                    <a:pt x="27" y="26"/>
                    <a:pt x="27" y="28"/>
                    <a:pt x="25" y="32"/>
                  </a:cubicBezTo>
                  <a:cubicBezTo>
                    <a:pt x="24" y="36"/>
                    <a:pt x="19" y="43"/>
                    <a:pt x="20" y="47"/>
                  </a:cubicBezTo>
                  <a:cubicBezTo>
                    <a:pt x="20" y="47"/>
                    <a:pt x="32" y="46"/>
                    <a:pt x="36" y="41"/>
                  </a:cubicBezTo>
                  <a:cubicBezTo>
                    <a:pt x="39" y="35"/>
                    <a:pt x="50" y="24"/>
                    <a:pt x="51" y="17"/>
                  </a:cubicBezTo>
                  <a:cubicBezTo>
                    <a:pt x="52" y="9"/>
                    <a:pt x="46" y="0"/>
                    <a:pt x="37" y="2"/>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nchor="ctr"/>
            <a:lstStyle/>
            <a:p>
              <a:pPr algn="ctr"/>
              <a:endParaRPr>
                <a:solidFill>
                  <a:schemeClr val="accent1"/>
                </a:solidFill>
              </a:endParaRPr>
            </a:p>
          </p:txBody>
        </p:sp>
        <p:sp>
          <p:nvSpPr>
            <p:cNvPr id="77" name="íṩļiḋe">
              <a:extLst>
                <a:ext uri="{FF2B5EF4-FFF2-40B4-BE49-F238E27FC236}">
                  <a16:creationId xmlns:a16="http://schemas.microsoft.com/office/drawing/2014/main" xmlns="" id="{85A4DC8C-8FA1-49AE-BA84-11182ECA368B}"/>
                </a:ext>
              </a:extLst>
            </p:cNvPr>
            <p:cNvSpPr/>
            <p:nvPr/>
          </p:nvSpPr>
          <p:spPr bwMode="auto">
            <a:xfrm>
              <a:off x="4839068" y="1362208"/>
              <a:ext cx="100922" cy="66581"/>
            </a:xfrm>
            <a:custGeom>
              <a:avLst/>
              <a:gdLst>
                <a:gd name="T0" fmla="*/ 31 w 44"/>
                <a:gd name="T1" fmla="*/ 3 h 29"/>
                <a:gd name="T2" fmla="*/ 8 w 44"/>
                <a:gd name="T3" fmla="*/ 9 h 29"/>
                <a:gd name="T4" fmla="*/ 7 w 44"/>
                <a:gd name="T5" fmla="*/ 20 h 29"/>
                <a:gd name="T6" fmla="*/ 31 w 44"/>
                <a:gd name="T7" fmla="*/ 23 h 29"/>
                <a:gd name="T8" fmla="*/ 44 w 44"/>
                <a:gd name="T9" fmla="*/ 2 h 29"/>
                <a:gd name="T10" fmla="*/ 31 w 44"/>
                <a:gd name="T11" fmla="*/ 3 h 29"/>
              </a:gdLst>
              <a:ahLst/>
              <a:cxnLst>
                <a:cxn ang="0">
                  <a:pos x="T0" y="T1"/>
                </a:cxn>
                <a:cxn ang="0">
                  <a:pos x="T2" y="T3"/>
                </a:cxn>
                <a:cxn ang="0">
                  <a:pos x="T4" y="T5"/>
                </a:cxn>
                <a:cxn ang="0">
                  <a:pos x="T6" y="T7"/>
                </a:cxn>
                <a:cxn ang="0">
                  <a:pos x="T8" y="T9"/>
                </a:cxn>
                <a:cxn ang="0">
                  <a:pos x="T10" y="T11"/>
                </a:cxn>
              </a:cxnLst>
              <a:rect l="0" t="0" r="r" b="b"/>
              <a:pathLst>
                <a:path w="44" h="29">
                  <a:moveTo>
                    <a:pt x="31" y="3"/>
                  </a:moveTo>
                  <a:cubicBezTo>
                    <a:pt x="24" y="6"/>
                    <a:pt x="8" y="9"/>
                    <a:pt x="8" y="9"/>
                  </a:cubicBezTo>
                  <a:cubicBezTo>
                    <a:pt x="8" y="9"/>
                    <a:pt x="0" y="13"/>
                    <a:pt x="7" y="20"/>
                  </a:cubicBezTo>
                  <a:cubicBezTo>
                    <a:pt x="13" y="27"/>
                    <a:pt x="22" y="29"/>
                    <a:pt x="31" y="23"/>
                  </a:cubicBezTo>
                  <a:cubicBezTo>
                    <a:pt x="41" y="17"/>
                    <a:pt x="43" y="13"/>
                    <a:pt x="44" y="2"/>
                  </a:cubicBezTo>
                  <a:cubicBezTo>
                    <a:pt x="44" y="2"/>
                    <a:pt x="38" y="0"/>
                    <a:pt x="31" y="3"/>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nchor="ctr"/>
            <a:lstStyle/>
            <a:p>
              <a:pPr algn="ctr"/>
              <a:endParaRPr>
                <a:solidFill>
                  <a:schemeClr val="accent1"/>
                </a:solidFill>
              </a:endParaRPr>
            </a:p>
          </p:txBody>
        </p:sp>
        <p:sp>
          <p:nvSpPr>
            <p:cNvPr id="78" name="îṡlïḍé">
              <a:extLst>
                <a:ext uri="{FF2B5EF4-FFF2-40B4-BE49-F238E27FC236}">
                  <a16:creationId xmlns:a16="http://schemas.microsoft.com/office/drawing/2014/main" xmlns="" id="{CF73ED6B-7FD5-430E-8B35-D1B74A7A7425}"/>
                </a:ext>
              </a:extLst>
            </p:cNvPr>
            <p:cNvSpPr/>
            <p:nvPr/>
          </p:nvSpPr>
          <p:spPr bwMode="auto">
            <a:xfrm>
              <a:off x="5091374" y="1186995"/>
              <a:ext cx="250203" cy="276135"/>
            </a:xfrm>
            <a:custGeom>
              <a:avLst/>
              <a:gdLst>
                <a:gd name="T0" fmla="*/ 108 w 109"/>
                <a:gd name="T1" fmla="*/ 54 h 120"/>
                <a:gd name="T2" fmla="*/ 97 w 109"/>
                <a:gd name="T3" fmla="*/ 52 h 120"/>
                <a:gd name="T4" fmla="*/ 84 w 109"/>
                <a:gd name="T5" fmla="*/ 58 h 120"/>
                <a:gd name="T6" fmla="*/ 89 w 109"/>
                <a:gd name="T7" fmla="*/ 43 h 120"/>
                <a:gd name="T8" fmla="*/ 85 w 109"/>
                <a:gd name="T9" fmla="*/ 10 h 120"/>
                <a:gd name="T10" fmla="*/ 70 w 109"/>
                <a:gd name="T11" fmla="*/ 16 h 120"/>
                <a:gd name="T12" fmla="*/ 68 w 109"/>
                <a:gd name="T13" fmla="*/ 53 h 120"/>
                <a:gd name="T14" fmla="*/ 53 w 109"/>
                <a:gd name="T15" fmla="*/ 72 h 120"/>
                <a:gd name="T16" fmla="*/ 11 w 109"/>
                <a:gd name="T17" fmla="*/ 79 h 120"/>
                <a:gd name="T18" fmla="*/ 2 w 109"/>
                <a:gd name="T19" fmla="*/ 89 h 120"/>
                <a:gd name="T20" fmla="*/ 20 w 109"/>
                <a:gd name="T21" fmla="*/ 100 h 120"/>
                <a:gd name="T22" fmla="*/ 31 w 109"/>
                <a:gd name="T23" fmla="*/ 98 h 120"/>
                <a:gd name="T24" fmla="*/ 41 w 109"/>
                <a:gd name="T25" fmla="*/ 94 h 120"/>
                <a:gd name="T26" fmla="*/ 49 w 109"/>
                <a:gd name="T27" fmla="*/ 90 h 120"/>
                <a:gd name="T28" fmla="*/ 54 w 109"/>
                <a:gd name="T29" fmla="*/ 92 h 120"/>
                <a:gd name="T30" fmla="*/ 32 w 109"/>
                <a:gd name="T31" fmla="*/ 110 h 120"/>
                <a:gd name="T32" fmla="*/ 35 w 109"/>
                <a:gd name="T33" fmla="*/ 119 h 120"/>
                <a:gd name="T34" fmla="*/ 70 w 109"/>
                <a:gd name="T35" fmla="*/ 92 h 120"/>
                <a:gd name="T36" fmla="*/ 89 w 109"/>
                <a:gd name="T37" fmla="*/ 72 h 120"/>
                <a:gd name="T38" fmla="*/ 108 w 109"/>
                <a:gd name="T39" fmla="*/ 54 h 1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109" h="120">
                  <a:moveTo>
                    <a:pt x="108" y="54"/>
                  </a:moveTo>
                  <a:cubicBezTo>
                    <a:pt x="109" y="45"/>
                    <a:pt x="101" y="49"/>
                    <a:pt x="97" y="52"/>
                  </a:cubicBezTo>
                  <a:cubicBezTo>
                    <a:pt x="94" y="54"/>
                    <a:pt x="86" y="57"/>
                    <a:pt x="84" y="58"/>
                  </a:cubicBezTo>
                  <a:cubicBezTo>
                    <a:pt x="84" y="58"/>
                    <a:pt x="86" y="48"/>
                    <a:pt x="89" y="43"/>
                  </a:cubicBezTo>
                  <a:cubicBezTo>
                    <a:pt x="92" y="37"/>
                    <a:pt x="96" y="21"/>
                    <a:pt x="85" y="10"/>
                  </a:cubicBezTo>
                  <a:cubicBezTo>
                    <a:pt x="74" y="0"/>
                    <a:pt x="72" y="5"/>
                    <a:pt x="70" y="16"/>
                  </a:cubicBezTo>
                  <a:cubicBezTo>
                    <a:pt x="67" y="26"/>
                    <a:pt x="72" y="36"/>
                    <a:pt x="68" y="53"/>
                  </a:cubicBezTo>
                  <a:cubicBezTo>
                    <a:pt x="64" y="70"/>
                    <a:pt x="64" y="68"/>
                    <a:pt x="53" y="72"/>
                  </a:cubicBezTo>
                  <a:cubicBezTo>
                    <a:pt x="42" y="76"/>
                    <a:pt x="27" y="81"/>
                    <a:pt x="11" y="79"/>
                  </a:cubicBezTo>
                  <a:cubicBezTo>
                    <a:pt x="3" y="78"/>
                    <a:pt x="0" y="75"/>
                    <a:pt x="2" y="89"/>
                  </a:cubicBezTo>
                  <a:cubicBezTo>
                    <a:pt x="2" y="89"/>
                    <a:pt x="4" y="97"/>
                    <a:pt x="20" y="100"/>
                  </a:cubicBezTo>
                  <a:cubicBezTo>
                    <a:pt x="24" y="101"/>
                    <a:pt x="27" y="99"/>
                    <a:pt x="31" y="98"/>
                  </a:cubicBezTo>
                  <a:cubicBezTo>
                    <a:pt x="35" y="98"/>
                    <a:pt x="38" y="96"/>
                    <a:pt x="41" y="94"/>
                  </a:cubicBezTo>
                  <a:cubicBezTo>
                    <a:pt x="46" y="92"/>
                    <a:pt x="49" y="90"/>
                    <a:pt x="49" y="90"/>
                  </a:cubicBezTo>
                  <a:cubicBezTo>
                    <a:pt x="49" y="90"/>
                    <a:pt x="55" y="89"/>
                    <a:pt x="54" y="92"/>
                  </a:cubicBezTo>
                  <a:cubicBezTo>
                    <a:pt x="53" y="95"/>
                    <a:pt x="47" y="104"/>
                    <a:pt x="32" y="110"/>
                  </a:cubicBezTo>
                  <a:cubicBezTo>
                    <a:pt x="17" y="116"/>
                    <a:pt x="29" y="120"/>
                    <a:pt x="35" y="119"/>
                  </a:cubicBezTo>
                  <a:cubicBezTo>
                    <a:pt x="40" y="118"/>
                    <a:pt x="61" y="116"/>
                    <a:pt x="70" y="92"/>
                  </a:cubicBezTo>
                  <a:cubicBezTo>
                    <a:pt x="80" y="69"/>
                    <a:pt x="89" y="72"/>
                    <a:pt x="89" y="72"/>
                  </a:cubicBezTo>
                  <a:cubicBezTo>
                    <a:pt x="89" y="72"/>
                    <a:pt x="107" y="63"/>
                    <a:pt x="108" y="5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nchor="ctr"/>
            <a:lstStyle/>
            <a:p>
              <a:pPr algn="ctr"/>
              <a:endParaRPr>
                <a:solidFill>
                  <a:schemeClr val="accent1"/>
                </a:solidFill>
              </a:endParaRPr>
            </a:p>
          </p:txBody>
        </p:sp>
        <p:sp>
          <p:nvSpPr>
            <p:cNvPr id="79" name="iS1îḓè">
              <a:extLst>
                <a:ext uri="{FF2B5EF4-FFF2-40B4-BE49-F238E27FC236}">
                  <a16:creationId xmlns:a16="http://schemas.microsoft.com/office/drawing/2014/main" xmlns="" id="{D88A7D7C-1655-4385-A4EC-2C63B16B0A45}"/>
                </a:ext>
              </a:extLst>
            </p:cNvPr>
            <p:cNvSpPr/>
            <p:nvPr/>
          </p:nvSpPr>
          <p:spPr bwMode="auto">
            <a:xfrm>
              <a:off x="5288313" y="1394447"/>
              <a:ext cx="71487" cy="82700"/>
            </a:xfrm>
            <a:custGeom>
              <a:avLst/>
              <a:gdLst>
                <a:gd name="T0" fmla="*/ 17 w 31"/>
                <a:gd name="T1" fmla="*/ 6 h 36"/>
                <a:gd name="T2" fmla="*/ 3 w 31"/>
                <a:gd name="T3" fmla="*/ 7 h 36"/>
                <a:gd name="T4" fmla="*/ 9 w 31"/>
                <a:gd name="T5" fmla="*/ 27 h 36"/>
                <a:gd name="T6" fmla="*/ 12 w 31"/>
                <a:gd name="T7" fmla="*/ 36 h 36"/>
                <a:gd name="T8" fmla="*/ 26 w 31"/>
                <a:gd name="T9" fmla="*/ 17 h 36"/>
                <a:gd name="T10" fmla="*/ 17 w 31"/>
                <a:gd name="T11" fmla="*/ 6 h 36"/>
              </a:gdLst>
              <a:ahLst/>
              <a:cxnLst>
                <a:cxn ang="0">
                  <a:pos x="T0" y="T1"/>
                </a:cxn>
                <a:cxn ang="0">
                  <a:pos x="T2" y="T3"/>
                </a:cxn>
                <a:cxn ang="0">
                  <a:pos x="T4" y="T5"/>
                </a:cxn>
                <a:cxn ang="0">
                  <a:pos x="T6" y="T7"/>
                </a:cxn>
                <a:cxn ang="0">
                  <a:pos x="T8" y="T9"/>
                </a:cxn>
                <a:cxn ang="0">
                  <a:pos x="T10" y="T11"/>
                </a:cxn>
              </a:cxnLst>
              <a:rect l="0" t="0" r="r" b="b"/>
              <a:pathLst>
                <a:path w="31" h="36">
                  <a:moveTo>
                    <a:pt x="17" y="6"/>
                  </a:moveTo>
                  <a:cubicBezTo>
                    <a:pt x="17" y="6"/>
                    <a:pt x="6" y="0"/>
                    <a:pt x="3" y="7"/>
                  </a:cubicBezTo>
                  <a:cubicBezTo>
                    <a:pt x="0" y="14"/>
                    <a:pt x="6" y="23"/>
                    <a:pt x="9" y="27"/>
                  </a:cubicBezTo>
                  <a:cubicBezTo>
                    <a:pt x="12" y="31"/>
                    <a:pt x="5" y="36"/>
                    <a:pt x="12" y="36"/>
                  </a:cubicBezTo>
                  <a:cubicBezTo>
                    <a:pt x="20" y="36"/>
                    <a:pt x="31" y="33"/>
                    <a:pt x="26" y="17"/>
                  </a:cubicBezTo>
                  <a:cubicBezTo>
                    <a:pt x="23" y="10"/>
                    <a:pt x="17" y="6"/>
                    <a:pt x="17" y="6"/>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nchor="ctr"/>
            <a:lstStyle/>
            <a:p>
              <a:pPr algn="ctr"/>
              <a:endParaRPr>
                <a:solidFill>
                  <a:schemeClr val="accent1"/>
                </a:solidFill>
              </a:endParaRPr>
            </a:p>
          </p:txBody>
        </p:sp>
        <p:sp>
          <p:nvSpPr>
            <p:cNvPr id="80" name="íṡḷiḑê">
              <a:extLst>
                <a:ext uri="{FF2B5EF4-FFF2-40B4-BE49-F238E27FC236}">
                  <a16:creationId xmlns:a16="http://schemas.microsoft.com/office/drawing/2014/main" xmlns="" id="{5F42051C-769D-4E41-8267-AE97171B8EB5}"/>
                </a:ext>
              </a:extLst>
            </p:cNvPr>
            <p:cNvSpPr/>
            <p:nvPr/>
          </p:nvSpPr>
          <p:spPr bwMode="auto">
            <a:xfrm>
              <a:off x="5490157" y="1294926"/>
              <a:ext cx="41350" cy="64478"/>
            </a:xfrm>
            <a:custGeom>
              <a:avLst/>
              <a:gdLst>
                <a:gd name="T0" fmla="*/ 11 w 18"/>
                <a:gd name="T1" fmla="*/ 27 h 28"/>
                <a:gd name="T2" fmla="*/ 17 w 18"/>
                <a:gd name="T3" fmla="*/ 10 h 28"/>
                <a:gd name="T4" fmla="*/ 14 w 18"/>
                <a:gd name="T5" fmla="*/ 4 h 28"/>
                <a:gd name="T6" fmla="*/ 8 w 18"/>
                <a:gd name="T7" fmla="*/ 0 h 28"/>
                <a:gd name="T8" fmla="*/ 1 w 18"/>
                <a:gd name="T9" fmla="*/ 12 h 28"/>
                <a:gd name="T10" fmla="*/ 11 w 18"/>
                <a:gd name="T11" fmla="*/ 27 h 28"/>
              </a:gdLst>
              <a:ahLst/>
              <a:cxnLst>
                <a:cxn ang="0">
                  <a:pos x="T0" y="T1"/>
                </a:cxn>
                <a:cxn ang="0">
                  <a:pos x="T2" y="T3"/>
                </a:cxn>
                <a:cxn ang="0">
                  <a:pos x="T4" y="T5"/>
                </a:cxn>
                <a:cxn ang="0">
                  <a:pos x="T6" y="T7"/>
                </a:cxn>
                <a:cxn ang="0">
                  <a:pos x="T8" y="T9"/>
                </a:cxn>
                <a:cxn ang="0">
                  <a:pos x="T10" y="T11"/>
                </a:cxn>
              </a:cxnLst>
              <a:rect l="0" t="0" r="r" b="b"/>
              <a:pathLst>
                <a:path w="18" h="28">
                  <a:moveTo>
                    <a:pt x="11" y="27"/>
                  </a:moveTo>
                  <a:cubicBezTo>
                    <a:pt x="15" y="25"/>
                    <a:pt x="18" y="21"/>
                    <a:pt x="17" y="10"/>
                  </a:cubicBezTo>
                  <a:cubicBezTo>
                    <a:pt x="16" y="7"/>
                    <a:pt x="15" y="6"/>
                    <a:pt x="14" y="4"/>
                  </a:cubicBezTo>
                  <a:cubicBezTo>
                    <a:pt x="11" y="2"/>
                    <a:pt x="9" y="0"/>
                    <a:pt x="8" y="0"/>
                  </a:cubicBezTo>
                  <a:cubicBezTo>
                    <a:pt x="6" y="0"/>
                    <a:pt x="0" y="2"/>
                    <a:pt x="1" y="12"/>
                  </a:cubicBezTo>
                  <a:cubicBezTo>
                    <a:pt x="2" y="21"/>
                    <a:pt x="7" y="28"/>
                    <a:pt x="11" y="27"/>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nchor="ctr"/>
            <a:lstStyle/>
            <a:p>
              <a:pPr algn="ctr"/>
              <a:endParaRPr>
                <a:solidFill>
                  <a:schemeClr val="accent1"/>
                </a:solidFill>
              </a:endParaRPr>
            </a:p>
          </p:txBody>
        </p:sp>
        <p:sp>
          <p:nvSpPr>
            <p:cNvPr id="81" name="iṩ1íḓê">
              <a:extLst>
                <a:ext uri="{FF2B5EF4-FFF2-40B4-BE49-F238E27FC236}">
                  <a16:creationId xmlns:a16="http://schemas.microsoft.com/office/drawing/2014/main" xmlns="" id="{72AC31ED-C798-4C29-88E0-459EE62E7CC4}"/>
                </a:ext>
              </a:extLst>
            </p:cNvPr>
            <p:cNvSpPr/>
            <p:nvPr/>
          </p:nvSpPr>
          <p:spPr bwMode="auto">
            <a:xfrm>
              <a:off x="5464927" y="1142842"/>
              <a:ext cx="275434" cy="373553"/>
            </a:xfrm>
            <a:custGeom>
              <a:avLst/>
              <a:gdLst>
                <a:gd name="T0" fmla="*/ 100 w 120"/>
                <a:gd name="T1" fmla="*/ 60 h 162"/>
                <a:gd name="T2" fmla="*/ 107 w 120"/>
                <a:gd name="T3" fmla="*/ 27 h 162"/>
                <a:gd name="T4" fmla="*/ 95 w 120"/>
                <a:gd name="T5" fmla="*/ 23 h 162"/>
                <a:gd name="T6" fmla="*/ 91 w 120"/>
                <a:gd name="T7" fmla="*/ 3 h 162"/>
                <a:gd name="T8" fmla="*/ 84 w 120"/>
                <a:gd name="T9" fmla="*/ 9 h 162"/>
                <a:gd name="T10" fmla="*/ 77 w 120"/>
                <a:gd name="T11" fmla="*/ 19 h 162"/>
                <a:gd name="T12" fmla="*/ 69 w 120"/>
                <a:gd name="T13" fmla="*/ 19 h 162"/>
                <a:gd name="T14" fmla="*/ 56 w 120"/>
                <a:gd name="T15" fmla="*/ 28 h 162"/>
                <a:gd name="T16" fmla="*/ 60 w 120"/>
                <a:gd name="T17" fmla="*/ 33 h 162"/>
                <a:gd name="T18" fmla="*/ 59 w 120"/>
                <a:gd name="T19" fmla="*/ 43 h 162"/>
                <a:gd name="T20" fmla="*/ 50 w 120"/>
                <a:gd name="T21" fmla="*/ 52 h 162"/>
                <a:gd name="T22" fmla="*/ 52 w 120"/>
                <a:gd name="T23" fmla="*/ 60 h 162"/>
                <a:gd name="T24" fmla="*/ 48 w 120"/>
                <a:gd name="T25" fmla="*/ 56 h 162"/>
                <a:gd name="T26" fmla="*/ 32 w 120"/>
                <a:gd name="T27" fmla="*/ 37 h 162"/>
                <a:gd name="T28" fmla="*/ 26 w 120"/>
                <a:gd name="T29" fmla="*/ 50 h 162"/>
                <a:gd name="T30" fmla="*/ 33 w 120"/>
                <a:gd name="T31" fmla="*/ 76 h 162"/>
                <a:gd name="T32" fmla="*/ 45 w 120"/>
                <a:gd name="T33" fmla="*/ 77 h 162"/>
                <a:gd name="T34" fmla="*/ 58 w 120"/>
                <a:gd name="T35" fmla="*/ 72 h 162"/>
                <a:gd name="T36" fmla="*/ 62 w 120"/>
                <a:gd name="T37" fmla="*/ 75 h 162"/>
                <a:gd name="T38" fmla="*/ 22 w 120"/>
                <a:gd name="T39" fmla="*/ 101 h 162"/>
                <a:gd name="T40" fmla="*/ 25 w 120"/>
                <a:gd name="T41" fmla="*/ 111 h 162"/>
                <a:gd name="T42" fmla="*/ 55 w 120"/>
                <a:gd name="T43" fmla="*/ 100 h 162"/>
                <a:gd name="T44" fmla="*/ 59 w 120"/>
                <a:gd name="T45" fmla="*/ 103 h 162"/>
                <a:gd name="T46" fmla="*/ 39 w 120"/>
                <a:gd name="T47" fmla="*/ 119 h 162"/>
                <a:gd name="T48" fmla="*/ 12 w 120"/>
                <a:gd name="T49" fmla="*/ 128 h 162"/>
                <a:gd name="T50" fmla="*/ 7 w 120"/>
                <a:gd name="T51" fmla="*/ 136 h 162"/>
                <a:gd name="T52" fmla="*/ 30 w 120"/>
                <a:gd name="T53" fmla="*/ 141 h 162"/>
                <a:gd name="T54" fmla="*/ 55 w 120"/>
                <a:gd name="T55" fmla="*/ 136 h 162"/>
                <a:gd name="T56" fmla="*/ 43 w 120"/>
                <a:gd name="T57" fmla="*/ 148 h 162"/>
                <a:gd name="T58" fmla="*/ 50 w 120"/>
                <a:gd name="T59" fmla="*/ 158 h 162"/>
                <a:gd name="T60" fmla="*/ 71 w 120"/>
                <a:gd name="T61" fmla="*/ 149 h 162"/>
                <a:gd name="T62" fmla="*/ 71 w 120"/>
                <a:gd name="T63" fmla="*/ 125 h 162"/>
                <a:gd name="T64" fmla="*/ 79 w 120"/>
                <a:gd name="T65" fmla="*/ 120 h 162"/>
                <a:gd name="T66" fmla="*/ 75 w 120"/>
                <a:gd name="T67" fmla="*/ 102 h 162"/>
                <a:gd name="T68" fmla="*/ 96 w 120"/>
                <a:gd name="T69" fmla="*/ 86 h 162"/>
                <a:gd name="T70" fmla="*/ 102 w 120"/>
                <a:gd name="T71" fmla="*/ 75 h 162"/>
                <a:gd name="T72" fmla="*/ 100 w 120"/>
                <a:gd name="T73" fmla="*/ 60 h 162"/>
                <a:gd name="T74" fmla="*/ 90 w 120"/>
                <a:gd name="T75" fmla="*/ 49 h 162"/>
                <a:gd name="T76" fmla="*/ 86 w 120"/>
                <a:gd name="T77" fmla="*/ 53 h 162"/>
                <a:gd name="T78" fmla="*/ 83 w 120"/>
                <a:gd name="T79" fmla="*/ 53 h 162"/>
                <a:gd name="T80" fmla="*/ 80 w 120"/>
                <a:gd name="T81" fmla="*/ 48 h 162"/>
                <a:gd name="T82" fmla="*/ 89 w 120"/>
                <a:gd name="T83" fmla="*/ 44 h 162"/>
                <a:gd name="T84" fmla="*/ 90 w 120"/>
                <a:gd name="T85" fmla="*/ 49 h 1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120" h="162">
                  <a:moveTo>
                    <a:pt x="100" y="60"/>
                  </a:moveTo>
                  <a:cubicBezTo>
                    <a:pt x="108" y="50"/>
                    <a:pt x="120" y="40"/>
                    <a:pt x="107" y="27"/>
                  </a:cubicBezTo>
                  <a:cubicBezTo>
                    <a:pt x="107" y="27"/>
                    <a:pt x="105" y="24"/>
                    <a:pt x="95" y="23"/>
                  </a:cubicBezTo>
                  <a:cubicBezTo>
                    <a:pt x="95" y="23"/>
                    <a:pt x="105" y="8"/>
                    <a:pt x="91" y="3"/>
                  </a:cubicBezTo>
                  <a:cubicBezTo>
                    <a:pt x="91" y="3"/>
                    <a:pt x="88" y="0"/>
                    <a:pt x="84" y="9"/>
                  </a:cubicBezTo>
                  <a:cubicBezTo>
                    <a:pt x="80" y="17"/>
                    <a:pt x="77" y="17"/>
                    <a:pt x="77" y="19"/>
                  </a:cubicBezTo>
                  <a:cubicBezTo>
                    <a:pt x="77" y="21"/>
                    <a:pt x="74" y="21"/>
                    <a:pt x="69" y="19"/>
                  </a:cubicBezTo>
                  <a:cubicBezTo>
                    <a:pt x="64" y="17"/>
                    <a:pt x="56" y="19"/>
                    <a:pt x="56" y="28"/>
                  </a:cubicBezTo>
                  <a:cubicBezTo>
                    <a:pt x="56" y="28"/>
                    <a:pt x="56" y="31"/>
                    <a:pt x="60" y="33"/>
                  </a:cubicBezTo>
                  <a:cubicBezTo>
                    <a:pt x="63" y="36"/>
                    <a:pt x="66" y="37"/>
                    <a:pt x="59" y="43"/>
                  </a:cubicBezTo>
                  <a:cubicBezTo>
                    <a:pt x="53" y="49"/>
                    <a:pt x="50" y="40"/>
                    <a:pt x="50" y="52"/>
                  </a:cubicBezTo>
                  <a:cubicBezTo>
                    <a:pt x="50" y="52"/>
                    <a:pt x="57" y="57"/>
                    <a:pt x="52" y="60"/>
                  </a:cubicBezTo>
                  <a:cubicBezTo>
                    <a:pt x="47" y="63"/>
                    <a:pt x="48" y="59"/>
                    <a:pt x="48" y="56"/>
                  </a:cubicBezTo>
                  <a:cubicBezTo>
                    <a:pt x="48" y="59"/>
                    <a:pt x="43" y="42"/>
                    <a:pt x="32" y="37"/>
                  </a:cubicBezTo>
                  <a:cubicBezTo>
                    <a:pt x="30" y="37"/>
                    <a:pt x="24" y="37"/>
                    <a:pt x="26" y="50"/>
                  </a:cubicBezTo>
                  <a:cubicBezTo>
                    <a:pt x="28" y="63"/>
                    <a:pt x="32" y="66"/>
                    <a:pt x="33" y="76"/>
                  </a:cubicBezTo>
                  <a:cubicBezTo>
                    <a:pt x="33" y="87"/>
                    <a:pt x="43" y="82"/>
                    <a:pt x="45" y="77"/>
                  </a:cubicBezTo>
                  <a:cubicBezTo>
                    <a:pt x="46" y="72"/>
                    <a:pt x="58" y="72"/>
                    <a:pt x="58" y="72"/>
                  </a:cubicBezTo>
                  <a:cubicBezTo>
                    <a:pt x="58" y="72"/>
                    <a:pt x="68" y="71"/>
                    <a:pt x="62" y="75"/>
                  </a:cubicBezTo>
                  <a:cubicBezTo>
                    <a:pt x="56" y="80"/>
                    <a:pt x="22" y="101"/>
                    <a:pt x="22" y="101"/>
                  </a:cubicBezTo>
                  <a:cubicBezTo>
                    <a:pt x="22" y="101"/>
                    <a:pt x="9" y="108"/>
                    <a:pt x="25" y="111"/>
                  </a:cubicBezTo>
                  <a:cubicBezTo>
                    <a:pt x="42" y="113"/>
                    <a:pt x="55" y="100"/>
                    <a:pt x="55" y="100"/>
                  </a:cubicBezTo>
                  <a:cubicBezTo>
                    <a:pt x="55" y="100"/>
                    <a:pt x="61" y="95"/>
                    <a:pt x="59" y="103"/>
                  </a:cubicBezTo>
                  <a:cubicBezTo>
                    <a:pt x="56" y="111"/>
                    <a:pt x="39" y="119"/>
                    <a:pt x="39" y="119"/>
                  </a:cubicBezTo>
                  <a:cubicBezTo>
                    <a:pt x="39" y="119"/>
                    <a:pt x="23" y="125"/>
                    <a:pt x="12" y="128"/>
                  </a:cubicBezTo>
                  <a:cubicBezTo>
                    <a:pt x="0" y="130"/>
                    <a:pt x="4" y="130"/>
                    <a:pt x="7" y="136"/>
                  </a:cubicBezTo>
                  <a:cubicBezTo>
                    <a:pt x="10" y="143"/>
                    <a:pt x="21" y="147"/>
                    <a:pt x="30" y="141"/>
                  </a:cubicBezTo>
                  <a:cubicBezTo>
                    <a:pt x="38" y="135"/>
                    <a:pt x="56" y="129"/>
                    <a:pt x="55" y="136"/>
                  </a:cubicBezTo>
                  <a:cubicBezTo>
                    <a:pt x="55" y="143"/>
                    <a:pt x="54" y="145"/>
                    <a:pt x="43" y="148"/>
                  </a:cubicBezTo>
                  <a:cubicBezTo>
                    <a:pt x="32" y="152"/>
                    <a:pt x="37" y="154"/>
                    <a:pt x="50" y="158"/>
                  </a:cubicBezTo>
                  <a:cubicBezTo>
                    <a:pt x="63" y="162"/>
                    <a:pt x="71" y="157"/>
                    <a:pt x="71" y="149"/>
                  </a:cubicBezTo>
                  <a:cubicBezTo>
                    <a:pt x="71" y="140"/>
                    <a:pt x="71" y="125"/>
                    <a:pt x="71" y="125"/>
                  </a:cubicBezTo>
                  <a:cubicBezTo>
                    <a:pt x="71" y="125"/>
                    <a:pt x="76" y="121"/>
                    <a:pt x="79" y="120"/>
                  </a:cubicBezTo>
                  <a:cubicBezTo>
                    <a:pt x="82" y="119"/>
                    <a:pt x="85" y="103"/>
                    <a:pt x="75" y="102"/>
                  </a:cubicBezTo>
                  <a:cubicBezTo>
                    <a:pt x="75" y="102"/>
                    <a:pt x="81" y="90"/>
                    <a:pt x="96" y="86"/>
                  </a:cubicBezTo>
                  <a:cubicBezTo>
                    <a:pt x="96" y="86"/>
                    <a:pt x="102" y="84"/>
                    <a:pt x="102" y="75"/>
                  </a:cubicBezTo>
                  <a:cubicBezTo>
                    <a:pt x="102" y="66"/>
                    <a:pt x="91" y="70"/>
                    <a:pt x="100" y="60"/>
                  </a:cubicBezTo>
                  <a:close/>
                  <a:moveTo>
                    <a:pt x="90" y="49"/>
                  </a:moveTo>
                  <a:cubicBezTo>
                    <a:pt x="88" y="51"/>
                    <a:pt x="86" y="53"/>
                    <a:pt x="86" y="53"/>
                  </a:cubicBezTo>
                  <a:cubicBezTo>
                    <a:pt x="85" y="59"/>
                    <a:pt x="85" y="55"/>
                    <a:pt x="83" y="53"/>
                  </a:cubicBezTo>
                  <a:cubicBezTo>
                    <a:pt x="80" y="51"/>
                    <a:pt x="80" y="48"/>
                    <a:pt x="80" y="48"/>
                  </a:cubicBezTo>
                  <a:cubicBezTo>
                    <a:pt x="81" y="38"/>
                    <a:pt x="89" y="44"/>
                    <a:pt x="89" y="44"/>
                  </a:cubicBezTo>
                  <a:cubicBezTo>
                    <a:pt x="89" y="44"/>
                    <a:pt x="92" y="48"/>
                    <a:pt x="90" y="49"/>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nchor="ctr"/>
            <a:lstStyle/>
            <a:p>
              <a:pPr algn="ctr"/>
              <a:endParaRPr>
                <a:solidFill>
                  <a:schemeClr val="accent1"/>
                </a:solidFill>
              </a:endParaRPr>
            </a:p>
          </p:txBody>
        </p:sp>
        <p:sp>
          <p:nvSpPr>
            <p:cNvPr id="82" name="ïşľïďé">
              <a:extLst>
                <a:ext uri="{FF2B5EF4-FFF2-40B4-BE49-F238E27FC236}">
                  <a16:creationId xmlns:a16="http://schemas.microsoft.com/office/drawing/2014/main" xmlns="" id="{EDCEFDC4-18FE-46E6-9189-93784ACF7371}"/>
                </a:ext>
              </a:extLst>
            </p:cNvPr>
            <p:cNvSpPr/>
            <p:nvPr/>
          </p:nvSpPr>
          <p:spPr bwMode="auto">
            <a:xfrm>
              <a:off x="4199193" y="1624325"/>
              <a:ext cx="73589" cy="92512"/>
            </a:xfrm>
            <a:custGeom>
              <a:avLst/>
              <a:gdLst>
                <a:gd name="T0" fmla="*/ 0 w 105"/>
                <a:gd name="T1" fmla="*/ 132 h 132"/>
                <a:gd name="T2" fmla="*/ 0 w 105"/>
                <a:gd name="T3" fmla="*/ 109 h 132"/>
                <a:gd name="T4" fmla="*/ 69 w 105"/>
                <a:gd name="T5" fmla="*/ 23 h 132"/>
                <a:gd name="T6" fmla="*/ 7 w 105"/>
                <a:gd name="T7" fmla="*/ 23 h 132"/>
                <a:gd name="T8" fmla="*/ 7 w 105"/>
                <a:gd name="T9" fmla="*/ 0 h 132"/>
                <a:gd name="T10" fmla="*/ 102 w 105"/>
                <a:gd name="T11" fmla="*/ 0 h 132"/>
                <a:gd name="T12" fmla="*/ 102 w 105"/>
                <a:gd name="T13" fmla="*/ 23 h 132"/>
                <a:gd name="T14" fmla="*/ 33 w 105"/>
                <a:gd name="T15" fmla="*/ 112 h 132"/>
                <a:gd name="T16" fmla="*/ 105 w 105"/>
                <a:gd name="T17" fmla="*/ 112 h 132"/>
                <a:gd name="T18" fmla="*/ 105 w 105"/>
                <a:gd name="T19" fmla="*/ 132 h 132"/>
                <a:gd name="T20" fmla="*/ 0 w 105"/>
                <a:gd name="T21" fmla="*/ 132 h 1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05" h="132">
                  <a:moveTo>
                    <a:pt x="0" y="132"/>
                  </a:moveTo>
                  <a:lnTo>
                    <a:pt x="0" y="109"/>
                  </a:lnTo>
                  <a:lnTo>
                    <a:pt x="69" y="23"/>
                  </a:lnTo>
                  <a:lnTo>
                    <a:pt x="7" y="23"/>
                  </a:lnTo>
                  <a:lnTo>
                    <a:pt x="7" y="0"/>
                  </a:lnTo>
                  <a:lnTo>
                    <a:pt x="102" y="0"/>
                  </a:lnTo>
                  <a:lnTo>
                    <a:pt x="102" y="23"/>
                  </a:lnTo>
                  <a:lnTo>
                    <a:pt x="33" y="112"/>
                  </a:lnTo>
                  <a:lnTo>
                    <a:pt x="105" y="112"/>
                  </a:lnTo>
                  <a:lnTo>
                    <a:pt x="105" y="132"/>
                  </a:lnTo>
                  <a:lnTo>
                    <a:pt x="0" y="132"/>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nchor="ctr"/>
            <a:lstStyle/>
            <a:p>
              <a:pPr algn="ctr"/>
              <a:endParaRPr>
                <a:solidFill>
                  <a:schemeClr val="accent1"/>
                </a:solidFill>
              </a:endParaRPr>
            </a:p>
          </p:txBody>
        </p:sp>
        <p:sp>
          <p:nvSpPr>
            <p:cNvPr id="83" name="ïśḷïḍê">
              <a:extLst>
                <a:ext uri="{FF2B5EF4-FFF2-40B4-BE49-F238E27FC236}">
                  <a16:creationId xmlns:a16="http://schemas.microsoft.com/office/drawing/2014/main" xmlns="" id="{108A426B-CCA0-4A79-B40C-772528CAFB9B}"/>
                </a:ext>
              </a:extLst>
            </p:cNvPr>
            <p:cNvSpPr/>
            <p:nvPr/>
          </p:nvSpPr>
          <p:spPr bwMode="auto">
            <a:xfrm>
              <a:off x="4291004" y="1624325"/>
              <a:ext cx="73589" cy="92512"/>
            </a:xfrm>
            <a:custGeom>
              <a:avLst/>
              <a:gdLst>
                <a:gd name="T0" fmla="*/ 0 w 105"/>
                <a:gd name="T1" fmla="*/ 132 h 132"/>
                <a:gd name="T2" fmla="*/ 0 w 105"/>
                <a:gd name="T3" fmla="*/ 0 h 132"/>
                <a:gd name="T4" fmla="*/ 30 w 105"/>
                <a:gd name="T5" fmla="*/ 0 h 132"/>
                <a:gd name="T6" fmla="*/ 30 w 105"/>
                <a:gd name="T7" fmla="*/ 53 h 132"/>
                <a:gd name="T8" fmla="*/ 79 w 105"/>
                <a:gd name="T9" fmla="*/ 53 h 132"/>
                <a:gd name="T10" fmla="*/ 79 w 105"/>
                <a:gd name="T11" fmla="*/ 0 h 132"/>
                <a:gd name="T12" fmla="*/ 105 w 105"/>
                <a:gd name="T13" fmla="*/ 0 h 132"/>
                <a:gd name="T14" fmla="*/ 105 w 105"/>
                <a:gd name="T15" fmla="*/ 132 h 132"/>
                <a:gd name="T16" fmla="*/ 79 w 105"/>
                <a:gd name="T17" fmla="*/ 132 h 132"/>
                <a:gd name="T18" fmla="*/ 79 w 105"/>
                <a:gd name="T19" fmla="*/ 76 h 132"/>
                <a:gd name="T20" fmla="*/ 30 w 105"/>
                <a:gd name="T21" fmla="*/ 76 h 132"/>
                <a:gd name="T22" fmla="*/ 30 w 105"/>
                <a:gd name="T23" fmla="*/ 132 h 132"/>
                <a:gd name="T24" fmla="*/ 0 w 105"/>
                <a:gd name="T25" fmla="*/ 132 h 1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05" h="132">
                  <a:moveTo>
                    <a:pt x="0" y="132"/>
                  </a:moveTo>
                  <a:lnTo>
                    <a:pt x="0" y="0"/>
                  </a:lnTo>
                  <a:lnTo>
                    <a:pt x="30" y="0"/>
                  </a:lnTo>
                  <a:lnTo>
                    <a:pt x="30" y="53"/>
                  </a:lnTo>
                  <a:lnTo>
                    <a:pt x="79" y="53"/>
                  </a:lnTo>
                  <a:lnTo>
                    <a:pt x="79" y="0"/>
                  </a:lnTo>
                  <a:lnTo>
                    <a:pt x="105" y="0"/>
                  </a:lnTo>
                  <a:lnTo>
                    <a:pt x="105" y="132"/>
                  </a:lnTo>
                  <a:lnTo>
                    <a:pt x="79" y="132"/>
                  </a:lnTo>
                  <a:lnTo>
                    <a:pt x="79" y="76"/>
                  </a:lnTo>
                  <a:lnTo>
                    <a:pt x="30" y="76"/>
                  </a:lnTo>
                  <a:lnTo>
                    <a:pt x="30" y="132"/>
                  </a:lnTo>
                  <a:lnTo>
                    <a:pt x="0" y="132"/>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nchor="ctr"/>
            <a:lstStyle/>
            <a:p>
              <a:pPr algn="ctr"/>
              <a:endParaRPr>
                <a:solidFill>
                  <a:schemeClr val="accent1"/>
                </a:solidFill>
              </a:endParaRPr>
            </a:p>
          </p:txBody>
        </p:sp>
        <p:sp>
          <p:nvSpPr>
            <p:cNvPr id="84" name="ïṡḷíḑé">
              <a:extLst>
                <a:ext uri="{FF2B5EF4-FFF2-40B4-BE49-F238E27FC236}">
                  <a16:creationId xmlns:a16="http://schemas.microsoft.com/office/drawing/2014/main" xmlns="" id="{C8624BF0-066A-4B2E-84F6-D6699811369E}"/>
                </a:ext>
              </a:extLst>
            </p:cNvPr>
            <p:cNvSpPr/>
            <p:nvPr/>
          </p:nvSpPr>
          <p:spPr bwMode="auto">
            <a:xfrm>
              <a:off x="4391926" y="1624325"/>
              <a:ext cx="68683" cy="92512"/>
            </a:xfrm>
            <a:custGeom>
              <a:avLst/>
              <a:gdLst>
                <a:gd name="T0" fmla="*/ 0 w 98"/>
                <a:gd name="T1" fmla="*/ 132 h 132"/>
                <a:gd name="T2" fmla="*/ 0 w 98"/>
                <a:gd name="T3" fmla="*/ 0 h 132"/>
                <a:gd name="T4" fmla="*/ 95 w 98"/>
                <a:gd name="T5" fmla="*/ 0 h 132"/>
                <a:gd name="T6" fmla="*/ 95 w 98"/>
                <a:gd name="T7" fmla="*/ 23 h 132"/>
                <a:gd name="T8" fmla="*/ 26 w 98"/>
                <a:gd name="T9" fmla="*/ 23 h 132"/>
                <a:gd name="T10" fmla="*/ 26 w 98"/>
                <a:gd name="T11" fmla="*/ 53 h 132"/>
                <a:gd name="T12" fmla="*/ 92 w 98"/>
                <a:gd name="T13" fmla="*/ 53 h 132"/>
                <a:gd name="T14" fmla="*/ 92 w 98"/>
                <a:gd name="T15" fmla="*/ 76 h 132"/>
                <a:gd name="T16" fmla="*/ 26 w 98"/>
                <a:gd name="T17" fmla="*/ 76 h 132"/>
                <a:gd name="T18" fmla="*/ 26 w 98"/>
                <a:gd name="T19" fmla="*/ 112 h 132"/>
                <a:gd name="T20" fmla="*/ 98 w 98"/>
                <a:gd name="T21" fmla="*/ 112 h 132"/>
                <a:gd name="T22" fmla="*/ 98 w 98"/>
                <a:gd name="T23" fmla="*/ 132 h 132"/>
                <a:gd name="T24" fmla="*/ 0 w 98"/>
                <a:gd name="T25" fmla="*/ 132 h 1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98" h="132">
                  <a:moveTo>
                    <a:pt x="0" y="132"/>
                  </a:moveTo>
                  <a:lnTo>
                    <a:pt x="0" y="0"/>
                  </a:lnTo>
                  <a:lnTo>
                    <a:pt x="95" y="0"/>
                  </a:lnTo>
                  <a:lnTo>
                    <a:pt x="95" y="23"/>
                  </a:lnTo>
                  <a:lnTo>
                    <a:pt x="26" y="23"/>
                  </a:lnTo>
                  <a:lnTo>
                    <a:pt x="26" y="53"/>
                  </a:lnTo>
                  <a:lnTo>
                    <a:pt x="92" y="53"/>
                  </a:lnTo>
                  <a:lnTo>
                    <a:pt x="92" y="76"/>
                  </a:lnTo>
                  <a:lnTo>
                    <a:pt x="26" y="76"/>
                  </a:lnTo>
                  <a:lnTo>
                    <a:pt x="26" y="112"/>
                  </a:lnTo>
                  <a:lnTo>
                    <a:pt x="98" y="112"/>
                  </a:lnTo>
                  <a:lnTo>
                    <a:pt x="98" y="132"/>
                  </a:lnTo>
                  <a:lnTo>
                    <a:pt x="0" y="132"/>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nchor="ctr"/>
            <a:lstStyle/>
            <a:p>
              <a:pPr algn="ctr"/>
              <a:endParaRPr>
                <a:solidFill>
                  <a:schemeClr val="accent1"/>
                </a:solidFill>
              </a:endParaRPr>
            </a:p>
          </p:txBody>
        </p:sp>
        <p:sp>
          <p:nvSpPr>
            <p:cNvPr id="85" name="iśḻíde">
              <a:extLst>
                <a:ext uri="{FF2B5EF4-FFF2-40B4-BE49-F238E27FC236}">
                  <a16:creationId xmlns:a16="http://schemas.microsoft.com/office/drawing/2014/main" xmlns="" id="{E0A79F7D-CD41-4B5D-984F-245D4E222672}"/>
                </a:ext>
              </a:extLst>
            </p:cNvPr>
            <p:cNvSpPr/>
            <p:nvPr/>
          </p:nvSpPr>
          <p:spPr bwMode="auto">
            <a:xfrm>
              <a:off x="4476729" y="1624325"/>
              <a:ext cx="59572" cy="94615"/>
            </a:xfrm>
            <a:custGeom>
              <a:avLst/>
              <a:gdLst>
                <a:gd name="T0" fmla="*/ 18 w 26"/>
                <a:gd name="T1" fmla="*/ 0 h 41"/>
                <a:gd name="T2" fmla="*/ 26 w 26"/>
                <a:gd name="T3" fmla="*/ 0 h 41"/>
                <a:gd name="T4" fmla="*/ 26 w 26"/>
                <a:gd name="T5" fmla="*/ 26 h 41"/>
                <a:gd name="T6" fmla="*/ 25 w 26"/>
                <a:gd name="T7" fmla="*/ 33 h 41"/>
                <a:gd name="T8" fmla="*/ 20 w 26"/>
                <a:gd name="T9" fmla="*/ 39 h 41"/>
                <a:gd name="T10" fmla="*/ 12 w 26"/>
                <a:gd name="T11" fmla="*/ 41 h 41"/>
                <a:gd name="T12" fmla="*/ 3 w 26"/>
                <a:gd name="T13" fmla="*/ 38 h 41"/>
                <a:gd name="T14" fmla="*/ 0 w 26"/>
                <a:gd name="T15" fmla="*/ 28 h 41"/>
                <a:gd name="T16" fmla="*/ 8 w 26"/>
                <a:gd name="T17" fmla="*/ 27 h 41"/>
                <a:gd name="T18" fmla="*/ 9 w 26"/>
                <a:gd name="T19" fmla="*/ 32 h 41"/>
                <a:gd name="T20" fmla="*/ 13 w 26"/>
                <a:gd name="T21" fmla="*/ 34 h 41"/>
                <a:gd name="T22" fmla="*/ 16 w 26"/>
                <a:gd name="T23" fmla="*/ 33 h 41"/>
                <a:gd name="T24" fmla="*/ 18 w 26"/>
                <a:gd name="T25" fmla="*/ 26 h 41"/>
                <a:gd name="T26" fmla="*/ 18 w 26"/>
                <a:gd name="T27" fmla="*/ 0 h 4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26" h="41">
                  <a:moveTo>
                    <a:pt x="18" y="0"/>
                  </a:moveTo>
                  <a:cubicBezTo>
                    <a:pt x="26" y="0"/>
                    <a:pt x="26" y="0"/>
                    <a:pt x="26" y="0"/>
                  </a:cubicBezTo>
                  <a:cubicBezTo>
                    <a:pt x="26" y="26"/>
                    <a:pt x="26" y="26"/>
                    <a:pt x="26" y="26"/>
                  </a:cubicBezTo>
                  <a:cubicBezTo>
                    <a:pt x="26" y="29"/>
                    <a:pt x="25" y="32"/>
                    <a:pt x="25" y="33"/>
                  </a:cubicBezTo>
                  <a:cubicBezTo>
                    <a:pt x="24" y="36"/>
                    <a:pt x="23" y="37"/>
                    <a:pt x="20" y="39"/>
                  </a:cubicBezTo>
                  <a:cubicBezTo>
                    <a:pt x="18" y="40"/>
                    <a:pt x="16" y="41"/>
                    <a:pt x="12" y="41"/>
                  </a:cubicBezTo>
                  <a:cubicBezTo>
                    <a:pt x="8" y="41"/>
                    <a:pt x="5" y="40"/>
                    <a:pt x="3" y="38"/>
                  </a:cubicBezTo>
                  <a:cubicBezTo>
                    <a:pt x="1" y="35"/>
                    <a:pt x="0" y="32"/>
                    <a:pt x="0" y="28"/>
                  </a:cubicBezTo>
                  <a:cubicBezTo>
                    <a:pt x="8" y="27"/>
                    <a:pt x="8" y="27"/>
                    <a:pt x="8" y="27"/>
                  </a:cubicBezTo>
                  <a:cubicBezTo>
                    <a:pt x="8" y="29"/>
                    <a:pt x="8" y="31"/>
                    <a:pt x="9" y="32"/>
                  </a:cubicBezTo>
                  <a:cubicBezTo>
                    <a:pt x="10" y="33"/>
                    <a:pt x="11" y="34"/>
                    <a:pt x="13" y="34"/>
                  </a:cubicBezTo>
                  <a:cubicBezTo>
                    <a:pt x="14" y="34"/>
                    <a:pt x="16" y="34"/>
                    <a:pt x="16" y="33"/>
                  </a:cubicBezTo>
                  <a:cubicBezTo>
                    <a:pt x="17" y="32"/>
                    <a:pt x="18" y="29"/>
                    <a:pt x="18" y="26"/>
                  </a:cubicBezTo>
                  <a:lnTo>
                    <a:pt x="18" y="0"/>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nchor="ctr"/>
            <a:lstStyle/>
            <a:p>
              <a:pPr algn="ctr"/>
              <a:endParaRPr>
                <a:solidFill>
                  <a:schemeClr val="accent1"/>
                </a:solidFill>
              </a:endParaRPr>
            </a:p>
          </p:txBody>
        </p:sp>
        <p:sp>
          <p:nvSpPr>
            <p:cNvPr id="86" name="í$ḻîdê">
              <a:extLst>
                <a:ext uri="{FF2B5EF4-FFF2-40B4-BE49-F238E27FC236}">
                  <a16:creationId xmlns:a16="http://schemas.microsoft.com/office/drawing/2014/main" xmlns="" id="{AB77C45C-069E-44D5-A618-8BB014EBB586}"/>
                </a:ext>
              </a:extLst>
            </p:cNvPr>
            <p:cNvSpPr/>
            <p:nvPr/>
          </p:nvSpPr>
          <p:spPr bwMode="auto">
            <a:xfrm>
              <a:off x="4561532" y="1624325"/>
              <a:ext cx="18222" cy="92512"/>
            </a:xfrm>
            <a:prstGeom prst="rect">
              <a:avLst/>
            </a:prstGeom>
            <a:grpFill/>
            <a:ln>
              <a:noFill/>
            </a:ln>
            <a:extLst>
              <a:ext uri="{91240B29-F687-4F45-9708-019B960494DF}">
                <a14:hiddenLine xmlns="" xmlns:a14="http://schemas.microsoft.com/office/drawing/2010/main" w="9525">
                  <a:solidFill>
                    <a:srgbClr val="000000"/>
                  </a:solidFill>
                  <a:miter lim="800000"/>
                  <a:headEnd/>
                  <a:tailEnd/>
                </a14:hiddenLine>
              </a:ext>
            </a:extLst>
          </p:spPr>
          <p:txBody>
            <a:bodyPr anchor="ctr"/>
            <a:lstStyle/>
            <a:p>
              <a:pPr algn="ctr"/>
              <a:endParaRPr>
                <a:solidFill>
                  <a:schemeClr val="accent1"/>
                </a:solidFill>
              </a:endParaRPr>
            </a:p>
          </p:txBody>
        </p:sp>
        <p:sp>
          <p:nvSpPr>
            <p:cNvPr id="87" name="iṩḷídé">
              <a:extLst>
                <a:ext uri="{FF2B5EF4-FFF2-40B4-BE49-F238E27FC236}">
                  <a16:creationId xmlns:a16="http://schemas.microsoft.com/office/drawing/2014/main" xmlns="" id="{F4C65845-CCA8-495C-A05A-E2A3E22113B2}"/>
                </a:ext>
              </a:extLst>
            </p:cNvPr>
            <p:cNvSpPr/>
            <p:nvPr/>
          </p:nvSpPr>
          <p:spPr bwMode="auto">
            <a:xfrm>
              <a:off x="4595874" y="1624325"/>
              <a:ext cx="91811" cy="92512"/>
            </a:xfrm>
            <a:custGeom>
              <a:avLst/>
              <a:gdLst>
                <a:gd name="T0" fmla="*/ 131 w 131"/>
                <a:gd name="T1" fmla="*/ 132 h 132"/>
                <a:gd name="T2" fmla="*/ 102 w 131"/>
                <a:gd name="T3" fmla="*/ 132 h 132"/>
                <a:gd name="T4" fmla="*/ 92 w 131"/>
                <a:gd name="T5" fmla="*/ 102 h 132"/>
                <a:gd name="T6" fmla="*/ 40 w 131"/>
                <a:gd name="T7" fmla="*/ 102 h 132"/>
                <a:gd name="T8" fmla="*/ 26 w 131"/>
                <a:gd name="T9" fmla="*/ 132 h 132"/>
                <a:gd name="T10" fmla="*/ 0 w 131"/>
                <a:gd name="T11" fmla="*/ 132 h 132"/>
                <a:gd name="T12" fmla="*/ 49 w 131"/>
                <a:gd name="T13" fmla="*/ 0 h 132"/>
                <a:gd name="T14" fmla="*/ 79 w 131"/>
                <a:gd name="T15" fmla="*/ 0 h 132"/>
                <a:gd name="T16" fmla="*/ 131 w 131"/>
                <a:gd name="T17" fmla="*/ 132 h 132"/>
                <a:gd name="T18" fmla="*/ 131 w 131"/>
                <a:gd name="T19" fmla="*/ 132 h 132"/>
                <a:gd name="T20" fmla="*/ 82 w 131"/>
                <a:gd name="T21" fmla="*/ 83 h 132"/>
                <a:gd name="T22" fmla="*/ 66 w 131"/>
                <a:gd name="T23" fmla="*/ 33 h 132"/>
                <a:gd name="T24" fmla="*/ 46 w 131"/>
                <a:gd name="T25" fmla="*/ 83 h 132"/>
                <a:gd name="T26" fmla="*/ 82 w 131"/>
                <a:gd name="T27" fmla="*/ 83 h 1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31" h="132">
                  <a:moveTo>
                    <a:pt x="131" y="132"/>
                  </a:moveTo>
                  <a:lnTo>
                    <a:pt x="102" y="132"/>
                  </a:lnTo>
                  <a:lnTo>
                    <a:pt x="92" y="102"/>
                  </a:lnTo>
                  <a:lnTo>
                    <a:pt x="40" y="102"/>
                  </a:lnTo>
                  <a:lnTo>
                    <a:pt x="26" y="132"/>
                  </a:lnTo>
                  <a:lnTo>
                    <a:pt x="0" y="132"/>
                  </a:lnTo>
                  <a:lnTo>
                    <a:pt x="49" y="0"/>
                  </a:lnTo>
                  <a:lnTo>
                    <a:pt x="79" y="0"/>
                  </a:lnTo>
                  <a:lnTo>
                    <a:pt x="131" y="132"/>
                  </a:lnTo>
                  <a:lnTo>
                    <a:pt x="131" y="132"/>
                  </a:lnTo>
                  <a:close/>
                  <a:moveTo>
                    <a:pt x="82" y="83"/>
                  </a:moveTo>
                  <a:lnTo>
                    <a:pt x="66" y="33"/>
                  </a:lnTo>
                  <a:lnTo>
                    <a:pt x="46" y="83"/>
                  </a:lnTo>
                  <a:lnTo>
                    <a:pt x="82" y="83"/>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nchor="ctr"/>
            <a:lstStyle/>
            <a:p>
              <a:pPr algn="ctr"/>
              <a:endParaRPr>
                <a:solidFill>
                  <a:schemeClr val="accent1"/>
                </a:solidFill>
              </a:endParaRPr>
            </a:p>
          </p:txBody>
        </p:sp>
        <p:sp>
          <p:nvSpPr>
            <p:cNvPr id="88" name="iślíḓè">
              <a:extLst>
                <a:ext uri="{FF2B5EF4-FFF2-40B4-BE49-F238E27FC236}">
                  <a16:creationId xmlns:a16="http://schemas.microsoft.com/office/drawing/2014/main" xmlns="" id="{EFA042D1-5490-4357-BBFB-9799AE1C535A}"/>
                </a:ext>
              </a:extLst>
            </p:cNvPr>
            <p:cNvSpPr/>
            <p:nvPr/>
          </p:nvSpPr>
          <p:spPr bwMode="auto">
            <a:xfrm>
              <a:off x="4703805" y="1624325"/>
              <a:ext cx="73589" cy="92512"/>
            </a:xfrm>
            <a:custGeom>
              <a:avLst/>
              <a:gdLst>
                <a:gd name="T0" fmla="*/ 0 w 105"/>
                <a:gd name="T1" fmla="*/ 132 h 132"/>
                <a:gd name="T2" fmla="*/ 0 w 105"/>
                <a:gd name="T3" fmla="*/ 0 h 132"/>
                <a:gd name="T4" fmla="*/ 26 w 105"/>
                <a:gd name="T5" fmla="*/ 0 h 132"/>
                <a:gd name="T6" fmla="*/ 82 w 105"/>
                <a:gd name="T7" fmla="*/ 89 h 132"/>
                <a:gd name="T8" fmla="*/ 82 w 105"/>
                <a:gd name="T9" fmla="*/ 0 h 132"/>
                <a:gd name="T10" fmla="*/ 105 w 105"/>
                <a:gd name="T11" fmla="*/ 0 h 132"/>
                <a:gd name="T12" fmla="*/ 105 w 105"/>
                <a:gd name="T13" fmla="*/ 132 h 132"/>
                <a:gd name="T14" fmla="*/ 79 w 105"/>
                <a:gd name="T15" fmla="*/ 132 h 132"/>
                <a:gd name="T16" fmla="*/ 26 w 105"/>
                <a:gd name="T17" fmla="*/ 46 h 132"/>
                <a:gd name="T18" fmla="*/ 26 w 105"/>
                <a:gd name="T19" fmla="*/ 132 h 132"/>
                <a:gd name="T20" fmla="*/ 0 w 105"/>
                <a:gd name="T21" fmla="*/ 132 h 1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05" h="132">
                  <a:moveTo>
                    <a:pt x="0" y="132"/>
                  </a:moveTo>
                  <a:lnTo>
                    <a:pt x="0" y="0"/>
                  </a:lnTo>
                  <a:lnTo>
                    <a:pt x="26" y="0"/>
                  </a:lnTo>
                  <a:lnTo>
                    <a:pt x="82" y="89"/>
                  </a:lnTo>
                  <a:lnTo>
                    <a:pt x="82" y="0"/>
                  </a:lnTo>
                  <a:lnTo>
                    <a:pt x="105" y="0"/>
                  </a:lnTo>
                  <a:lnTo>
                    <a:pt x="105" y="132"/>
                  </a:lnTo>
                  <a:lnTo>
                    <a:pt x="79" y="132"/>
                  </a:lnTo>
                  <a:lnTo>
                    <a:pt x="26" y="46"/>
                  </a:lnTo>
                  <a:lnTo>
                    <a:pt x="26" y="132"/>
                  </a:lnTo>
                  <a:lnTo>
                    <a:pt x="0" y="132"/>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nchor="ctr"/>
            <a:lstStyle/>
            <a:p>
              <a:pPr algn="ctr"/>
              <a:endParaRPr>
                <a:solidFill>
                  <a:schemeClr val="accent1"/>
                </a:solidFill>
              </a:endParaRPr>
            </a:p>
          </p:txBody>
        </p:sp>
        <p:sp>
          <p:nvSpPr>
            <p:cNvPr id="89" name="îṥ1ïḋe">
              <a:extLst>
                <a:ext uri="{FF2B5EF4-FFF2-40B4-BE49-F238E27FC236}">
                  <a16:creationId xmlns:a16="http://schemas.microsoft.com/office/drawing/2014/main" xmlns="" id="{14451D1E-E11D-473E-A831-F895F3C18B6F}"/>
                </a:ext>
              </a:extLst>
            </p:cNvPr>
            <p:cNvSpPr/>
            <p:nvPr/>
          </p:nvSpPr>
          <p:spPr bwMode="auto">
            <a:xfrm>
              <a:off x="4799821" y="1624325"/>
              <a:ext cx="87606" cy="94615"/>
            </a:xfrm>
            <a:custGeom>
              <a:avLst/>
              <a:gdLst>
                <a:gd name="T0" fmla="*/ 20 w 38"/>
                <a:gd name="T1" fmla="*/ 26 h 41"/>
                <a:gd name="T2" fmla="*/ 20 w 38"/>
                <a:gd name="T3" fmla="*/ 19 h 41"/>
                <a:gd name="T4" fmla="*/ 38 w 38"/>
                <a:gd name="T5" fmla="*/ 19 h 41"/>
                <a:gd name="T6" fmla="*/ 38 w 38"/>
                <a:gd name="T7" fmla="*/ 35 h 41"/>
                <a:gd name="T8" fmla="*/ 30 w 38"/>
                <a:gd name="T9" fmla="*/ 39 h 41"/>
                <a:gd name="T10" fmla="*/ 21 w 38"/>
                <a:gd name="T11" fmla="*/ 41 h 41"/>
                <a:gd name="T12" fmla="*/ 10 w 38"/>
                <a:gd name="T13" fmla="*/ 38 h 41"/>
                <a:gd name="T14" fmla="*/ 3 w 38"/>
                <a:gd name="T15" fmla="*/ 31 h 41"/>
                <a:gd name="T16" fmla="*/ 0 w 38"/>
                <a:gd name="T17" fmla="*/ 20 h 41"/>
                <a:gd name="T18" fmla="*/ 3 w 38"/>
                <a:gd name="T19" fmla="*/ 9 h 41"/>
                <a:gd name="T20" fmla="*/ 11 w 38"/>
                <a:gd name="T21" fmla="*/ 2 h 41"/>
                <a:gd name="T22" fmla="*/ 20 w 38"/>
                <a:gd name="T23" fmla="*/ 0 h 41"/>
                <a:gd name="T24" fmla="*/ 32 w 38"/>
                <a:gd name="T25" fmla="*/ 3 h 41"/>
                <a:gd name="T26" fmla="*/ 37 w 38"/>
                <a:gd name="T27" fmla="*/ 11 h 41"/>
                <a:gd name="T28" fmla="*/ 29 w 38"/>
                <a:gd name="T29" fmla="*/ 13 h 41"/>
                <a:gd name="T30" fmla="*/ 26 w 38"/>
                <a:gd name="T31" fmla="*/ 8 h 41"/>
                <a:gd name="T32" fmla="*/ 20 w 38"/>
                <a:gd name="T33" fmla="*/ 7 h 41"/>
                <a:gd name="T34" fmla="*/ 12 w 38"/>
                <a:gd name="T35" fmla="*/ 10 h 41"/>
                <a:gd name="T36" fmla="*/ 9 w 38"/>
                <a:gd name="T37" fmla="*/ 20 h 41"/>
                <a:gd name="T38" fmla="*/ 12 w 38"/>
                <a:gd name="T39" fmla="*/ 31 h 41"/>
                <a:gd name="T40" fmla="*/ 20 w 38"/>
                <a:gd name="T41" fmla="*/ 34 h 41"/>
                <a:gd name="T42" fmla="*/ 25 w 38"/>
                <a:gd name="T43" fmla="*/ 33 h 41"/>
                <a:gd name="T44" fmla="*/ 29 w 38"/>
                <a:gd name="T45" fmla="*/ 31 h 41"/>
                <a:gd name="T46" fmla="*/ 29 w 38"/>
                <a:gd name="T47" fmla="*/ 26 h 41"/>
                <a:gd name="T48" fmla="*/ 20 w 38"/>
                <a:gd name="T49" fmla="*/ 26 h 4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38" h="41">
                  <a:moveTo>
                    <a:pt x="20" y="26"/>
                  </a:moveTo>
                  <a:cubicBezTo>
                    <a:pt x="20" y="19"/>
                    <a:pt x="20" y="19"/>
                    <a:pt x="20" y="19"/>
                  </a:cubicBezTo>
                  <a:cubicBezTo>
                    <a:pt x="38" y="19"/>
                    <a:pt x="38" y="19"/>
                    <a:pt x="38" y="19"/>
                  </a:cubicBezTo>
                  <a:cubicBezTo>
                    <a:pt x="38" y="35"/>
                    <a:pt x="38" y="35"/>
                    <a:pt x="38" y="35"/>
                  </a:cubicBezTo>
                  <a:cubicBezTo>
                    <a:pt x="36" y="36"/>
                    <a:pt x="33" y="38"/>
                    <a:pt x="30" y="39"/>
                  </a:cubicBezTo>
                  <a:cubicBezTo>
                    <a:pt x="27" y="40"/>
                    <a:pt x="24" y="41"/>
                    <a:pt x="21" y="41"/>
                  </a:cubicBezTo>
                  <a:cubicBezTo>
                    <a:pt x="16" y="41"/>
                    <a:pt x="13" y="40"/>
                    <a:pt x="10" y="38"/>
                  </a:cubicBezTo>
                  <a:cubicBezTo>
                    <a:pt x="6" y="37"/>
                    <a:pt x="4" y="34"/>
                    <a:pt x="3" y="31"/>
                  </a:cubicBezTo>
                  <a:cubicBezTo>
                    <a:pt x="1" y="28"/>
                    <a:pt x="0" y="24"/>
                    <a:pt x="0" y="20"/>
                  </a:cubicBezTo>
                  <a:cubicBezTo>
                    <a:pt x="0" y="16"/>
                    <a:pt x="1" y="12"/>
                    <a:pt x="3" y="9"/>
                  </a:cubicBezTo>
                  <a:cubicBezTo>
                    <a:pt x="5" y="6"/>
                    <a:pt x="7" y="3"/>
                    <a:pt x="11" y="2"/>
                  </a:cubicBezTo>
                  <a:cubicBezTo>
                    <a:pt x="13" y="0"/>
                    <a:pt x="16" y="0"/>
                    <a:pt x="20" y="0"/>
                  </a:cubicBezTo>
                  <a:cubicBezTo>
                    <a:pt x="25" y="0"/>
                    <a:pt x="29" y="1"/>
                    <a:pt x="32" y="3"/>
                  </a:cubicBezTo>
                  <a:cubicBezTo>
                    <a:pt x="34" y="5"/>
                    <a:pt x="36" y="8"/>
                    <a:pt x="37" y="11"/>
                  </a:cubicBezTo>
                  <a:cubicBezTo>
                    <a:pt x="29" y="13"/>
                    <a:pt x="29" y="13"/>
                    <a:pt x="29" y="13"/>
                  </a:cubicBezTo>
                  <a:cubicBezTo>
                    <a:pt x="29" y="11"/>
                    <a:pt x="27" y="9"/>
                    <a:pt x="26" y="8"/>
                  </a:cubicBezTo>
                  <a:cubicBezTo>
                    <a:pt x="24" y="7"/>
                    <a:pt x="22" y="7"/>
                    <a:pt x="20" y="7"/>
                  </a:cubicBezTo>
                  <a:cubicBezTo>
                    <a:pt x="17" y="7"/>
                    <a:pt x="14" y="8"/>
                    <a:pt x="12" y="10"/>
                  </a:cubicBezTo>
                  <a:cubicBezTo>
                    <a:pt x="10" y="12"/>
                    <a:pt x="9" y="16"/>
                    <a:pt x="9" y="20"/>
                  </a:cubicBezTo>
                  <a:cubicBezTo>
                    <a:pt x="9" y="25"/>
                    <a:pt x="10" y="28"/>
                    <a:pt x="12" y="31"/>
                  </a:cubicBezTo>
                  <a:cubicBezTo>
                    <a:pt x="14" y="33"/>
                    <a:pt x="17" y="34"/>
                    <a:pt x="20" y="34"/>
                  </a:cubicBezTo>
                  <a:cubicBezTo>
                    <a:pt x="22" y="34"/>
                    <a:pt x="23" y="34"/>
                    <a:pt x="25" y="33"/>
                  </a:cubicBezTo>
                  <a:cubicBezTo>
                    <a:pt x="27" y="32"/>
                    <a:pt x="28" y="32"/>
                    <a:pt x="29" y="31"/>
                  </a:cubicBezTo>
                  <a:cubicBezTo>
                    <a:pt x="29" y="26"/>
                    <a:pt x="29" y="26"/>
                    <a:pt x="29" y="26"/>
                  </a:cubicBezTo>
                  <a:lnTo>
                    <a:pt x="20" y="26"/>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nchor="ctr"/>
            <a:lstStyle/>
            <a:p>
              <a:pPr algn="ctr"/>
              <a:endParaRPr>
                <a:solidFill>
                  <a:schemeClr val="accent1"/>
                </a:solidFill>
              </a:endParaRPr>
            </a:p>
          </p:txBody>
        </p:sp>
        <p:sp>
          <p:nvSpPr>
            <p:cNvPr id="90" name="iṧḷídè">
              <a:extLst>
                <a:ext uri="{FF2B5EF4-FFF2-40B4-BE49-F238E27FC236}">
                  <a16:creationId xmlns:a16="http://schemas.microsoft.com/office/drawing/2014/main" xmlns="" id="{EC15322C-8A0E-4C83-861A-0CD4B8A1C4D6}"/>
                </a:ext>
              </a:extLst>
            </p:cNvPr>
            <p:cNvSpPr/>
            <p:nvPr/>
          </p:nvSpPr>
          <p:spPr bwMode="auto">
            <a:xfrm>
              <a:off x="4937888" y="1624325"/>
              <a:ext cx="72888" cy="94615"/>
            </a:xfrm>
            <a:custGeom>
              <a:avLst/>
              <a:gdLst>
                <a:gd name="T0" fmla="*/ 0 w 32"/>
                <a:gd name="T1" fmla="*/ 0 h 41"/>
                <a:gd name="T2" fmla="*/ 9 w 32"/>
                <a:gd name="T3" fmla="*/ 0 h 41"/>
                <a:gd name="T4" fmla="*/ 9 w 32"/>
                <a:gd name="T5" fmla="*/ 22 h 41"/>
                <a:gd name="T6" fmla="*/ 9 w 32"/>
                <a:gd name="T7" fmla="*/ 29 h 41"/>
                <a:gd name="T8" fmla="*/ 11 w 32"/>
                <a:gd name="T9" fmla="*/ 33 h 41"/>
                <a:gd name="T10" fmla="*/ 17 w 32"/>
                <a:gd name="T11" fmla="*/ 34 h 41"/>
                <a:gd name="T12" fmla="*/ 22 w 32"/>
                <a:gd name="T13" fmla="*/ 33 h 41"/>
                <a:gd name="T14" fmla="*/ 24 w 32"/>
                <a:gd name="T15" fmla="*/ 29 h 41"/>
                <a:gd name="T16" fmla="*/ 24 w 32"/>
                <a:gd name="T17" fmla="*/ 22 h 41"/>
                <a:gd name="T18" fmla="*/ 24 w 32"/>
                <a:gd name="T19" fmla="*/ 0 h 41"/>
                <a:gd name="T20" fmla="*/ 32 w 32"/>
                <a:gd name="T21" fmla="*/ 0 h 41"/>
                <a:gd name="T22" fmla="*/ 32 w 32"/>
                <a:gd name="T23" fmla="*/ 21 h 41"/>
                <a:gd name="T24" fmla="*/ 32 w 32"/>
                <a:gd name="T25" fmla="*/ 32 h 41"/>
                <a:gd name="T26" fmla="*/ 29 w 32"/>
                <a:gd name="T27" fmla="*/ 37 h 41"/>
                <a:gd name="T28" fmla="*/ 25 w 32"/>
                <a:gd name="T29" fmla="*/ 40 h 41"/>
                <a:gd name="T30" fmla="*/ 17 w 32"/>
                <a:gd name="T31" fmla="*/ 41 h 41"/>
                <a:gd name="T32" fmla="*/ 8 w 32"/>
                <a:gd name="T33" fmla="*/ 40 h 41"/>
                <a:gd name="T34" fmla="*/ 4 w 32"/>
                <a:gd name="T35" fmla="*/ 36 h 41"/>
                <a:gd name="T36" fmla="*/ 1 w 32"/>
                <a:gd name="T37" fmla="*/ 32 h 41"/>
                <a:gd name="T38" fmla="*/ 0 w 32"/>
                <a:gd name="T39" fmla="*/ 22 h 41"/>
                <a:gd name="T40" fmla="*/ 0 w 32"/>
                <a:gd name="T41" fmla="*/ 0 h 4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32" h="41">
                  <a:moveTo>
                    <a:pt x="0" y="0"/>
                  </a:moveTo>
                  <a:cubicBezTo>
                    <a:pt x="9" y="0"/>
                    <a:pt x="9" y="0"/>
                    <a:pt x="9" y="0"/>
                  </a:cubicBezTo>
                  <a:cubicBezTo>
                    <a:pt x="9" y="22"/>
                    <a:pt x="9" y="22"/>
                    <a:pt x="9" y="22"/>
                  </a:cubicBezTo>
                  <a:cubicBezTo>
                    <a:pt x="9" y="25"/>
                    <a:pt x="9" y="28"/>
                    <a:pt x="9" y="29"/>
                  </a:cubicBezTo>
                  <a:cubicBezTo>
                    <a:pt x="9" y="30"/>
                    <a:pt x="10" y="32"/>
                    <a:pt x="11" y="33"/>
                  </a:cubicBezTo>
                  <a:cubicBezTo>
                    <a:pt x="13" y="34"/>
                    <a:pt x="14" y="34"/>
                    <a:pt x="17" y="34"/>
                  </a:cubicBezTo>
                  <a:cubicBezTo>
                    <a:pt x="19" y="34"/>
                    <a:pt x="21" y="34"/>
                    <a:pt x="22" y="33"/>
                  </a:cubicBezTo>
                  <a:cubicBezTo>
                    <a:pt x="23" y="32"/>
                    <a:pt x="24" y="31"/>
                    <a:pt x="24" y="29"/>
                  </a:cubicBezTo>
                  <a:cubicBezTo>
                    <a:pt x="24" y="28"/>
                    <a:pt x="24" y="26"/>
                    <a:pt x="24" y="22"/>
                  </a:cubicBezTo>
                  <a:cubicBezTo>
                    <a:pt x="24" y="0"/>
                    <a:pt x="24" y="0"/>
                    <a:pt x="24" y="0"/>
                  </a:cubicBezTo>
                  <a:cubicBezTo>
                    <a:pt x="32" y="0"/>
                    <a:pt x="32" y="0"/>
                    <a:pt x="32" y="0"/>
                  </a:cubicBezTo>
                  <a:cubicBezTo>
                    <a:pt x="32" y="21"/>
                    <a:pt x="32" y="21"/>
                    <a:pt x="32" y="21"/>
                  </a:cubicBezTo>
                  <a:cubicBezTo>
                    <a:pt x="32" y="26"/>
                    <a:pt x="32" y="30"/>
                    <a:pt x="32" y="32"/>
                  </a:cubicBezTo>
                  <a:cubicBezTo>
                    <a:pt x="31" y="34"/>
                    <a:pt x="30" y="35"/>
                    <a:pt x="29" y="37"/>
                  </a:cubicBezTo>
                  <a:cubicBezTo>
                    <a:pt x="28" y="38"/>
                    <a:pt x="27" y="39"/>
                    <a:pt x="25" y="40"/>
                  </a:cubicBezTo>
                  <a:cubicBezTo>
                    <a:pt x="23" y="41"/>
                    <a:pt x="20" y="41"/>
                    <a:pt x="17" y="41"/>
                  </a:cubicBezTo>
                  <a:cubicBezTo>
                    <a:pt x="13" y="41"/>
                    <a:pt x="10" y="41"/>
                    <a:pt x="8" y="40"/>
                  </a:cubicBezTo>
                  <a:cubicBezTo>
                    <a:pt x="6" y="39"/>
                    <a:pt x="5" y="38"/>
                    <a:pt x="4" y="36"/>
                  </a:cubicBezTo>
                  <a:cubicBezTo>
                    <a:pt x="2" y="35"/>
                    <a:pt x="2" y="33"/>
                    <a:pt x="1" y="32"/>
                  </a:cubicBezTo>
                  <a:cubicBezTo>
                    <a:pt x="1" y="30"/>
                    <a:pt x="0" y="26"/>
                    <a:pt x="0" y="22"/>
                  </a:cubicBezTo>
                  <a:lnTo>
                    <a:pt x="0" y="0"/>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nchor="ctr"/>
            <a:lstStyle/>
            <a:p>
              <a:pPr algn="ctr"/>
              <a:endParaRPr>
                <a:solidFill>
                  <a:schemeClr val="accent1"/>
                </a:solidFill>
              </a:endParaRPr>
            </a:p>
          </p:txBody>
        </p:sp>
        <p:sp>
          <p:nvSpPr>
            <p:cNvPr id="91" name="ïṩḷíḍé">
              <a:extLst>
                <a:ext uri="{FF2B5EF4-FFF2-40B4-BE49-F238E27FC236}">
                  <a16:creationId xmlns:a16="http://schemas.microsoft.com/office/drawing/2014/main" xmlns="" id="{F7B3A13D-65F0-4077-B27C-7215223462B3}"/>
                </a:ext>
              </a:extLst>
            </p:cNvPr>
            <p:cNvSpPr/>
            <p:nvPr/>
          </p:nvSpPr>
          <p:spPr bwMode="auto">
            <a:xfrm>
              <a:off x="5038810" y="1624325"/>
              <a:ext cx="72888" cy="92512"/>
            </a:xfrm>
            <a:custGeom>
              <a:avLst/>
              <a:gdLst>
                <a:gd name="T0" fmla="*/ 0 w 104"/>
                <a:gd name="T1" fmla="*/ 132 h 132"/>
                <a:gd name="T2" fmla="*/ 0 w 104"/>
                <a:gd name="T3" fmla="*/ 0 h 132"/>
                <a:gd name="T4" fmla="*/ 26 w 104"/>
                <a:gd name="T5" fmla="*/ 0 h 132"/>
                <a:gd name="T6" fmla="*/ 78 w 104"/>
                <a:gd name="T7" fmla="*/ 89 h 132"/>
                <a:gd name="T8" fmla="*/ 78 w 104"/>
                <a:gd name="T9" fmla="*/ 0 h 132"/>
                <a:gd name="T10" fmla="*/ 104 w 104"/>
                <a:gd name="T11" fmla="*/ 0 h 132"/>
                <a:gd name="T12" fmla="*/ 104 w 104"/>
                <a:gd name="T13" fmla="*/ 132 h 132"/>
                <a:gd name="T14" fmla="*/ 78 w 104"/>
                <a:gd name="T15" fmla="*/ 132 h 132"/>
                <a:gd name="T16" fmla="*/ 23 w 104"/>
                <a:gd name="T17" fmla="*/ 46 h 132"/>
                <a:gd name="T18" fmla="*/ 23 w 104"/>
                <a:gd name="T19" fmla="*/ 132 h 132"/>
                <a:gd name="T20" fmla="*/ 0 w 104"/>
                <a:gd name="T21" fmla="*/ 132 h 1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04" h="132">
                  <a:moveTo>
                    <a:pt x="0" y="132"/>
                  </a:moveTo>
                  <a:lnTo>
                    <a:pt x="0" y="0"/>
                  </a:lnTo>
                  <a:lnTo>
                    <a:pt x="26" y="0"/>
                  </a:lnTo>
                  <a:lnTo>
                    <a:pt x="78" y="89"/>
                  </a:lnTo>
                  <a:lnTo>
                    <a:pt x="78" y="0"/>
                  </a:lnTo>
                  <a:lnTo>
                    <a:pt x="104" y="0"/>
                  </a:lnTo>
                  <a:lnTo>
                    <a:pt x="104" y="132"/>
                  </a:lnTo>
                  <a:lnTo>
                    <a:pt x="78" y="132"/>
                  </a:lnTo>
                  <a:lnTo>
                    <a:pt x="23" y="46"/>
                  </a:lnTo>
                  <a:lnTo>
                    <a:pt x="23" y="132"/>
                  </a:lnTo>
                  <a:lnTo>
                    <a:pt x="0" y="132"/>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nchor="ctr"/>
            <a:lstStyle/>
            <a:p>
              <a:pPr algn="ctr"/>
              <a:endParaRPr>
                <a:solidFill>
                  <a:schemeClr val="accent1"/>
                </a:solidFill>
              </a:endParaRPr>
            </a:p>
          </p:txBody>
        </p:sp>
        <p:sp>
          <p:nvSpPr>
            <p:cNvPr id="92" name="ï$liḓê">
              <a:extLst>
                <a:ext uri="{FF2B5EF4-FFF2-40B4-BE49-F238E27FC236}">
                  <a16:creationId xmlns:a16="http://schemas.microsoft.com/office/drawing/2014/main" xmlns="" id="{0F07B7D2-4DCA-48A8-A080-64E9AEC6A448}"/>
                </a:ext>
              </a:extLst>
            </p:cNvPr>
            <p:cNvSpPr/>
            <p:nvPr/>
          </p:nvSpPr>
          <p:spPr bwMode="auto">
            <a:xfrm>
              <a:off x="5136929" y="1624325"/>
              <a:ext cx="18923" cy="92512"/>
            </a:xfrm>
            <a:prstGeom prst="rect">
              <a:avLst/>
            </a:prstGeom>
            <a:grpFill/>
            <a:ln>
              <a:noFill/>
            </a:ln>
            <a:extLst>
              <a:ext uri="{91240B29-F687-4F45-9708-019B960494DF}">
                <a14:hiddenLine xmlns="" xmlns:a14="http://schemas.microsoft.com/office/drawing/2010/main" w="9525">
                  <a:solidFill>
                    <a:srgbClr val="000000"/>
                  </a:solidFill>
                  <a:miter lim="800000"/>
                  <a:headEnd/>
                  <a:tailEnd/>
                </a14:hiddenLine>
              </a:ext>
            </a:extLst>
          </p:spPr>
          <p:txBody>
            <a:bodyPr anchor="ctr"/>
            <a:lstStyle/>
            <a:p>
              <a:pPr algn="ctr"/>
              <a:endParaRPr>
                <a:solidFill>
                  <a:schemeClr val="accent1"/>
                </a:solidFill>
              </a:endParaRPr>
            </a:p>
          </p:txBody>
        </p:sp>
        <p:sp>
          <p:nvSpPr>
            <p:cNvPr id="93" name="iṩlidè">
              <a:extLst>
                <a:ext uri="{FF2B5EF4-FFF2-40B4-BE49-F238E27FC236}">
                  <a16:creationId xmlns:a16="http://schemas.microsoft.com/office/drawing/2014/main" xmlns="" id="{E60825ED-4C69-4D8F-9C18-570CBB9ECD54}"/>
                </a:ext>
              </a:extLst>
            </p:cNvPr>
            <p:cNvSpPr/>
            <p:nvPr/>
          </p:nvSpPr>
          <p:spPr bwMode="auto">
            <a:xfrm>
              <a:off x="5171271" y="1624325"/>
              <a:ext cx="84803" cy="92512"/>
            </a:xfrm>
            <a:custGeom>
              <a:avLst/>
              <a:gdLst>
                <a:gd name="T0" fmla="*/ 46 w 121"/>
                <a:gd name="T1" fmla="*/ 132 h 132"/>
                <a:gd name="T2" fmla="*/ 0 w 121"/>
                <a:gd name="T3" fmla="*/ 0 h 132"/>
                <a:gd name="T4" fmla="*/ 30 w 121"/>
                <a:gd name="T5" fmla="*/ 0 h 132"/>
                <a:gd name="T6" fmla="*/ 63 w 121"/>
                <a:gd name="T7" fmla="*/ 99 h 132"/>
                <a:gd name="T8" fmla="*/ 92 w 121"/>
                <a:gd name="T9" fmla="*/ 0 h 132"/>
                <a:gd name="T10" fmla="*/ 121 w 121"/>
                <a:gd name="T11" fmla="*/ 0 h 132"/>
                <a:gd name="T12" fmla="*/ 76 w 121"/>
                <a:gd name="T13" fmla="*/ 132 h 132"/>
                <a:gd name="T14" fmla="*/ 46 w 121"/>
                <a:gd name="T15" fmla="*/ 132 h 13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21" h="132">
                  <a:moveTo>
                    <a:pt x="46" y="132"/>
                  </a:moveTo>
                  <a:lnTo>
                    <a:pt x="0" y="0"/>
                  </a:lnTo>
                  <a:lnTo>
                    <a:pt x="30" y="0"/>
                  </a:lnTo>
                  <a:lnTo>
                    <a:pt x="63" y="99"/>
                  </a:lnTo>
                  <a:lnTo>
                    <a:pt x="92" y="0"/>
                  </a:lnTo>
                  <a:lnTo>
                    <a:pt x="121" y="0"/>
                  </a:lnTo>
                  <a:lnTo>
                    <a:pt x="76" y="132"/>
                  </a:lnTo>
                  <a:lnTo>
                    <a:pt x="46" y="132"/>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nchor="ctr"/>
            <a:lstStyle/>
            <a:p>
              <a:pPr algn="ctr"/>
              <a:endParaRPr>
                <a:solidFill>
                  <a:schemeClr val="accent1"/>
                </a:solidFill>
              </a:endParaRPr>
            </a:p>
          </p:txBody>
        </p:sp>
        <p:sp>
          <p:nvSpPr>
            <p:cNvPr id="94" name="íṧļîḓé">
              <a:extLst>
                <a:ext uri="{FF2B5EF4-FFF2-40B4-BE49-F238E27FC236}">
                  <a16:creationId xmlns:a16="http://schemas.microsoft.com/office/drawing/2014/main" xmlns="" id="{0DBFA1AD-68DA-438C-95F3-6128957F7B73}"/>
                </a:ext>
              </a:extLst>
            </p:cNvPr>
            <p:cNvSpPr/>
            <p:nvPr/>
          </p:nvSpPr>
          <p:spPr bwMode="auto">
            <a:xfrm>
              <a:off x="5272193" y="1624325"/>
              <a:ext cx="71487" cy="92512"/>
            </a:xfrm>
            <a:custGeom>
              <a:avLst/>
              <a:gdLst>
                <a:gd name="T0" fmla="*/ 0 w 102"/>
                <a:gd name="T1" fmla="*/ 132 h 132"/>
                <a:gd name="T2" fmla="*/ 0 w 102"/>
                <a:gd name="T3" fmla="*/ 0 h 132"/>
                <a:gd name="T4" fmla="*/ 99 w 102"/>
                <a:gd name="T5" fmla="*/ 0 h 132"/>
                <a:gd name="T6" fmla="*/ 99 w 102"/>
                <a:gd name="T7" fmla="*/ 23 h 132"/>
                <a:gd name="T8" fmla="*/ 27 w 102"/>
                <a:gd name="T9" fmla="*/ 23 h 132"/>
                <a:gd name="T10" fmla="*/ 27 w 102"/>
                <a:gd name="T11" fmla="*/ 53 h 132"/>
                <a:gd name="T12" fmla="*/ 92 w 102"/>
                <a:gd name="T13" fmla="*/ 53 h 132"/>
                <a:gd name="T14" fmla="*/ 92 w 102"/>
                <a:gd name="T15" fmla="*/ 76 h 132"/>
                <a:gd name="T16" fmla="*/ 27 w 102"/>
                <a:gd name="T17" fmla="*/ 76 h 132"/>
                <a:gd name="T18" fmla="*/ 27 w 102"/>
                <a:gd name="T19" fmla="*/ 112 h 132"/>
                <a:gd name="T20" fmla="*/ 102 w 102"/>
                <a:gd name="T21" fmla="*/ 112 h 132"/>
                <a:gd name="T22" fmla="*/ 102 w 102"/>
                <a:gd name="T23" fmla="*/ 132 h 132"/>
                <a:gd name="T24" fmla="*/ 0 w 102"/>
                <a:gd name="T25" fmla="*/ 132 h 1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02" h="132">
                  <a:moveTo>
                    <a:pt x="0" y="132"/>
                  </a:moveTo>
                  <a:lnTo>
                    <a:pt x="0" y="0"/>
                  </a:lnTo>
                  <a:lnTo>
                    <a:pt x="99" y="0"/>
                  </a:lnTo>
                  <a:lnTo>
                    <a:pt x="99" y="23"/>
                  </a:lnTo>
                  <a:lnTo>
                    <a:pt x="27" y="23"/>
                  </a:lnTo>
                  <a:lnTo>
                    <a:pt x="27" y="53"/>
                  </a:lnTo>
                  <a:lnTo>
                    <a:pt x="92" y="53"/>
                  </a:lnTo>
                  <a:lnTo>
                    <a:pt x="92" y="76"/>
                  </a:lnTo>
                  <a:lnTo>
                    <a:pt x="27" y="76"/>
                  </a:lnTo>
                  <a:lnTo>
                    <a:pt x="27" y="112"/>
                  </a:lnTo>
                  <a:lnTo>
                    <a:pt x="102" y="112"/>
                  </a:lnTo>
                  <a:lnTo>
                    <a:pt x="102" y="132"/>
                  </a:lnTo>
                  <a:lnTo>
                    <a:pt x="0" y="132"/>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nchor="ctr"/>
            <a:lstStyle/>
            <a:p>
              <a:pPr algn="ctr"/>
              <a:endParaRPr>
                <a:solidFill>
                  <a:schemeClr val="accent1"/>
                </a:solidFill>
              </a:endParaRPr>
            </a:p>
          </p:txBody>
        </p:sp>
        <p:sp>
          <p:nvSpPr>
            <p:cNvPr id="95" name="iṩḻîḑè">
              <a:extLst>
                <a:ext uri="{FF2B5EF4-FFF2-40B4-BE49-F238E27FC236}">
                  <a16:creationId xmlns:a16="http://schemas.microsoft.com/office/drawing/2014/main" xmlns="" id="{D59F8E5A-ABB7-42FE-B496-A121D08F6DC5}"/>
                </a:ext>
              </a:extLst>
            </p:cNvPr>
            <p:cNvSpPr/>
            <p:nvPr/>
          </p:nvSpPr>
          <p:spPr bwMode="auto">
            <a:xfrm>
              <a:off x="5366808" y="1624325"/>
              <a:ext cx="79897" cy="92512"/>
            </a:xfrm>
            <a:custGeom>
              <a:avLst/>
              <a:gdLst>
                <a:gd name="T0" fmla="*/ 0 w 35"/>
                <a:gd name="T1" fmla="*/ 40 h 40"/>
                <a:gd name="T2" fmla="*/ 0 w 35"/>
                <a:gd name="T3" fmla="*/ 0 h 40"/>
                <a:gd name="T4" fmla="*/ 17 w 35"/>
                <a:gd name="T5" fmla="*/ 0 h 40"/>
                <a:gd name="T6" fmla="*/ 26 w 35"/>
                <a:gd name="T7" fmla="*/ 1 h 40"/>
                <a:gd name="T8" fmla="*/ 30 w 35"/>
                <a:gd name="T9" fmla="*/ 5 h 40"/>
                <a:gd name="T10" fmla="*/ 32 w 35"/>
                <a:gd name="T11" fmla="*/ 12 h 40"/>
                <a:gd name="T12" fmla="*/ 30 w 35"/>
                <a:gd name="T13" fmla="*/ 19 h 40"/>
                <a:gd name="T14" fmla="*/ 22 w 35"/>
                <a:gd name="T15" fmla="*/ 23 h 40"/>
                <a:gd name="T16" fmla="*/ 26 w 35"/>
                <a:gd name="T17" fmla="*/ 26 h 40"/>
                <a:gd name="T18" fmla="*/ 31 w 35"/>
                <a:gd name="T19" fmla="*/ 33 h 40"/>
                <a:gd name="T20" fmla="*/ 35 w 35"/>
                <a:gd name="T21" fmla="*/ 40 h 40"/>
                <a:gd name="T22" fmla="*/ 26 w 35"/>
                <a:gd name="T23" fmla="*/ 40 h 40"/>
                <a:gd name="T24" fmla="*/ 20 w 35"/>
                <a:gd name="T25" fmla="*/ 32 h 40"/>
                <a:gd name="T26" fmla="*/ 16 w 35"/>
                <a:gd name="T27" fmla="*/ 26 h 40"/>
                <a:gd name="T28" fmla="*/ 13 w 35"/>
                <a:gd name="T29" fmla="*/ 24 h 40"/>
                <a:gd name="T30" fmla="*/ 9 w 35"/>
                <a:gd name="T31" fmla="*/ 24 h 40"/>
                <a:gd name="T32" fmla="*/ 8 w 35"/>
                <a:gd name="T33" fmla="*/ 24 h 40"/>
                <a:gd name="T34" fmla="*/ 8 w 35"/>
                <a:gd name="T35" fmla="*/ 40 h 40"/>
                <a:gd name="T36" fmla="*/ 0 w 35"/>
                <a:gd name="T37" fmla="*/ 40 h 40"/>
                <a:gd name="T38" fmla="*/ 8 w 35"/>
                <a:gd name="T39" fmla="*/ 17 h 40"/>
                <a:gd name="T40" fmla="*/ 14 w 35"/>
                <a:gd name="T41" fmla="*/ 17 h 40"/>
                <a:gd name="T42" fmla="*/ 21 w 35"/>
                <a:gd name="T43" fmla="*/ 17 h 40"/>
                <a:gd name="T44" fmla="*/ 23 w 35"/>
                <a:gd name="T45" fmla="*/ 15 h 40"/>
                <a:gd name="T46" fmla="*/ 24 w 35"/>
                <a:gd name="T47" fmla="*/ 12 h 40"/>
                <a:gd name="T48" fmla="*/ 23 w 35"/>
                <a:gd name="T49" fmla="*/ 9 h 40"/>
                <a:gd name="T50" fmla="*/ 20 w 35"/>
                <a:gd name="T51" fmla="*/ 7 h 40"/>
                <a:gd name="T52" fmla="*/ 14 w 35"/>
                <a:gd name="T53" fmla="*/ 7 h 40"/>
                <a:gd name="T54" fmla="*/ 8 w 35"/>
                <a:gd name="T55" fmla="*/ 7 h 40"/>
                <a:gd name="T56" fmla="*/ 8 w 35"/>
                <a:gd name="T57" fmla="*/ 17 h 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35" h="40">
                  <a:moveTo>
                    <a:pt x="0" y="40"/>
                  </a:moveTo>
                  <a:cubicBezTo>
                    <a:pt x="0" y="0"/>
                    <a:pt x="0" y="0"/>
                    <a:pt x="0" y="0"/>
                  </a:cubicBezTo>
                  <a:cubicBezTo>
                    <a:pt x="17" y="0"/>
                    <a:pt x="17" y="0"/>
                    <a:pt x="17" y="0"/>
                  </a:cubicBezTo>
                  <a:cubicBezTo>
                    <a:pt x="21" y="0"/>
                    <a:pt x="24" y="1"/>
                    <a:pt x="26" y="1"/>
                  </a:cubicBezTo>
                  <a:cubicBezTo>
                    <a:pt x="28" y="2"/>
                    <a:pt x="29" y="3"/>
                    <a:pt x="30" y="5"/>
                  </a:cubicBezTo>
                  <a:cubicBezTo>
                    <a:pt x="32" y="7"/>
                    <a:pt x="32" y="9"/>
                    <a:pt x="32" y="12"/>
                  </a:cubicBezTo>
                  <a:cubicBezTo>
                    <a:pt x="32" y="15"/>
                    <a:pt x="31" y="17"/>
                    <a:pt x="30" y="19"/>
                  </a:cubicBezTo>
                  <a:cubicBezTo>
                    <a:pt x="28" y="21"/>
                    <a:pt x="25" y="22"/>
                    <a:pt x="22" y="23"/>
                  </a:cubicBezTo>
                  <a:cubicBezTo>
                    <a:pt x="23" y="24"/>
                    <a:pt x="25" y="25"/>
                    <a:pt x="26" y="26"/>
                  </a:cubicBezTo>
                  <a:cubicBezTo>
                    <a:pt x="27" y="27"/>
                    <a:pt x="29" y="29"/>
                    <a:pt x="31" y="33"/>
                  </a:cubicBezTo>
                  <a:cubicBezTo>
                    <a:pt x="35" y="40"/>
                    <a:pt x="35" y="40"/>
                    <a:pt x="35" y="40"/>
                  </a:cubicBezTo>
                  <a:cubicBezTo>
                    <a:pt x="26" y="40"/>
                    <a:pt x="26" y="40"/>
                    <a:pt x="26" y="40"/>
                  </a:cubicBezTo>
                  <a:cubicBezTo>
                    <a:pt x="20" y="32"/>
                    <a:pt x="20" y="32"/>
                    <a:pt x="20" y="32"/>
                  </a:cubicBezTo>
                  <a:cubicBezTo>
                    <a:pt x="18" y="29"/>
                    <a:pt x="17" y="27"/>
                    <a:pt x="16" y="26"/>
                  </a:cubicBezTo>
                  <a:cubicBezTo>
                    <a:pt x="15" y="25"/>
                    <a:pt x="14" y="24"/>
                    <a:pt x="13" y="24"/>
                  </a:cubicBezTo>
                  <a:cubicBezTo>
                    <a:pt x="12" y="24"/>
                    <a:pt x="11" y="24"/>
                    <a:pt x="9" y="24"/>
                  </a:cubicBezTo>
                  <a:cubicBezTo>
                    <a:pt x="8" y="24"/>
                    <a:pt x="8" y="24"/>
                    <a:pt x="8" y="24"/>
                  </a:cubicBezTo>
                  <a:cubicBezTo>
                    <a:pt x="8" y="40"/>
                    <a:pt x="8" y="40"/>
                    <a:pt x="8" y="40"/>
                  </a:cubicBezTo>
                  <a:cubicBezTo>
                    <a:pt x="0" y="40"/>
                    <a:pt x="0" y="40"/>
                    <a:pt x="0" y="40"/>
                  </a:cubicBezTo>
                  <a:close/>
                  <a:moveTo>
                    <a:pt x="8" y="17"/>
                  </a:moveTo>
                  <a:cubicBezTo>
                    <a:pt x="14" y="17"/>
                    <a:pt x="14" y="17"/>
                    <a:pt x="14" y="17"/>
                  </a:cubicBezTo>
                  <a:cubicBezTo>
                    <a:pt x="17" y="17"/>
                    <a:pt x="20" y="17"/>
                    <a:pt x="21" y="17"/>
                  </a:cubicBezTo>
                  <a:cubicBezTo>
                    <a:pt x="22" y="16"/>
                    <a:pt x="23" y="16"/>
                    <a:pt x="23" y="15"/>
                  </a:cubicBezTo>
                  <a:cubicBezTo>
                    <a:pt x="24" y="14"/>
                    <a:pt x="24" y="13"/>
                    <a:pt x="24" y="12"/>
                  </a:cubicBezTo>
                  <a:cubicBezTo>
                    <a:pt x="24" y="11"/>
                    <a:pt x="24" y="10"/>
                    <a:pt x="23" y="9"/>
                  </a:cubicBezTo>
                  <a:cubicBezTo>
                    <a:pt x="22" y="8"/>
                    <a:pt x="21" y="8"/>
                    <a:pt x="20" y="7"/>
                  </a:cubicBezTo>
                  <a:cubicBezTo>
                    <a:pt x="19" y="7"/>
                    <a:pt x="17" y="7"/>
                    <a:pt x="14" y="7"/>
                  </a:cubicBezTo>
                  <a:cubicBezTo>
                    <a:pt x="8" y="7"/>
                    <a:pt x="8" y="7"/>
                    <a:pt x="8" y="7"/>
                  </a:cubicBezTo>
                  <a:lnTo>
                    <a:pt x="8" y="17"/>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nchor="ctr"/>
            <a:lstStyle/>
            <a:p>
              <a:pPr algn="ctr"/>
              <a:endParaRPr>
                <a:solidFill>
                  <a:schemeClr val="accent1"/>
                </a:solidFill>
              </a:endParaRPr>
            </a:p>
          </p:txBody>
        </p:sp>
        <p:sp>
          <p:nvSpPr>
            <p:cNvPr id="96" name="ïṣľíḑé">
              <a:extLst>
                <a:ext uri="{FF2B5EF4-FFF2-40B4-BE49-F238E27FC236}">
                  <a16:creationId xmlns:a16="http://schemas.microsoft.com/office/drawing/2014/main" xmlns="" id="{5FAED763-61BD-4C4D-9758-51F41B2D5F89}"/>
                </a:ext>
              </a:extLst>
            </p:cNvPr>
            <p:cNvSpPr/>
            <p:nvPr/>
          </p:nvSpPr>
          <p:spPr bwMode="auto">
            <a:xfrm>
              <a:off x="5460722" y="1624325"/>
              <a:ext cx="72888" cy="94615"/>
            </a:xfrm>
            <a:custGeom>
              <a:avLst/>
              <a:gdLst>
                <a:gd name="T0" fmla="*/ 0 w 32"/>
                <a:gd name="T1" fmla="*/ 27 h 41"/>
                <a:gd name="T2" fmla="*/ 8 w 32"/>
                <a:gd name="T3" fmla="*/ 27 h 41"/>
                <a:gd name="T4" fmla="*/ 11 w 32"/>
                <a:gd name="T5" fmla="*/ 32 h 41"/>
                <a:gd name="T6" fmla="*/ 16 w 32"/>
                <a:gd name="T7" fmla="*/ 34 h 41"/>
                <a:gd name="T8" fmla="*/ 22 w 32"/>
                <a:gd name="T9" fmla="*/ 33 h 41"/>
                <a:gd name="T10" fmla="*/ 24 w 32"/>
                <a:gd name="T11" fmla="*/ 29 h 41"/>
                <a:gd name="T12" fmla="*/ 23 w 32"/>
                <a:gd name="T13" fmla="*/ 26 h 41"/>
                <a:gd name="T14" fmla="*/ 21 w 32"/>
                <a:gd name="T15" fmla="*/ 25 h 41"/>
                <a:gd name="T16" fmla="*/ 14 w 32"/>
                <a:gd name="T17" fmla="*/ 23 h 41"/>
                <a:gd name="T18" fmla="*/ 5 w 32"/>
                <a:gd name="T19" fmla="*/ 19 h 41"/>
                <a:gd name="T20" fmla="*/ 1 w 32"/>
                <a:gd name="T21" fmla="*/ 11 h 41"/>
                <a:gd name="T22" fmla="*/ 3 w 32"/>
                <a:gd name="T23" fmla="*/ 5 h 41"/>
                <a:gd name="T24" fmla="*/ 8 w 32"/>
                <a:gd name="T25" fmla="*/ 1 h 41"/>
                <a:gd name="T26" fmla="*/ 16 w 32"/>
                <a:gd name="T27" fmla="*/ 0 h 41"/>
                <a:gd name="T28" fmla="*/ 27 w 32"/>
                <a:gd name="T29" fmla="*/ 3 h 41"/>
                <a:gd name="T30" fmla="*/ 31 w 32"/>
                <a:gd name="T31" fmla="*/ 12 h 41"/>
                <a:gd name="T32" fmla="*/ 23 w 32"/>
                <a:gd name="T33" fmla="*/ 12 h 41"/>
                <a:gd name="T34" fmla="*/ 21 w 32"/>
                <a:gd name="T35" fmla="*/ 8 h 41"/>
                <a:gd name="T36" fmla="*/ 16 w 32"/>
                <a:gd name="T37" fmla="*/ 6 h 41"/>
                <a:gd name="T38" fmla="*/ 10 w 32"/>
                <a:gd name="T39" fmla="*/ 8 h 41"/>
                <a:gd name="T40" fmla="*/ 9 w 32"/>
                <a:gd name="T41" fmla="*/ 10 h 41"/>
                <a:gd name="T42" fmla="*/ 10 w 32"/>
                <a:gd name="T43" fmla="*/ 13 h 41"/>
                <a:gd name="T44" fmla="*/ 18 w 32"/>
                <a:gd name="T45" fmla="*/ 15 h 41"/>
                <a:gd name="T46" fmla="*/ 26 w 32"/>
                <a:gd name="T47" fmla="*/ 18 h 41"/>
                <a:gd name="T48" fmla="*/ 31 w 32"/>
                <a:gd name="T49" fmla="*/ 22 h 41"/>
                <a:gd name="T50" fmla="*/ 32 w 32"/>
                <a:gd name="T51" fmla="*/ 29 h 41"/>
                <a:gd name="T52" fmla="*/ 30 w 32"/>
                <a:gd name="T53" fmla="*/ 35 h 41"/>
                <a:gd name="T54" fmla="*/ 25 w 32"/>
                <a:gd name="T55" fmla="*/ 40 h 41"/>
                <a:gd name="T56" fmla="*/ 16 w 32"/>
                <a:gd name="T57" fmla="*/ 41 h 41"/>
                <a:gd name="T58" fmla="*/ 5 w 32"/>
                <a:gd name="T59" fmla="*/ 38 h 41"/>
                <a:gd name="T60" fmla="*/ 0 w 32"/>
                <a:gd name="T61" fmla="*/ 27 h 4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32" h="41">
                  <a:moveTo>
                    <a:pt x="0" y="27"/>
                  </a:moveTo>
                  <a:cubicBezTo>
                    <a:pt x="8" y="27"/>
                    <a:pt x="8" y="27"/>
                    <a:pt x="8" y="27"/>
                  </a:cubicBezTo>
                  <a:cubicBezTo>
                    <a:pt x="8" y="29"/>
                    <a:pt x="9" y="31"/>
                    <a:pt x="11" y="32"/>
                  </a:cubicBezTo>
                  <a:cubicBezTo>
                    <a:pt x="12" y="34"/>
                    <a:pt x="14" y="34"/>
                    <a:pt x="16" y="34"/>
                  </a:cubicBezTo>
                  <a:cubicBezTo>
                    <a:pt x="19" y="34"/>
                    <a:pt x="21" y="34"/>
                    <a:pt x="22" y="33"/>
                  </a:cubicBezTo>
                  <a:cubicBezTo>
                    <a:pt x="24" y="31"/>
                    <a:pt x="24" y="30"/>
                    <a:pt x="24" y="29"/>
                  </a:cubicBezTo>
                  <a:cubicBezTo>
                    <a:pt x="24" y="28"/>
                    <a:pt x="24" y="27"/>
                    <a:pt x="23" y="26"/>
                  </a:cubicBezTo>
                  <a:cubicBezTo>
                    <a:pt x="23" y="26"/>
                    <a:pt x="22" y="25"/>
                    <a:pt x="21" y="25"/>
                  </a:cubicBezTo>
                  <a:cubicBezTo>
                    <a:pt x="20" y="24"/>
                    <a:pt x="17" y="24"/>
                    <a:pt x="14" y="23"/>
                  </a:cubicBezTo>
                  <a:cubicBezTo>
                    <a:pt x="10" y="22"/>
                    <a:pt x="7" y="20"/>
                    <a:pt x="5" y="19"/>
                  </a:cubicBezTo>
                  <a:cubicBezTo>
                    <a:pt x="3" y="17"/>
                    <a:pt x="1" y="14"/>
                    <a:pt x="1" y="11"/>
                  </a:cubicBezTo>
                  <a:cubicBezTo>
                    <a:pt x="1" y="9"/>
                    <a:pt x="2" y="7"/>
                    <a:pt x="3" y="5"/>
                  </a:cubicBezTo>
                  <a:cubicBezTo>
                    <a:pt x="4" y="3"/>
                    <a:pt x="6" y="2"/>
                    <a:pt x="8" y="1"/>
                  </a:cubicBezTo>
                  <a:cubicBezTo>
                    <a:pt x="10" y="0"/>
                    <a:pt x="13" y="0"/>
                    <a:pt x="16" y="0"/>
                  </a:cubicBezTo>
                  <a:cubicBezTo>
                    <a:pt x="21" y="0"/>
                    <a:pt x="25" y="1"/>
                    <a:pt x="27" y="3"/>
                  </a:cubicBezTo>
                  <a:cubicBezTo>
                    <a:pt x="30" y="5"/>
                    <a:pt x="31" y="8"/>
                    <a:pt x="31" y="12"/>
                  </a:cubicBezTo>
                  <a:cubicBezTo>
                    <a:pt x="23" y="12"/>
                    <a:pt x="23" y="12"/>
                    <a:pt x="23" y="12"/>
                  </a:cubicBezTo>
                  <a:cubicBezTo>
                    <a:pt x="23" y="10"/>
                    <a:pt x="22" y="9"/>
                    <a:pt x="21" y="8"/>
                  </a:cubicBezTo>
                  <a:cubicBezTo>
                    <a:pt x="20" y="7"/>
                    <a:pt x="18" y="6"/>
                    <a:pt x="16" y="6"/>
                  </a:cubicBezTo>
                  <a:cubicBezTo>
                    <a:pt x="13" y="6"/>
                    <a:pt x="12" y="7"/>
                    <a:pt x="10" y="8"/>
                  </a:cubicBezTo>
                  <a:cubicBezTo>
                    <a:pt x="9" y="8"/>
                    <a:pt x="9" y="9"/>
                    <a:pt x="9" y="10"/>
                  </a:cubicBezTo>
                  <a:cubicBezTo>
                    <a:pt x="9" y="11"/>
                    <a:pt x="9" y="12"/>
                    <a:pt x="10" y="13"/>
                  </a:cubicBezTo>
                  <a:cubicBezTo>
                    <a:pt x="11" y="14"/>
                    <a:pt x="14" y="14"/>
                    <a:pt x="18" y="15"/>
                  </a:cubicBezTo>
                  <a:cubicBezTo>
                    <a:pt x="22" y="16"/>
                    <a:pt x="24" y="17"/>
                    <a:pt x="26" y="18"/>
                  </a:cubicBezTo>
                  <a:cubicBezTo>
                    <a:pt x="28" y="19"/>
                    <a:pt x="30" y="21"/>
                    <a:pt x="31" y="22"/>
                  </a:cubicBezTo>
                  <a:cubicBezTo>
                    <a:pt x="32" y="24"/>
                    <a:pt x="32" y="26"/>
                    <a:pt x="32" y="29"/>
                  </a:cubicBezTo>
                  <a:cubicBezTo>
                    <a:pt x="32" y="31"/>
                    <a:pt x="32" y="33"/>
                    <a:pt x="30" y="35"/>
                  </a:cubicBezTo>
                  <a:cubicBezTo>
                    <a:pt x="29" y="37"/>
                    <a:pt x="27" y="39"/>
                    <a:pt x="25" y="40"/>
                  </a:cubicBezTo>
                  <a:cubicBezTo>
                    <a:pt x="23" y="41"/>
                    <a:pt x="20" y="41"/>
                    <a:pt x="16" y="41"/>
                  </a:cubicBezTo>
                  <a:cubicBezTo>
                    <a:pt x="11" y="41"/>
                    <a:pt x="7" y="40"/>
                    <a:pt x="5" y="38"/>
                  </a:cubicBezTo>
                  <a:cubicBezTo>
                    <a:pt x="2" y="35"/>
                    <a:pt x="0" y="32"/>
                    <a:pt x="0" y="27"/>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nchor="ctr"/>
            <a:lstStyle/>
            <a:p>
              <a:pPr algn="ctr"/>
              <a:endParaRPr>
                <a:solidFill>
                  <a:schemeClr val="accent1"/>
                </a:solidFill>
              </a:endParaRPr>
            </a:p>
          </p:txBody>
        </p:sp>
        <p:sp>
          <p:nvSpPr>
            <p:cNvPr id="97" name="îşḻîḑè">
              <a:extLst>
                <a:ext uri="{FF2B5EF4-FFF2-40B4-BE49-F238E27FC236}">
                  <a16:creationId xmlns:a16="http://schemas.microsoft.com/office/drawing/2014/main" xmlns="" id="{55A56B52-B3CC-4D0E-92FD-BAD424A4FBDE}"/>
                </a:ext>
              </a:extLst>
            </p:cNvPr>
            <p:cNvSpPr/>
            <p:nvPr/>
          </p:nvSpPr>
          <p:spPr bwMode="auto">
            <a:xfrm>
              <a:off x="5556738" y="1624325"/>
              <a:ext cx="18222" cy="92512"/>
            </a:xfrm>
            <a:prstGeom prst="rect">
              <a:avLst/>
            </a:prstGeom>
            <a:grpFill/>
            <a:ln>
              <a:noFill/>
            </a:ln>
            <a:extLst>
              <a:ext uri="{91240B29-F687-4F45-9708-019B960494DF}">
                <a14:hiddenLine xmlns="" xmlns:a14="http://schemas.microsoft.com/office/drawing/2010/main" w="9525">
                  <a:solidFill>
                    <a:srgbClr val="000000"/>
                  </a:solidFill>
                  <a:miter lim="800000"/>
                  <a:headEnd/>
                  <a:tailEnd/>
                </a14:hiddenLine>
              </a:ext>
            </a:extLst>
          </p:spPr>
          <p:txBody>
            <a:bodyPr anchor="ctr"/>
            <a:lstStyle/>
            <a:p>
              <a:pPr algn="ctr"/>
              <a:endParaRPr>
                <a:solidFill>
                  <a:schemeClr val="accent1"/>
                </a:solidFill>
              </a:endParaRPr>
            </a:p>
          </p:txBody>
        </p:sp>
        <p:sp>
          <p:nvSpPr>
            <p:cNvPr id="98" name="iṣḷiḓê">
              <a:extLst>
                <a:ext uri="{FF2B5EF4-FFF2-40B4-BE49-F238E27FC236}">
                  <a16:creationId xmlns:a16="http://schemas.microsoft.com/office/drawing/2014/main" xmlns="" id="{5D6E63A3-FDB0-4D40-A62E-06EADE367768}"/>
                </a:ext>
              </a:extLst>
            </p:cNvPr>
            <p:cNvSpPr/>
            <p:nvPr/>
          </p:nvSpPr>
          <p:spPr bwMode="auto">
            <a:xfrm>
              <a:off x="5593182" y="1624325"/>
              <a:ext cx="73589" cy="92512"/>
            </a:xfrm>
            <a:custGeom>
              <a:avLst/>
              <a:gdLst>
                <a:gd name="T0" fmla="*/ 40 w 105"/>
                <a:gd name="T1" fmla="*/ 132 h 132"/>
                <a:gd name="T2" fmla="*/ 40 w 105"/>
                <a:gd name="T3" fmla="*/ 23 h 132"/>
                <a:gd name="T4" fmla="*/ 0 w 105"/>
                <a:gd name="T5" fmla="*/ 23 h 132"/>
                <a:gd name="T6" fmla="*/ 0 w 105"/>
                <a:gd name="T7" fmla="*/ 0 h 132"/>
                <a:gd name="T8" fmla="*/ 105 w 105"/>
                <a:gd name="T9" fmla="*/ 0 h 132"/>
                <a:gd name="T10" fmla="*/ 105 w 105"/>
                <a:gd name="T11" fmla="*/ 23 h 132"/>
                <a:gd name="T12" fmla="*/ 66 w 105"/>
                <a:gd name="T13" fmla="*/ 23 h 132"/>
                <a:gd name="T14" fmla="*/ 66 w 105"/>
                <a:gd name="T15" fmla="*/ 132 h 132"/>
                <a:gd name="T16" fmla="*/ 40 w 105"/>
                <a:gd name="T17" fmla="*/ 132 h 1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05" h="132">
                  <a:moveTo>
                    <a:pt x="40" y="132"/>
                  </a:moveTo>
                  <a:lnTo>
                    <a:pt x="40" y="23"/>
                  </a:lnTo>
                  <a:lnTo>
                    <a:pt x="0" y="23"/>
                  </a:lnTo>
                  <a:lnTo>
                    <a:pt x="0" y="0"/>
                  </a:lnTo>
                  <a:lnTo>
                    <a:pt x="105" y="0"/>
                  </a:lnTo>
                  <a:lnTo>
                    <a:pt x="105" y="23"/>
                  </a:lnTo>
                  <a:lnTo>
                    <a:pt x="66" y="23"/>
                  </a:lnTo>
                  <a:lnTo>
                    <a:pt x="66" y="132"/>
                  </a:lnTo>
                  <a:lnTo>
                    <a:pt x="40" y="132"/>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nchor="ctr"/>
            <a:lstStyle/>
            <a:p>
              <a:pPr algn="ctr"/>
              <a:endParaRPr>
                <a:solidFill>
                  <a:schemeClr val="accent1"/>
                </a:solidFill>
              </a:endParaRPr>
            </a:p>
          </p:txBody>
        </p:sp>
        <p:sp>
          <p:nvSpPr>
            <p:cNvPr id="99" name="işļídè">
              <a:extLst>
                <a:ext uri="{FF2B5EF4-FFF2-40B4-BE49-F238E27FC236}">
                  <a16:creationId xmlns:a16="http://schemas.microsoft.com/office/drawing/2014/main" xmlns="" id="{A0CE6304-32A2-4796-A50C-2017884D6F58}"/>
                </a:ext>
              </a:extLst>
            </p:cNvPr>
            <p:cNvSpPr/>
            <p:nvPr/>
          </p:nvSpPr>
          <p:spPr bwMode="auto">
            <a:xfrm>
              <a:off x="5675882" y="1624325"/>
              <a:ext cx="84803" cy="92512"/>
            </a:xfrm>
            <a:custGeom>
              <a:avLst/>
              <a:gdLst>
                <a:gd name="T0" fmla="*/ 46 w 121"/>
                <a:gd name="T1" fmla="*/ 132 h 132"/>
                <a:gd name="T2" fmla="*/ 46 w 121"/>
                <a:gd name="T3" fmla="*/ 79 h 132"/>
                <a:gd name="T4" fmla="*/ 0 w 121"/>
                <a:gd name="T5" fmla="*/ 0 h 132"/>
                <a:gd name="T6" fmla="*/ 30 w 121"/>
                <a:gd name="T7" fmla="*/ 0 h 132"/>
                <a:gd name="T8" fmla="*/ 62 w 121"/>
                <a:gd name="T9" fmla="*/ 53 h 132"/>
                <a:gd name="T10" fmla="*/ 92 w 121"/>
                <a:gd name="T11" fmla="*/ 0 h 132"/>
                <a:gd name="T12" fmla="*/ 121 w 121"/>
                <a:gd name="T13" fmla="*/ 0 h 132"/>
                <a:gd name="T14" fmla="*/ 75 w 121"/>
                <a:gd name="T15" fmla="*/ 79 h 132"/>
                <a:gd name="T16" fmla="*/ 75 w 121"/>
                <a:gd name="T17" fmla="*/ 132 h 132"/>
                <a:gd name="T18" fmla="*/ 46 w 121"/>
                <a:gd name="T19" fmla="*/ 132 h 1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21" h="132">
                  <a:moveTo>
                    <a:pt x="46" y="132"/>
                  </a:moveTo>
                  <a:lnTo>
                    <a:pt x="46" y="79"/>
                  </a:lnTo>
                  <a:lnTo>
                    <a:pt x="0" y="0"/>
                  </a:lnTo>
                  <a:lnTo>
                    <a:pt x="30" y="0"/>
                  </a:lnTo>
                  <a:lnTo>
                    <a:pt x="62" y="53"/>
                  </a:lnTo>
                  <a:lnTo>
                    <a:pt x="92" y="0"/>
                  </a:lnTo>
                  <a:lnTo>
                    <a:pt x="121" y="0"/>
                  </a:lnTo>
                  <a:lnTo>
                    <a:pt x="75" y="79"/>
                  </a:lnTo>
                  <a:lnTo>
                    <a:pt x="75" y="132"/>
                  </a:lnTo>
                  <a:lnTo>
                    <a:pt x="46" y="132"/>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nchor="ctr"/>
            <a:lstStyle/>
            <a:p>
              <a:pPr algn="ctr"/>
              <a:endParaRPr>
                <a:solidFill>
                  <a:schemeClr val="accent1"/>
                </a:solidFill>
              </a:endParaRPr>
            </a:p>
          </p:txBody>
        </p:sp>
      </p:grpSp>
    </p:spTree>
    <p:extLst>
      <p:ext uri="{BB962C8B-B14F-4D97-AF65-F5344CB8AC3E}">
        <p14:creationId xmlns="" xmlns:p14="http://schemas.microsoft.com/office/powerpoint/2010/main" val="2759027813"/>
      </p:ext>
    </p:extLst>
  </p:cSld>
  <p:clrMapOvr>
    <a:masterClrMapping/>
  </p:clrMapOvr>
  <mc:AlternateContent xmlns:mc="http://schemas.openxmlformats.org/markup-compatibility/2006">
    <mc:Choice xmlns="" xmlns:p14="http://schemas.microsoft.com/office/powerpoint/2010/main" Requires="p14">
      <p:transition spd="slow" p14:dur="1600">
        <p14:conveyor dir="l"/>
      </p:transition>
    </mc:Choice>
    <mc:Fallback>
      <p:transition spd="slow">
        <p:fade/>
      </p:transition>
    </mc:Fallback>
  </mc:AlternateContent>
  <p:timing>
    <p:tnLst>
      <p:par>
        <p:cTn id="1" dur="indefinite" restart="never" nodeType="tmRoot"/>
      </p:par>
    </p:tnLst>
  </p:timing>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userDrawn="1">
  <p:cSld name="4_标题幻灯片">
    <p:spTree>
      <p:nvGrpSpPr>
        <p:cNvPr id="1" name=""/>
        <p:cNvGrpSpPr/>
        <p:nvPr/>
      </p:nvGrpSpPr>
      <p:grpSpPr>
        <a:xfrm>
          <a:off x="0" y="0"/>
          <a:ext cx="0" cy="0"/>
          <a:chOff x="0" y="0"/>
          <a:chExt cx="0" cy="0"/>
        </a:xfrm>
      </p:grpSpPr>
      <p:sp>
        <p:nvSpPr>
          <p:cNvPr id="8" name="Picture Placeholder 7"/>
          <p:cNvSpPr>
            <a:spLocks noGrp="1"/>
          </p:cNvSpPr>
          <p:nvPr>
            <p:ph type="pic" sz="quarter" idx="18"/>
          </p:nvPr>
        </p:nvSpPr>
        <p:spPr>
          <a:xfrm>
            <a:off x="178827" y="1314255"/>
            <a:ext cx="2078405" cy="1421081"/>
          </a:xfrm>
          <a:prstGeom prst="rect">
            <a:avLst/>
          </a:prstGeom>
          <a:no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lvl1pPr marL="0" indent="0">
              <a:buFontTx/>
              <a:buNone/>
              <a:defRPr lang="en-US" sz="1050">
                <a:solidFill>
                  <a:schemeClr val="tx1">
                    <a:lumMod val="85000"/>
                    <a:lumOff val="15000"/>
                  </a:schemeClr>
                </a:solidFill>
              </a:defRPr>
            </a:lvl1pPr>
          </a:lstStyle>
          <a:p>
            <a:pPr marL="0" lvl="0" algn="ctr"/>
            <a:endParaRPr lang="en-US"/>
          </a:p>
        </p:txBody>
      </p:sp>
      <p:sp>
        <p:nvSpPr>
          <p:cNvPr id="130" name="Slide Number Placeholder 5">
            <a:extLst>
              <a:ext uri="{FF2B5EF4-FFF2-40B4-BE49-F238E27FC236}">
                <a16:creationId xmlns:a16="http://schemas.microsoft.com/office/drawing/2014/main" xmlns="" id="{FC7F4D20-8726-4020-962B-4777058CFE6B}"/>
              </a:ext>
            </a:extLst>
          </p:cNvPr>
          <p:cNvSpPr>
            <a:spLocks noGrp="1"/>
          </p:cNvSpPr>
          <p:nvPr>
            <p:ph type="sldNum" sz="quarter" idx="12"/>
          </p:nvPr>
        </p:nvSpPr>
        <p:spPr>
          <a:xfrm>
            <a:off x="6847529" y="4747679"/>
            <a:ext cx="2057400" cy="273844"/>
          </a:xfrm>
        </p:spPr>
        <p:txBody>
          <a:bodyPr/>
          <a:lstStyle>
            <a:lvl1pPr>
              <a:defRPr sz="1100">
                <a:solidFill>
                  <a:schemeClr val="tx1">
                    <a:lumMod val="85000"/>
                    <a:lumOff val="15000"/>
                  </a:schemeClr>
                </a:solidFill>
                <a:latin typeface="+mj-ea"/>
                <a:ea typeface="+mj-ea"/>
              </a:defRPr>
            </a:lvl1pPr>
          </a:lstStyle>
          <a:p>
            <a:fld id="{ACBECEF1-1935-4692-9C86-5FD89D9EDF46}" type="slidenum">
              <a:rPr lang="zh-CN" altLang="en-US" smtClean="0"/>
              <a:pPr/>
              <a:t>‹#›</a:t>
            </a:fld>
            <a:endParaRPr lang="zh-CN" altLang="en-US"/>
          </a:p>
        </p:txBody>
      </p:sp>
      <p:sp>
        <p:nvSpPr>
          <p:cNvPr id="131" name="Picture Placeholder 7">
            <a:extLst>
              <a:ext uri="{FF2B5EF4-FFF2-40B4-BE49-F238E27FC236}">
                <a16:creationId xmlns:a16="http://schemas.microsoft.com/office/drawing/2014/main" xmlns="" id="{920F9D10-CBBF-4F31-AFC2-65F0219CE2A2}"/>
              </a:ext>
            </a:extLst>
          </p:cNvPr>
          <p:cNvSpPr>
            <a:spLocks noGrp="1"/>
          </p:cNvSpPr>
          <p:nvPr>
            <p:ph type="pic" sz="quarter" idx="19"/>
          </p:nvPr>
        </p:nvSpPr>
        <p:spPr>
          <a:xfrm>
            <a:off x="2423806" y="2803690"/>
            <a:ext cx="2078405" cy="1421081"/>
          </a:xfrm>
          <a:prstGeom prst="rect">
            <a:avLst/>
          </a:prstGeom>
          <a:no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lvl1pPr marL="0" indent="0">
              <a:buFontTx/>
              <a:buNone/>
              <a:defRPr lang="en-US" sz="1050">
                <a:solidFill>
                  <a:schemeClr val="tx1">
                    <a:lumMod val="85000"/>
                    <a:lumOff val="15000"/>
                  </a:schemeClr>
                </a:solidFill>
              </a:defRPr>
            </a:lvl1pPr>
          </a:lstStyle>
          <a:p>
            <a:pPr marL="0" lvl="0" algn="ctr"/>
            <a:endParaRPr lang="en-US"/>
          </a:p>
        </p:txBody>
      </p:sp>
      <p:sp>
        <p:nvSpPr>
          <p:cNvPr id="133" name="Picture Placeholder 7">
            <a:extLst>
              <a:ext uri="{FF2B5EF4-FFF2-40B4-BE49-F238E27FC236}">
                <a16:creationId xmlns:a16="http://schemas.microsoft.com/office/drawing/2014/main" xmlns="" id="{39885A85-BAAF-432A-BE99-23ED1CDC4A35}"/>
              </a:ext>
            </a:extLst>
          </p:cNvPr>
          <p:cNvSpPr>
            <a:spLocks noGrp="1"/>
          </p:cNvSpPr>
          <p:nvPr>
            <p:ph type="pic" sz="quarter" idx="20"/>
          </p:nvPr>
        </p:nvSpPr>
        <p:spPr>
          <a:xfrm>
            <a:off x="4668785" y="1314255"/>
            <a:ext cx="2078405" cy="1421081"/>
          </a:xfrm>
          <a:prstGeom prst="rect">
            <a:avLst/>
          </a:prstGeom>
          <a:no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lvl1pPr marL="0" indent="0">
              <a:buFontTx/>
              <a:buNone/>
              <a:defRPr lang="en-US" sz="1050">
                <a:solidFill>
                  <a:schemeClr val="tx1">
                    <a:lumMod val="85000"/>
                    <a:lumOff val="15000"/>
                  </a:schemeClr>
                </a:solidFill>
              </a:defRPr>
            </a:lvl1pPr>
          </a:lstStyle>
          <a:p>
            <a:pPr marL="0" lvl="0" algn="ctr"/>
            <a:endParaRPr lang="en-US"/>
          </a:p>
        </p:txBody>
      </p:sp>
      <p:sp>
        <p:nvSpPr>
          <p:cNvPr id="135" name="Picture Placeholder 7">
            <a:extLst>
              <a:ext uri="{FF2B5EF4-FFF2-40B4-BE49-F238E27FC236}">
                <a16:creationId xmlns:a16="http://schemas.microsoft.com/office/drawing/2014/main" xmlns="" id="{5D863B0D-2626-4359-9DFB-B79D8DA1895E}"/>
              </a:ext>
            </a:extLst>
          </p:cNvPr>
          <p:cNvSpPr>
            <a:spLocks noGrp="1"/>
          </p:cNvSpPr>
          <p:nvPr>
            <p:ph type="pic" sz="quarter" idx="21"/>
          </p:nvPr>
        </p:nvSpPr>
        <p:spPr>
          <a:xfrm>
            <a:off x="6913764" y="2803690"/>
            <a:ext cx="2078405" cy="1421081"/>
          </a:xfrm>
          <a:prstGeom prst="rect">
            <a:avLst/>
          </a:prstGeom>
          <a:no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lvl1pPr marL="0" indent="0">
              <a:buFontTx/>
              <a:buNone/>
              <a:defRPr lang="en-US" sz="1050">
                <a:solidFill>
                  <a:schemeClr val="tx1">
                    <a:lumMod val="85000"/>
                    <a:lumOff val="15000"/>
                  </a:schemeClr>
                </a:solidFill>
              </a:defRPr>
            </a:lvl1pPr>
          </a:lstStyle>
          <a:p>
            <a:pPr marL="0" lvl="0" algn="ctr"/>
            <a:endParaRPr lang="en-US"/>
          </a:p>
        </p:txBody>
      </p:sp>
      <p:grpSp>
        <p:nvGrpSpPr>
          <p:cNvPr id="38" name="组合 37">
            <a:extLst>
              <a:ext uri="{FF2B5EF4-FFF2-40B4-BE49-F238E27FC236}">
                <a16:creationId xmlns:a16="http://schemas.microsoft.com/office/drawing/2014/main" xmlns="" id="{E717DBFF-001B-4026-AB07-BE514B6903F9}"/>
              </a:ext>
            </a:extLst>
          </p:cNvPr>
          <p:cNvGrpSpPr/>
          <p:nvPr userDrawn="1"/>
        </p:nvGrpSpPr>
        <p:grpSpPr>
          <a:xfrm>
            <a:off x="207378" y="4666267"/>
            <a:ext cx="1253123" cy="407703"/>
            <a:chOff x="3302807" y="1034911"/>
            <a:chExt cx="2457878" cy="799669"/>
          </a:xfrm>
          <a:solidFill>
            <a:schemeClr val="accent1"/>
          </a:solidFill>
        </p:grpSpPr>
        <p:sp>
          <p:nvSpPr>
            <p:cNvPr id="39" name="íṡḷîḍê">
              <a:extLst>
                <a:ext uri="{FF2B5EF4-FFF2-40B4-BE49-F238E27FC236}">
                  <a16:creationId xmlns:a16="http://schemas.microsoft.com/office/drawing/2014/main" xmlns="" id="{0DD47574-FF2D-45D6-BA61-3732DA82D113}"/>
                </a:ext>
              </a:extLst>
            </p:cNvPr>
            <p:cNvSpPr/>
            <p:nvPr/>
          </p:nvSpPr>
          <p:spPr bwMode="auto">
            <a:xfrm>
              <a:off x="3518669" y="1287918"/>
              <a:ext cx="364442" cy="336408"/>
            </a:xfrm>
            <a:custGeom>
              <a:avLst/>
              <a:gdLst>
                <a:gd name="T0" fmla="*/ 154 w 159"/>
                <a:gd name="T1" fmla="*/ 43 h 146"/>
                <a:gd name="T2" fmla="*/ 133 w 159"/>
                <a:gd name="T3" fmla="*/ 41 h 146"/>
                <a:gd name="T4" fmla="*/ 159 w 159"/>
                <a:gd name="T5" fmla="*/ 25 h 146"/>
                <a:gd name="T6" fmla="*/ 133 w 159"/>
                <a:gd name="T7" fmla="*/ 24 h 146"/>
                <a:gd name="T8" fmla="*/ 97 w 159"/>
                <a:gd name="T9" fmla="*/ 38 h 146"/>
                <a:gd name="T10" fmla="*/ 106 w 159"/>
                <a:gd name="T11" fmla="*/ 24 h 146"/>
                <a:gd name="T12" fmla="*/ 72 w 159"/>
                <a:gd name="T13" fmla="*/ 34 h 146"/>
                <a:gd name="T14" fmla="*/ 66 w 159"/>
                <a:gd name="T15" fmla="*/ 36 h 146"/>
                <a:gd name="T16" fmla="*/ 0 w 159"/>
                <a:gd name="T17" fmla="*/ 23 h 146"/>
                <a:gd name="T18" fmla="*/ 28 w 159"/>
                <a:gd name="T19" fmla="*/ 34 h 146"/>
                <a:gd name="T20" fmla="*/ 30 w 159"/>
                <a:gd name="T21" fmla="*/ 41 h 146"/>
                <a:gd name="T22" fmla="*/ 11 w 159"/>
                <a:gd name="T23" fmla="*/ 40 h 146"/>
                <a:gd name="T24" fmla="*/ 41 w 159"/>
                <a:gd name="T25" fmla="*/ 60 h 146"/>
                <a:gd name="T26" fmla="*/ 24 w 159"/>
                <a:gd name="T27" fmla="*/ 60 h 146"/>
                <a:gd name="T28" fmla="*/ 46 w 159"/>
                <a:gd name="T29" fmla="*/ 79 h 146"/>
                <a:gd name="T30" fmla="*/ 35 w 159"/>
                <a:gd name="T31" fmla="*/ 78 h 146"/>
                <a:gd name="T32" fmla="*/ 54 w 159"/>
                <a:gd name="T33" fmla="*/ 92 h 146"/>
                <a:gd name="T34" fmla="*/ 54 w 159"/>
                <a:gd name="T35" fmla="*/ 96 h 146"/>
                <a:gd name="T36" fmla="*/ 46 w 159"/>
                <a:gd name="T37" fmla="*/ 96 h 146"/>
                <a:gd name="T38" fmla="*/ 64 w 159"/>
                <a:gd name="T39" fmla="*/ 108 h 146"/>
                <a:gd name="T40" fmla="*/ 64 w 159"/>
                <a:gd name="T41" fmla="*/ 114 h 146"/>
                <a:gd name="T42" fmla="*/ 60 w 159"/>
                <a:gd name="T43" fmla="*/ 115 h 146"/>
                <a:gd name="T44" fmla="*/ 81 w 159"/>
                <a:gd name="T45" fmla="*/ 146 h 146"/>
                <a:gd name="T46" fmla="*/ 103 w 159"/>
                <a:gd name="T47" fmla="*/ 117 h 146"/>
                <a:gd name="T48" fmla="*/ 98 w 159"/>
                <a:gd name="T49" fmla="*/ 114 h 146"/>
                <a:gd name="T50" fmla="*/ 99 w 159"/>
                <a:gd name="T51" fmla="*/ 107 h 146"/>
                <a:gd name="T52" fmla="*/ 115 w 159"/>
                <a:gd name="T53" fmla="*/ 97 h 146"/>
                <a:gd name="T54" fmla="*/ 112 w 159"/>
                <a:gd name="T55" fmla="*/ 92 h 146"/>
                <a:gd name="T56" fmla="*/ 131 w 159"/>
                <a:gd name="T57" fmla="*/ 79 h 146"/>
                <a:gd name="T58" fmla="*/ 119 w 159"/>
                <a:gd name="T59" fmla="*/ 79 h 146"/>
                <a:gd name="T60" fmla="*/ 117 w 159"/>
                <a:gd name="T61" fmla="*/ 75 h 146"/>
                <a:gd name="T62" fmla="*/ 141 w 159"/>
                <a:gd name="T63" fmla="*/ 59 h 146"/>
                <a:gd name="T64" fmla="*/ 125 w 159"/>
                <a:gd name="T65" fmla="*/ 58 h 146"/>
                <a:gd name="T66" fmla="*/ 124 w 159"/>
                <a:gd name="T67" fmla="*/ 54 h 146"/>
                <a:gd name="T68" fmla="*/ 154 w 159"/>
                <a:gd name="T69" fmla="*/ 43 h 1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159" h="146">
                  <a:moveTo>
                    <a:pt x="154" y="43"/>
                  </a:moveTo>
                  <a:cubicBezTo>
                    <a:pt x="133" y="41"/>
                    <a:pt x="133" y="41"/>
                    <a:pt x="133" y="41"/>
                  </a:cubicBezTo>
                  <a:cubicBezTo>
                    <a:pt x="137" y="34"/>
                    <a:pt x="155" y="37"/>
                    <a:pt x="159" y="25"/>
                  </a:cubicBezTo>
                  <a:cubicBezTo>
                    <a:pt x="133" y="24"/>
                    <a:pt x="133" y="24"/>
                    <a:pt x="133" y="24"/>
                  </a:cubicBezTo>
                  <a:cubicBezTo>
                    <a:pt x="114" y="21"/>
                    <a:pt x="107" y="39"/>
                    <a:pt x="97" y="38"/>
                  </a:cubicBezTo>
                  <a:cubicBezTo>
                    <a:pt x="88" y="29"/>
                    <a:pt x="100" y="28"/>
                    <a:pt x="106" y="24"/>
                  </a:cubicBezTo>
                  <a:cubicBezTo>
                    <a:pt x="80" y="0"/>
                    <a:pt x="72" y="32"/>
                    <a:pt x="72" y="34"/>
                  </a:cubicBezTo>
                  <a:cubicBezTo>
                    <a:pt x="71" y="37"/>
                    <a:pt x="68" y="38"/>
                    <a:pt x="66" y="36"/>
                  </a:cubicBezTo>
                  <a:cubicBezTo>
                    <a:pt x="58" y="12"/>
                    <a:pt x="33" y="22"/>
                    <a:pt x="0" y="23"/>
                  </a:cubicBezTo>
                  <a:cubicBezTo>
                    <a:pt x="8" y="31"/>
                    <a:pt x="17" y="32"/>
                    <a:pt x="28" y="34"/>
                  </a:cubicBezTo>
                  <a:cubicBezTo>
                    <a:pt x="30" y="36"/>
                    <a:pt x="32" y="38"/>
                    <a:pt x="30" y="41"/>
                  </a:cubicBezTo>
                  <a:cubicBezTo>
                    <a:pt x="11" y="40"/>
                    <a:pt x="11" y="40"/>
                    <a:pt x="11" y="40"/>
                  </a:cubicBezTo>
                  <a:cubicBezTo>
                    <a:pt x="19" y="58"/>
                    <a:pt x="35" y="49"/>
                    <a:pt x="41" y="60"/>
                  </a:cubicBezTo>
                  <a:cubicBezTo>
                    <a:pt x="24" y="60"/>
                    <a:pt x="24" y="60"/>
                    <a:pt x="24" y="60"/>
                  </a:cubicBezTo>
                  <a:cubicBezTo>
                    <a:pt x="25" y="75"/>
                    <a:pt x="41" y="68"/>
                    <a:pt x="46" y="79"/>
                  </a:cubicBezTo>
                  <a:cubicBezTo>
                    <a:pt x="35" y="78"/>
                    <a:pt x="35" y="78"/>
                    <a:pt x="35" y="78"/>
                  </a:cubicBezTo>
                  <a:cubicBezTo>
                    <a:pt x="40" y="90"/>
                    <a:pt x="48" y="91"/>
                    <a:pt x="54" y="92"/>
                  </a:cubicBezTo>
                  <a:cubicBezTo>
                    <a:pt x="54" y="96"/>
                    <a:pt x="54" y="96"/>
                    <a:pt x="54" y="96"/>
                  </a:cubicBezTo>
                  <a:cubicBezTo>
                    <a:pt x="46" y="96"/>
                    <a:pt x="46" y="96"/>
                    <a:pt x="46" y="96"/>
                  </a:cubicBezTo>
                  <a:cubicBezTo>
                    <a:pt x="46" y="104"/>
                    <a:pt x="57" y="109"/>
                    <a:pt x="64" y="108"/>
                  </a:cubicBezTo>
                  <a:cubicBezTo>
                    <a:pt x="64" y="114"/>
                    <a:pt x="64" y="114"/>
                    <a:pt x="64" y="114"/>
                  </a:cubicBezTo>
                  <a:cubicBezTo>
                    <a:pt x="60" y="115"/>
                    <a:pt x="60" y="115"/>
                    <a:pt x="60" y="115"/>
                  </a:cubicBezTo>
                  <a:cubicBezTo>
                    <a:pt x="81" y="146"/>
                    <a:pt x="81" y="146"/>
                    <a:pt x="81" y="146"/>
                  </a:cubicBezTo>
                  <a:cubicBezTo>
                    <a:pt x="103" y="117"/>
                    <a:pt x="103" y="117"/>
                    <a:pt x="103" y="117"/>
                  </a:cubicBezTo>
                  <a:cubicBezTo>
                    <a:pt x="98" y="114"/>
                    <a:pt x="98" y="114"/>
                    <a:pt x="98" y="114"/>
                  </a:cubicBezTo>
                  <a:cubicBezTo>
                    <a:pt x="99" y="107"/>
                    <a:pt x="99" y="107"/>
                    <a:pt x="99" y="107"/>
                  </a:cubicBezTo>
                  <a:cubicBezTo>
                    <a:pt x="105" y="108"/>
                    <a:pt x="111" y="106"/>
                    <a:pt x="115" y="97"/>
                  </a:cubicBezTo>
                  <a:cubicBezTo>
                    <a:pt x="114" y="95"/>
                    <a:pt x="99" y="99"/>
                    <a:pt x="112" y="92"/>
                  </a:cubicBezTo>
                  <a:cubicBezTo>
                    <a:pt x="120" y="91"/>
                    <a:pt x="125" y="85"/>
                    <a:pt x="131" y="79"/>
                  </a:cubicBezTo>
                  <a:cubicBezTo>
                    <a:pt x="119" y="79"/>
                    <a:pt x="119" y="79"/>
                    <a:pt x="119" y="79"/>
                  </a:cubicBezTo>
                  <a:cubicBezTo>
                    <a:pt x="117" y="78"/>
                    <a:pt x="116" y="76"/>
                    <a:pt x="117" y="75"/>
                  </a:cubicBezTo>
                  <a:cubicBezTo>
                    <a:pt x="125" y="74"/>
                    <a:pt x="137" y="70"/>
                    <a:pt x="141" y="59"/>
                  </a:cubicBezTo>
                  <a:cubicBezTo>
                    <a:pt x="125" y="58"/>
                    <a:pt x="125" y="58"/>
                    <a:pt x="125" y="58"/>
                  </a:cubicBezTo>
                  <a:cubicBezTo>
                    <a:pt x="122" y="57"/>
                    <a:pt x="123" y="55"/>
                    <a:pt x="124" y="54"/>
                  </a:cubicBezTo>
                  <a:cubicBezTo>
                    <a:pt x="134" y="54"/>
                    <a:pt x="145" y="50"/>
                    <a:pt x="154" y="43"/>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nchor="ctr"/>
            <a:lstStyle/>
            <a:p>
              <a:pPr algn="ctr"/>
              <a:endParaRPr>
                <a:solidFill>
                  <a:schemeClr val="accent1"/>
                </a:solidFill>
              </a:endParaRPr>
            </a:p>
          </p:txBody>
        </p:sp>
        <p:sp>
          <p:nvSpPr>
            <p:cNvPr id="40" name="íŝḻiḍè">
              <a:extLst>
                <a:ext uri="{FF2B5EF4-FFF2-40B4-BE49-F238E27FC236}">
                  <a16:creationId xmlns:a16="http://schemas.microsoft.com/office/drawing/2014/main" xmlns="" id="{A9004421-430D-4FCC-B51B-EEAB610D1B88}"/>
                </a:ext>
              </a:extLst>
            </p:cNvPr>
            <p:cNvSpPr/>
            <p:nvPr/>
          </p:nvSpPr>
          <p:spPr bwMode="auto">
            <a:xfrm>
              <a:off x="3344157" y="1504480"/>
              <a:ext cx="93914" cy="74290"/>
            </a:xfrm>
            <a:custGeom>
              <a:avLst/>
              <a:gdLst>
                <a:gd name="T0" fmla="*/ 6 w 41"/>
                <a:gd name="T1" fmla="*/ 15 h 32"/>
                <a:gd name="T2" fmla="*/ 9 w 41"/>
                <a:gd name="T3" fmla="*/ 16 h 32"/>
                <a:gd name="T4" fmla="*/ 37 w 41"/>
                <a:gd name="T5" fmla="*/ 18 h 32"/>
                <a:gd name="T6" fmla="*/ 41 w 41"/>
                <a:gd name="T7" fmla="*/ 16 h 32"/>
                <a:gd name="T8" fmla="*/ 32 w 41"/>
                <a:gd name="T9" fmla="*/ 0 h 32"/>
                <a:gd name="T10" fmla="*/ 28 w 41"/>
                <a:gd name="T11" fmla="*/ 1 h 32"/>
                <a:gd name="T12" fmla="*/ 35 w 41"/>
                <a:gd name="T13" fmla="*/ 14 h 32"/>
                <a:gd name="T14" fmla="*/ 30 w 41"/>
                <a:gd name="T15" fmla="*/ 13 h 32"/>
                <a:gd name="T16" fmla="*/ 4 w 41"/>
                <a:gd name="T17" fmla="*/ 12 h 32"/>
                <a:gd name="T18" fmla="*/ 0 w 41"/>
                <a:gd name="T19" fmla="*/ 14 h 32"/>
                <a:gd name="T20" fmla="*/ 10 w 41"/>
                <a:gd name="T21" fmla="*/ 32 h 32"/>
                <a:gd name="T22" fmla="*/ 14 w 41"/>
                <a:gd name="T23" fmla="*/ 30 h 32"/>
                <a:gd name="T24" fmla="*/ 6 w 41"/>
                <a:gd name="T25" fmla="*/ 15 h 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1" h="32">
                  <a:moveTo>
                    <a:pt x="6" y="15"/>
                  </a:moveTo>
                  <a:cubicBezTo>
                    <a:pt x="9" y="16"/>
                    <a:pt x="9" y="16"/>
                    <a:pt x="9" y="16"/>
                  </a:cubicBezTo>
                  <a:cubicBezTo>
                    <a:pt x="37" y="18"/>
                    <a:pt x="37" y="18"/>
                    <a:pt x="37" y="18"/>
                  </a:cubicBezTo>
                  <a:cubicBezTo>
                    <a:pt x="41" y="16"/>
                    <a:pt x="41" y="16"/>
                    <a:pt x="41" y="16"/>
                  </a:cubicBezTo>
                  <a:cubicBezTo>
                    <a:pt x="32" y="0"/>
                    <a:pt x="32" y="0"/>
                    <a:pt x="32" y="0"/>
                  </a:cubicBezTo>
                  <a:cubicBezTo>
                    <a:pt x="28" y="1"/>
                    <a:pt x="28" y="1"/>
                    <a:pt x="28" y="1"/>
                  </a:cubicBezTo>
                  <a:cubicBezTo>
                    <a:pt x="35" y="14"/>
                    <a:pt x="35" y="14"/>
                    <a:pt x="35" y="14"/>
                  </a:cubicBezTo>
                  <a:cubicBezTo>
                    <a:pt x="34" y="14"/>
                    <a:pt x="32" y="14"/>
                    <a:pt x="30" y="13"/>
                  </a:cubicBezTo>
                  <a:cubicBezTo>
                    <a:pt x="4" y="12"/>
                    <a:pt x="4" y="12"/>
                    <a:pt x="4" y="12"/>
                  </a:cubicBezTo>
                  <a:cubicBezTo>
                    <a:pt x="0" y="14"/>
                    <a:pt x="0" y="14"/>
                    <a:pt x="0" y="14"/>
                  </a:cubicBezTo>
                  <a:cubicBezTo>
                    <a:pt x="10" y="32"/>
                    <a:pt x="10" y="32"/>
                    <a:pt x="10" y="32"/>
                  </a:cubicBezTo>
                  <a:cubicBezTo>
                    <a:pt x="14" y="30"/>
                    <a:pt x="14" y="30"/>
                    <a:pt x="14" y="30"/>
                  </a:cubicBezTo>
                  <a:lnTo>
                    <a:pt x="6" y="1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nchor="ctr"/>
            <a:lstStyle/>
            <a:p>
              <a:pPr algn="ctr"/>
              <a:endParaRPr>
                <a:solidFill>
                  <a:schemeClr val="accent1"/>
                </a:solidFill>
              </a:endParaRPr>
            </a:p>
          </p:txBody>
        </p:sp>
        <p:sp>
          <p:nvSpPr>
            <p:cNvPr id="41" name="îS1iďê">
              <a:extLst>
                <a:ext uri="{FF2B5EF4-FFF2-40B4-BE49-F238E27FC236}">
                  <a16:creationId xmlns:a16="http://schemas.microsoft.com/office/drawing/2014/main" xmlns="" id="{DEB657F6-0359-4123-815D-60EE29D726DE}"/>
                </a:ext>
              </a:extLst>
            </p:cNvPr>
            <p:cNvSpPr/>
            <p:nvPr/>
          </p:nvSpPr>
          <p:spPr bwMode="auto">
            <a:xfrm>
              <a:off x="3369388" y="1550736"/>
              <a:ext cx="91811" cy="71487"/>
            </a:xfrm>
            <a:custGeom>
              <a:avLst/>
              <a:gdLst>
                <a:gd name="T0" fmla="*/ 128 w 131"/>
                <a:gd name="T1" fmla="*/ 46 h 102"/>
                <a:gd name="T2" fmla="*/ 85 w 131"/>
                <a:gd name="T3" fmla="*/ 66 h 102"/>
                <a:gd name="T4" fmla="*/ 66 w 131"/>
                <a:gd name="T5" fmla="*/ 30 h 102"/>
                <a:gd name="T6" fmla="*/ 108 w 131"/>
                <a:gd name="T7" fmla="*/ 10 h 102"/>
                <a:gd name="T8" fmla="*/ 105 w 131"/>
                <a:gd name="T9" fmla="*/ 0 h 102"/>
                <a:gd name="T10" fmla="*/ 0 w 131"/>
                <a:gd name="T11" fmla="*/ 46 h 102"/>
                <a:gd name="T12" fmla="*/ 7 w 131"/>
                <a:gd name="T13" fmla="*/ 56 h 102"/>
                <a:gd name="T14" fmla="*/ 56 w 131"/>
                <a:gd name="T15" fmla="*/ 33 h 102"/>
                <a:gd name="T16" fmla="*/ 72 w 131"/>
                <a:gd name="T17" fmla="*/ 73 h 102"/>
                <a:gd name="T18" fmla="*/ 23 w 131"/>
                <a:gd name="T19" fmla="*/ 92 h 102"/>
                <a:gd name="T20" fmla="*/ 30 w 131"/>
                <a:gd name="T21" fmla="*/ 102 h 102"/>
                <a:gd name="T22" fmla="*/ 131 w 131"/>
                <a:gd name="T23" fmla="*/ 56 h 102"/>
                <a:gd name="T24" fmla="*/ 128 w 131"/>
                <a:gd name="T25" fmla="*/ 46 h 10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1" h="102">
                  <a:moveTo>
                    <a:pt x="128" y="46"/>
                  </a:moveTo>
                  <a:lnTo>
                    <a:pt x="85" y="66"/>
                  </a:lnTo>
                  <a:lnTo>
                    <a:pt x="66" y="30"/>
                  </a:lnTo>
                  <a:lnTo>
                    <a:pt x="108" y="10"/>
                  </a:lnTo>
                  <a:lnTo>
                    <a:pt x="105" y="0"/>
                  </a:lnTo>
                  <a:lnTo>
                    <a:pt x="0" y="46"/>
                  </a:lnTo>
                  <a:lnTo>
                    <a:pt x="7" y="56"/>
                  </a:lnTo>
                  <a:lnTo>
                    <a:pt x="56" y="33"/>
                  </a:lnTo>
                  <a:lnTo>
                    <a:pt x="72" y="73"/>
                  </a:lnTo>
                  <a:lnTo>
                    <a:pt x="23" y="92"/>
                  </a:lnTo>
                  <a:lnTo>
                    <a:pt x="30" y="102"/>
                  </a:lnTo>
                  <a:lnTo>
                    <a:pt x="131" y="56"/>
                  </a:lnTo>
                  <a:lnTo>
                    <a:pt x="128" y="46"/>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nchor="ctr"/>
            <a:lstStyle/>
            <a:p>
              <a:pPr algn="ctr"/>
              <a:endParaRPr>
                <a:solidFill>
                  <a:schemeClr val="accent1"/>
                </a:solidFill>
              </a:endParaRPr>
            </a:p>
          </p:txBody>
        </p:sp>
        <p:sp>
          <p:nvSpPr>
            <p:cNvPr id="42" name="i$ḷíḓe">
              <a:extLst>
                <a:ext uri="{FF2B5EF4-FFF2-40B4-BE49-F238E27FC236}">
                  <a16:creationId xmlns:a16="http://schemas.microsoft.com/office/drawing/2014/main" xmlns="" id="{73EEC3DC-7C79-4752-8030-7D721924B3F3}"/>
                </a:ext>
              </a:extLst>
            </p:cNvPr>
            <p:cNvSpPr/>
            <p:nvPr/>
          </p:nvSpPr>
          <p:spPr bwMode="auto">
            <a:xfrm>
              <a:off x="3394618" y="1599095"/>
              <a:ext cx="91811" cy="71487"/>
            </a:xfrm>
            <a:custGeom>
              <a:avLst/>
              <a:gdLst>
                <a:gd name="T0" fmla="*/ 72 w 131"/>
                <a:gd name="T1" fmla="*/ 76 h 102"/>
                <a:gd name="T2" fmla="*/ 85 w 131"/>
                <a:gd name="T3" fmla="*/ 69 h 102"/>
                <a:gd name="T4" fmla="*/ 66 w 131"/>
                <a:gd name="T5" fmla="*/ 30 h 102"/>
                <a:gd name="T6" fmla="*/ 98 w 131"/>
                <a:gd name="T7" fmla="*/ 17 h 102"/>
                <a:gd name="T8" fmla="*/ 118 w 131"/>
                <a:gd name="T9" fmla="*/ 56 h 102"/>
                <a:gd name="T10" fmla="*/ 131 w 131"/>
                <a:gd name="T11" fmla="*/ 53 h 102"/>
                <a:gd name="T12" fmla="*/ 105 w 131"/>
                <a:gd name="T13" fmla="*/ 0 h 102"/>
                <a:gd name="T14" fmla="*/ 0 w 131"/>
                <a:gd name="T15" fmla="*/ 50 h 102"/>
                <a:gd name="T16" fmla="*/ 30 w 131"/>
                <a:gd name="T17" fmla="*/ 102 h 102"/>
                <a:gd name="T18" fmla="*/ 39 w 131"/>
                <a:gd name="T19" fmla="*/ 96 h 102"/>
                <a:gd name="T20" fmla="*/ 20 w 131"/>
                <a:gd name="T21" fmla="*/ 53 h 102"/>
                <a:gd name="T22" fmla="*/ 52 w 131"/>
                <a:gd name="T23" fmla="*/ 36 h 102"/>
                <a:gd name="T24" fmla="*/ 72 w 131"/>
                <a:gd name="T25" fmla="*/ 76 h 10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1" h="102">
                  <a:moveTo>
                    <a:pt x="72" y="76"/>
                  </a:moveTo>
                  <a:lnTo>
                    <a:pt x="85" y="69"/>
                  </a:lnTo>
                  <a:lnTo>
                    <a:pt x="66" y="30"/>
                  </a:lnTo>
                  <a:lnTo>
                    <a:pt x="98" y="17"/>
                  </a:lnTo>
                  <a:lnTo>
                    <a:pt x="118" y="56"/>
                  </a:lnTo>
                  <a:lnTo>
                    <a:pt x="131" y="53"/>
                  </a:lnTo>
                  <a:lnTo>
                    <a:pt x="105" y="0"/>
                  </a:lnTo>
                  <a:lnTo>
                    <a:pt x="0" y="50"/>
                  </a:lnTo>
                  <a:lnTo>
                    <a:pt x="30" y="102"/>
                  </a:lnTo>
                  <a:lnTo>
                    <a:pt x="39" y="96"/>
                  </a:lnTo>
                  <a:lnTo>
                    <a:pt x="20" y="53"/>
                  </a:lnTo>
                  <a:lnTo>
                    <a:pt x="52" y="36"/>
                  </a:lnTo>
                  <a:lnTo>
                    <a:pt x="72" y="76"/>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nchor="ctr"/>
            <a:lstStyle/>
            <a:p>
              <a:pPr algn="ctr"/>
              <a:endParaRPr>
                <a:solidFill>
                  <a:schemeClr val="accent1"/>
                </a:solidFill>
              </a:endParaRPr>
            </a:p>
          </p:txBody>
        </p:sp>
        <p:sp>
          <p:nvSpPr>
            <p:cNvPr id="43" name="îş1íḍé">
              <a:extLst>
                <a:ext uri="{FF2B5EF4-FFF2-40B4-BE49-F238E27FC236}">
                  <a16:creationId xmlns:a16="http://schemas.microsoft.com/office/drawing/2014/main" xmlns="" id="{44CA786F-3834-4818-8127-BA1156C605B3}"/>
                </a:ext>
              </a:extLst>
            </p:cNvPr>
            <p:cNvSpPr/>
            <p:nvPr/>
          </p:nvSpPr>
          <p:spPr bwMode="auto">
            <a:xfrm>
              <a:off x="3431063" y="1647453"/>
              <a:ext cx="73589" cy="53265"/>
            </a:xfrm>
            <a:custGeom>
              <a:avLst/>
              <a:gdLst>
                <a:gd name="T0" fmla="*/ 32 w 32"/>
                <a:gd name="T1" fmla="*/ 3 h 23"/>
                <a:gd name="T2" fmla="*/ 30 w 32"/>
                <a:gd name="T3" fmla="*/ 0 h 23"/>
                <a:gd name="T4" fmla="*/ 13 w 32"/>
                <a:gd name="T5" fmla="*/ 16 h 23"/>
                <a:gd name="T6" fmla="*/ 10 w 32"/>
                <a:gd name="T7" fmla="*/ 19 h 23"/>
                <a:gd name="T8" fmla="*/ 7 w 32"/>
                <a:gd name="T9" fmla="*/ 20 h 23"/>
                <a:gd name="T10" fmla="*/ 5 w 32"/>
                <a:gd name="T11" fmla="*/ 19 h 23"/>
                <a:gd name="T12" fmla="*/ 4 w 32"/>
                <a:gd name="T13" fmla="*/ 16 h 23"/>
                <a:gd name="T14" fmla="*/ 7 w 32"/>
                <a:gd name="T15" fmla="*/ 11 h 23"/>
                <a:gd name="T16" fmla="*/ 5 w 32"/>
                <a:gd name="T17" fmla="*/ 10 h 23"/>
                <a:gd name="T18" fmla="*/ 0 w 32"/>
                <a:gd name="T19" fmla="*/ 16 h 23"/>
                <a:gd name="T20" fmla="*/ 2 w 32"/>
                <a:gd name="T21" fmla="*/ 21 h 23"/>
                <a:gd name="T22" fmla="*/ 6 w 32"/>
                <a:gd name="T23" fmla="*/ 23 h 23"/>
                <a:gd name="T24" fmla="*/ 10 w 32"/>
                <a:gd name="T25" fmla="*/ 22 h 23"/>
                <a:gd name="T26" fmla="*/ 15 w 32"/>
                <a:gd name="T27" fmla="*/ 18 h 23"/>
                <a:gd name="T28" fmla="*/ 32 w 32"/>
                <a:gd name="T29" fmla="*/ 3 h 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32" h="23">
                  <a:moveTo>
                    <a:pt x="32" y="3"/>
                  </a:moveTo>
                  <a:cubicBezTo>
                    <a:pt x="30" y="0"/>
                    <a:pt x="30" y="0"/>
                    <a:pt x="30" y="0"/>
                  </a:cubicBezTo>
                  <a:cubicBezTo>
                    <a:pt x="13" y="16"/>
                    <a:pt x="13" y="16"/>
                    <a:pt x="13" y="16"/>
                  </a:cubicBezTo>
                  <a:cubicBezTo>
                    <a:pt x="11" y="18"/>
                    <a:pt x="10" y="19"/>
                    <a:pt x="10" y="19"/>
                  </a:cubicBezTo>
                  <a:cubicBezTo>
                    <a:pt x="9" y="19"/>
                    <a:pt x="8" y="20"/>
                    <a:pt x="7" y="20"/>
                  </a:cubicBezTo>
                  <a:cubicBezTo>
                    <a:pt x="6" y="20"/>
                    <a:pt x="6" y="19"/>
                    <a:pt x="5" y="19"/>
                  </a:cubicBezTo>
                  <a:cubicBezTo>
                    <a:pt x="4" y="18"/>
                    <a:pt x="4" y="17"/>
                    <a:pt x="4" y="16"/>
                  </a:cubicBezTo>
                  <a:cubicBezTo>
                    <a:pt x="4" y="15"/>
                    <a:pt x="6" y="13"/>
                    <a:pt x="7" y="11"/>
                  </a:cubicBezTo>
                  <a:cubicBezTo>
                    <a:pt x="5" y="10"/>
                    <a:pt x="5" y="10"/>
                    <a:pt x="5" y="10"/>
                  </a:cubicBezTo>
                  <a:cubicBezTo>
                    <a:pt x="2" y="12"/>
                    <a:pt x="1" y="14"/>
                    <a:pt x="0" y="16"/>
                  </a:cubicBezTo>
                  <a:cubicBezTo>
                    <a:pt x="0" y="18"/>
                    <a:pt x="1" y="20"/>
                    <a:pt x="2" y="21"/>
                  </a:cubicBezTo>
                  <a:cubicBezTo>
                    <a:pt x="3" y="22"/>
                    <a:pt x="4" y="23"/>
                    <a:pt x="6" y="23"/>
                  </a:cubicBezTo>
                  <a:cubicBezTo>
                    <a:pt x="7" y="23"/>
                    <a:pt x="9" y="23"/>
                    <a:pt x="10" y="22"/>
                  </a:cubicBezTo>
                  <a:cubicBezTo>
                    <a:pt x="12" y="22"/>
                    <a:pt x="13" y="20"/>
                    <a:pt x="15" y="18"/>
                  </a:cubicBezTo>
                  <a:lnTo>
                    <a:pt x="32" y="3"/>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nchor="ctr"/>
            <a:lstStyle/>
            <a:p>
              <a:pPr algn="ctr"/>
              <a:endParaRPr>
                <a:solidFill>
                  <a:schemeClr val="accent1"/>
                </a:solidFill>
              </a:endParaRPr>
            </a:p>
          </p:txBody>
        </p:sp>
        <p:sp>
          <p:nvSpPr>
            <p:cNvPr id="44" name="išḻïde">
              <a:extLst>
                <a:ext uri="{FF2B5EF4-FFF2-40B4-BE49-F238E27FC236}">
                  <a16:creationId xmlns:a16="http://schemas.microsoft.com/office/drawing/2014/main" xmlns="" id="{C0BFCD5C-FA35-483D-85D2-631D5BC5ED6D}"/>
                </a:ext>
              </a:extLst>
            </p:cNvPr>
            <p:cNvSpPr/>
            <p:nvPr/>
          </p:nvSpPr>
          <p:spPr bwMode="auto">
            <a:xfrm>
              <a:off x="3465404" y="1659368"/>
              <a:ext cx="60273" cy="59572"/>
            </a:xfrm>
            <a:custGeom>
              <a:avLst/>
              <a:gdLst>
                <a:gd name="T0" fmla="*/ 79 w 86"/>
                <a:gd name="T1" fmla="*/ 0 h 85"/>
                <a:gd name="T2" fmla="*/ 0 w 86"/>
                <a:gd name="T3" fmla="*/ 79 h 85"/>
                <a:gd name="T4" fmla="*/ 7 w 86"/>
                <a:gd name="T5" fmla="*/ 85 h 85"/>
                <a:gd name="T6" fmla="*/ 86 w 86"/>
                <a:gd name="T7" fmla="*/ 6 h 85"/>
                <a:gd name="T8" fmla="*/ 79 w 86"/>
                <a:gd name="T9" fmla="*/ 0 h 85"/>
              </a:gdLst>
              <a:ahLst/>
              <a:cxnLst>
                <a:cxn ang="0">
                  <a:pos x="T0" y="T1"/>
                </a:cxn>
                <a:cxn ang="0">
                  <a:pos x="T2" y="T3"/>
                </a:cxn>
                <a:cxn ang="0">
                  <a:pos x="T4" y="T5"/>
                </a:cxn>
                <a:cxn ang="0">
                  <a:pos x="T6" y="T7"/>
                </a:cxn>
                <a:cxn ang="0">
                  <a:pos x="T8" y="T9"/>
                </a:cxn>
              </a:cxnLst>
              <a:rect l="0" t="0" r="r" b="b"/>
              <a:pathLst>
                <a:path w="86" h="85">
                  <a:moveTo>
                    <a:pt x="79" y="0"/>
                  </a:moveTo>
                  <a:lnTo>
                    <a:pt x="0" y="79"/>
                  </a:lnTo>
                  <a:lnTo>
                    <a:pt x="7" y="85"/>
                  </a:lnTo>
                  <a:lnTo>
                    <a:pt x="86" y="6"/>
                  </a:lnTo>
                  <a:lnTo>
                    <a:pt x="79" y="0"/>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nchor="ctr"/>
            <a:lstStyle/>
            <a:p>
              <a:pPr algn="ctr"/>
              <a:endParaRPr>
                <a:solidFill>
                  <a:schemeClr val="accent1"/>
                </a:solidFill>
              </a:endParaRPr>
            </a:p>
          </p:txBody>
        </p:sp>
        <p:sp>
          <p:nvSpPr>
            <p:cNvPr id="45" name="ís1ïḓè">
              <a:extLst>
                <a:ext uri="{FF2B5EF4-FFF2-40B4-BE49-F238E27FC236}">
                  <a16:creationId xmlns:a16="http://schemas.microsoft.com/office/drawing/2014/main" xmlns="" id="{F58A4A70-73D9-4430-926D-787EE4C37F9D}"/>
                </a:ext>
              </a:extLst>
            </p:cNvPr>
            <p:cNvSpPr/>
            <p:nvPr/>
          </p:nvSpPr>
          <p:spPr bwMode="auto">
            <a:xfrm>
              <a:off x="3477319" y="1675487"/>
              <a:ext cx="73589" cy="80598"/>
            </a:xfrm>
            <a:custGeom>
              <a:avLst/>
              <a:gdLst>
                <a:gd name="T0" fmla="*/ 29 w 32"/>
                <a:gd name="T1" fmla="*/ 0 h 35"/>
                <a:gd name="T2" fmla="*/ 0 w 32"/>
                <a:gd name="T3" fmla="*/ 21 h 35"/>
                <a:gd name="T4" fmla="*/ 3 w 32"/>
                <a:gd name="T5" fmla="*/ 23 h 35"/>
                <a:gd name="T6" fmla="*/ 12 w 32"/>
                <a:gd name="T7" fmla="*/ 17 h 35"/>
                <a:gd name="T8" fmla="*/ 20 w 32"/>
                <a:gd name="T9" fmla="*/ 23 h 35"/>
                <a:gd name="T10" fmla="*/ 16 w 32"/>
                <a:gd name="T11" fmla="*/ 33 h 35"/>
                <a:gd name="T12" fmla="*/ 19 w 32"/>
                <a:gd name="T13" fmla="*/ 35 h 35"/>
                <a:gd name="T14" fmla="*/ 32 w 32"/>
                <a:gd name="T15" fmla="*/ 3 h 35"/>
                <a:gd name="T16" fmla="*/ 29 w 32"/>
                <a:gd name="T17" fmla="*/ 0 h 35"/>
                <a:gd name="T18" fmla="*/ 25 w 32"/>
                <a:gd name="T19" fmla="*/ 11 h 35"/>
                <a:gd name="T20" fmla="*/ 22 w 32"/>
                <a:gd name="T21" fmla="*/ 20 h 35"/>
                <a:gd name="T22" fmla="*/ 15 w 32"/>
                <a:gd name="T23" fmla="*/ 15 h 35"/>
                <a:gd name="T24" fmla="*/ 23 w 32"/>
                <a:gd name="T25" fmla="*/ 8 h 35"/>
                <a:gd name="T26" fmla="*/ 28 w 32"/>
                <a:gd name="T27" fmla="*/ 4 h 35"/>
                <a:gd name="T28" fmla="*/ 25 w 32"/>
                <a:gd name="T29" fmla="*/ 11 h 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32" h="35">
                  <a:moveTo>
                    <a:pt x="29" y="0"/>
                  </a:moveTo>
                  <a:cubicBezTo>
                    <a:pt x="0" y="21"/>
                    <a:pt x="0" y="21"/>
                    <a:pt x="0" y="21"/>
                  </a:cubicBezTo>
                  <a:cubicBezTo>
                    <a:pt x="3" y="23"/>
                    <a:pt x="3" y="23"/>
                    <a:pt x="3" y="23"/>
                  </a:cubicBezTo>
                  <a:cubicBezTo>
                    <a:pt x="12" y="17"/>
                    <a:pt x="12" y="17"/>
                    <a:pt x="12" y="17"/>
                  </a:cubicBezTo>
                  <a:cubicBezTo>
                    <a:pt x="20" y="23"/>
                    <a:pt x="20" y="23"/>
                    <a:pt x="20" y="23"/>
                  </a:cubicBezTo>
                  <a:cubicBezTo>
                    <a:pt x="16" y="33"/>
                    <a:pt x="16" y="33"/>
                    <a:pt x="16" y="33"/>
                  </a:cubicBezTo>
                  <a:cubicBezTo>
                    <a:pt x="19" y="35"/>
                    <a:pt x="19" y="35"/>
                    <a:pt x="19" y="35"/>
                  </a:cubicBezTo>
                  <a:cubicBezTo>
                    <a:pt x="32" y="3"/>
                    <a:pt x="32" y="3"/>
                    <a:pt x="32" y="3"/>
                  </a:cubicBezTo>
                  <a:lnTo>
                    <a:pt x="29" y="0"/>
                  </a:lnTo>
                  <a:close/>
                  <a:moveTo>
                    <a:pt x="25" y="11"/>
                  </a:moveTo>
                  <a:cubicBezTo>
                    <a:pt x="22" y="20"/>
                    <a:pt x="22" y="20"/>
                    <a:pt x="22" y="20"/>
                  </a:cubicBezTo>
                  <a:cubicBezTo>
                    <a:pt x="15" y="15"/>
                    <a:pt x="15" y="15"/>
                    <a:pt x="15" y="15"/>
                  </a:cubicBezTo>
                  <a:cubicBezTo>
                    <a:pt x="23" y="8"/>
                    <a:pt x="23" y="8"/>
                    <a:pt x="23" y="8"/>
                  </a:cubicBezTo>
                  <a:cubicBezTo>
                    <a:pt x="25" y="7"/>
                    <a:pt x="27" y="6"/>
                    <a:pt x="28" y="4"/>
                  </a:cubicBezTo>
                  <a:cubicBezTo>
                    <a:pt x="28" y="6"/>
                    <a:pt x="27" y="8"/>
                    <a:pt x="25" y="11"/>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nchor="ctr"/>
            <a:lstStyle/>
            <a:p>
              <a:pPr algn="ctr"/>
              <a:endParaRPr>
                <a:solidFill>
                  <a:schemeClr val="accent1"/>
                </a:solidFill>
              </a:endParaRPr>
            </a:p>
          </p:txBody>
        </p:sp>
        <p:sp>
          <p:nvSpPr>
            <p:cNvPr id="46" name="ïṩlïďê">
              <a:extLst>
                <a:ext uri="{FF2B5EF4-FFF2-40B4-BE49-F238E27FC236}">
                  <a16:creationId xmlns:a16="http://schemas.microsoft.com/office/drawing/2014/main" xmlns="" id="{70BF357B-902B-4CFA-B1CF-605CB9C2CE68}"/>
                </a:ext>
              </a:extLst>
            </p:cNvPr>
            <p:cNvSpPr/>
            <p:nvPr/>
          </p:nvSpPr>
          <p:spPr bwMode="auto">
            <a:xfrm>
              <a:off x="3529882" y="1688803"/>
              <a:ext cx="80598" cy="87606"/>
            </a:xfrm>
            <a:custGeom>
              <a:avLst/>
              <a:gdLst>
                <a:gd name="T0" fmla="*/ 108 w 115"/>
                <a:gd name="T1" fmla="*/ 27 h 125"/>
                <a:gd name="T2" fmla="*/ 62 w 115"/>
                <a:gd name="T3" fmla="*/ 102 h 125"/>
                <a:gd name="T4" fmla="*/ 69 w 115"/>
                <a:gd name="T5" fmla="*/ 7 h 125"/>
                <a:gd name="T6" fmla="*/ 59 w 115"/>
                <a:gd name="T7" fmla="*/ 0 h 125"/>
                <a:gd name="T8" fmla="*/ 0 w 115"/>
                <a:gd name="T9" fmla="*/ 96 h 125"/>
                <a:gd name="T10" fmla="*/ 10 w 115"/>
                <a:gd name="T11" fmla="*/ 99 h 125"/>
                <a:gd name="T12" fmla="*/ 56 w 115"/>
                <a:gd name="T13" fmla="*/ 27 h 125"/>
                <a:gd name="T14" fmla="*/ 49 w 115"/>
                <a:gd name="T15" fmla="*/ 122 h 125"/>
                <a:gd name="T16" fmla="*/ 59 w 115"/>
                <a:gd name="T17" fmla="*/ 125 h 125"/>
                <a:gd name="T18" fmla="*/ 115 w 115"/>
                <a:gd name="T19" fmla="*/ 33 h 125"/>
                <a:gd name="T20" fmla="*/ 108 w 115"/>
                <a:gd name="T21" fmla="*/ 27 h 1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15" h="125">
                  <a:moveTo>
                    <a:pt x="108" y="27"/>
                  </a:moveTo>
                  <a:lnTo>
                    <a:pt x="62" y="102"/>
                  </a:lnTo>
                  <a:lnTo>
                    <a:pt x="69" y="7"/>
                  </a:lnTo>
                  <a:lnTo>
                    <a:pt x="59" y="0"/>
                  </a:lnTo>
                  <a:lnTo>
                    <a:pt x="0" y="96"/>
                  </a:lnTo>
                  <a:lnTo>
                    <a:pt x="10" y="99"/>
                  </a:lnTo>
                  <a:lnTo>
                    <a:pt x="56" y="27"/>
                  </a:lnTo>
                  <a:lnTo>
                    <a:pt x="49" y="122"/>
                  </a:lnTo>
                  <a:lnTo>
                    <a:pt x="59" y="125"/>
                  </a:lnTo>
                  <a:lnTo>
                    <a:pt x="115" y="33"/>
                  </a:lnTo>
                  <a:lnTo>
                    <a:pt x="108" y="27"/>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nchor="ctr"/>
            <a:lstStyle/>
            <a:p>
              <a:pPr algn="ctr"/>
              <a:endParaRPr>
                <a:solidFill>
                  <a:schemeClr val="accent1"/>
                </a:solidFill>
              </a:endParaRPr>
            </a:p>
          </p:txBody>
        </p:sp>
        <p:sp>
          <p:nvSpPr>
            <p:cNvPr id="47" name="íSliḋê">
              <a:extLst>
                <a:ext uri="{FF2B5EF4-FFF2-40B4-BE49-F238E27FC236}">
                  <a16:creationId xmlns:a16="http://schemas.microsoft.com/office/drawing/2014/main" xmlns="" id="{091C38E1-4ABF-4280-AB85-D2D58ADFBB28}"/>
                </a:ext>
              </a:extLst>
            </p:cNvPr>
            <p:cNvSpPr/>
            <p:nvPr/>
          </p:nvSpPr>
          <p:spPr bwMode="auto">
            <a:xfrm>
              <a:off x="3594360" y="1714735"/>
              <a:ext cx="56769" cy="77794"/>
            </a:xfrm>
            <a:custGeom>
              <a:avLst/>
              <a:gdLst>
                <a:gd name="T0" fmla="*/ 19 w 25"/>
                <a:gd name="T1" fmla="*/ 1 h 34"/>
                <a:gd name="T2" fmla="*/ 13 w 25"/>
                <a:gd name="T3" fmla="*/ 1 h 34"/>
                <a:gd name="T4" fmla="*/ 8 w 25"/>
                <a:gd name="T5" fmla="*/ 5 h 34"/>
                <a:gd name="T6" fmla="*/ 3 w 25"/>
                <a:gd name="T7" fmla="*/ 13 h 34"/>
                <a:gd name="T8" fmla="*/ 1 w 25"/>
                <a:gd name="T9" fmla="*/ 22 h 34"/>
                <a:gd name="T10" fmla="*/ 2 w 25"/>
                <a:gd name="T11" fmla="*/ 29 h 34"/>
                <a:gd name="T12" fmla="*/ 6 w 25"/>
                <a:gd name="T13" fmla="*/ 33 h 34"/>
                <a:gd name="T14" fmla="*/ 11 w 25"/>
                <a:gd name="T15" fmla="*/ 33 h 34"/>
                <a:gd name="T16" fmla="*/ 17 w 25"/>
                <a:gd name="T17" fmla="*/ 31 h 34"/>
                <a:gd name="T18" fmla="*/ 21 w 25"/>
                <a:gd name="T19" fmla="*/ 20 h 34"/>
                <a:gd name="T20" fmla="*/ 13 w 25"/>
                <a:gd name="T21" fmla="*/ 17 h 34"/>
                <a:gd name="T22" fmla="*/ 11 w 25"/>
                <a:gd name="T23" fmla="*/ 20 h 34"/>
                <a:gd name="T24" fmla="*/ 17 w 25"/>
                <a:gd name="T25" fmla="*/ 22 h 34"/>
                <a:gd name="T26" fmla="*/ 15 w 25"/>
                <a:gd name="T27" fmla="*/ 28 h 34"/>
                <a:gd name="T28" fmla="*/ 12 w 25"/>
                <a:gd name="T29" fmla="*/ 29 h 34"/>
                <a:gd name="T30" fmla="*/ 8 w 25"/>
                <a:gd name="T31" fmla="*/ 29 h 34"/>
                <a:gd name="T32" fmla="*/ 5 w 25"/>
                <a:gd name="T33" fmla="*/ 26 h 34"/>
                <a:gd name="T34" fmla="*/ 4 w 25"/>
                <a:gd name="T35" fmla="*/ 21 h 34"/>
                <a:gd name="T36" fmla="*/ 6 w 25"/>
                <a:gd name="T37" fmla="*/ 14 h 34"/>
                <a:gd name="T38" fmla="*/ 9 w 25"/>
                <a:gd name="T39" fmla="*/ 8 h 34"/>
                <a:gd name="T40" fmla="*/ 11 w 25"/>
                <a:gd name="T41" fmla="*/ 5 h 34"/>
                <a:gd name="T42" fmla="*/ 15 w 25"/>
                <a:gd name="T43" fmla="*/ 4 h 34"/>
                <a:gd name="T44" fmla="*/ 18 w 25"/>
                <a:gd name="T45" fmla="*/ 4 h 34"/>
                <a:gd name="T46" fmla="*/ 20 w 25"/>
                <a:gd name="T47" fmla="*/ 6 h 34"/>
                <a:gd name="T48" fmla="*/ 21 w 25"/>
                <a:gd name="T49" fmla="*/ 9 h 34"/>
                <a:gd name="T50" fmla="*/ 21 w 25"/>
                <a:gd name="T51" fmla="*/ 13 h 34"/>
                <a:gd name="T52" fmla="*/ 24 w 25"/>
                <a:gd name="T53" fmla="*/ 13 h 34"/>
                <a:gd name="T54" fmla="*/ 24 w 25"/>
                <a:gd name="T55" fmla="*/ 7 h 34"/>
                <a:gd name="T56" fmla="*/ 23 w 25"/>
                <a:gd name="T57" fmla="*/ 3 h 34"/>
                <a:gd name="T58" fmla="*/ 19 w 25"/>
                <a:gd name="T59" fmla="*/ 1 h 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25" h="34">
                  <a:moveTo>
                    <a:pt x="19" y="1"/>
                  </a:moveTo>
                  <a:cubicBezTo>
                    <a:pt x="18" y="0"/>
                    <a:pt x="15" y="0"/>
                    <a:pt x="13" y="1"/>
                  </a:cubicBezTo>
                  <a:cubicBezTo>
                    <a:pt x="11" y="1"/>
                    <a:pt x="9" y="3"/>
                    <a:pt x="8" y="5"/>
                  </a:cubicBezTo>
                  <a:cubicBezTo>
                    <a:pt x="6" y="7"/>
                    <a:pt x="4" y="10"/>
                    <a:pt x="3" y="13"/>
                  </a:cubicBezTo>
                  <a:cubicBezTo>
                    <a:pt x="2" y="16"/>
                    <a:pt x="1" y="19"/>
                    <a:pt x="1" y="22"/>
                  </a:cubicBezTo>
                  <a:cubicBezTo>
                    <a:pt x="0" y="25"/>
                    <a:pt x="1" y="27"/>
                    <a:pt x="2" y="29"/>
                  </a:cubicBezTo>
                  <a:cubicBezTo>
                    <a:pt x="3" y="31"/>
                    <a:pt x="4" y="32"/>
                    <a:pt x="6" y="33"/>
                  </a:cubicBezTo>
                  <a:cubicBezTo>
                    <a:pt x="8" y="34"/>
                    <a:pt x="9" y="34"/>
                    <a:pt x="11" y="33"/>
                  </a:cubicBezTo>
                  <a:cubicBezTo>
                    <a:pt x="13" y="33"/>
                    <a:pt x="15" y="32"/>
                    <a:pt x="17" y="31"/>
                  </a:cubicBezTo>
                  <a:cubicBezTo>
                    <a:pt x="21" y="20"/>
                    <a:pt x="21" y="20"/>
                    <a:pt x="21" y="20"/>
                  </a:cubicBezTo>
                  <a:cubicBezTo>
                    <a:pt x="13" y="17"/>
                    <a:pt x="13" y="17"/>
                    <a:pt x="13" y="17"/>
                  </a:cubicBezTo>
                  <a:cubicBezTo>
                    <a:pt x="11" y="20"/>
                    <a:pt x="11" y="20"/>
                    <a:pt x="11" y="20"/>
                  </a:cubicBezTo>
                  <a:cubicBezTo>
                    <a:pt x="17" y="22"/>
                    <a:pt x="17" y="22"/>
                    <a:pt x="17" y="22"/>
                  </a:cubicBezTo>
                  <a:cubicBezTo>
                    <a:pt x="15" y="28"/>
                    <a:pt x="15" y="28"/>
                    <a:pt x="15" y="28"/>
                  </a:cubicBezTo>
                  <a:cubicBezTo>
                    <a:pt x="14" y="29"/>
                    <a:pt x="13" y="29"/>
                    <a:pt x="12" y="29"/>
                  </a:cubicBezTo>
                  <a:cubicBezTo>
                    <a:pt x="10" y="30"/>
                    <a:pt x="9" y="30"/>
                    <a:pt x="8" y="29"/>
                  </a:cubicBezTo>
                  <a:cubicBezTo>
                    <a:pt x="6" y="29"/>
                    <a:pt x="5" y="28"/>
                    <a:pt x="5" y="26"/>
                  </a:cubicBezTo>
                  <a:cubicBezTo>
                    <a:pt x="4" y="25"/>
                    <a:pt x="3" y="23"/>
                    <a:pt x="4" y="21"/>
                  </a:cubicBezTo>
                  <a:cubicBezTo>
                    <a:pt x="4" y="19"/>
                    <a:pt x="4" y="17"/>
                    <a:pt x="6" y="14"/>
                  </a:cubicBezTo>
                  <a:cubicBezTo>
                    <a:pt x="7" y="12"/>
                    <a:pt x="8" y="10"/>
                    <a:pt x="9" y="8"/>
                  </a:cubicBezTo>
                  <a:cubicBezTo>
                    <a:pt x="10" y="7"/>
                    <a:pt x="11" y="6"/>
                    <a:pt x="11" y="5"/>
                  </a:cubicBezTo>
                  <a:cubicBezTo>
                    <a:pt x="12" y="5"/>
                    <a:pt x="13" y="4"/>
                    <a:pt x="15" y="4"/>
                  </a:cubicBezTo>
                  <a:cubicBezTo>
                    <a:pt x="16" y="4"/>
                    <a:pt x="17" y="4"/>
                    <a:pt x="18" y="4"/>
                  </a:cubicBezTo>
                  <a:cubicBezTo>
                    <a:pt x="19" y="5"/>
                    <a:pt x="20" y="5"/>
                    <a:pt x="20" y="6"/>
                  </a:cubicBezTo>
                  <a:cubicBezTo>
                    <a:pt x="21" y="7"/>
                    <a:pt x="21" y="8"/>
                    <a:pt x="21" y="9"/>
                  </a:cubicBezTo>
                  <a:cubicBezTo>
                    <a:pt x="22" y="10"/>
                    <a:pt x="21" y="11"/>
                    <a:pt x="21" y="13"/>
                  </a:cubicBezTo>
                  <a:cubicBezTo>
                    <a:pt x="24" y="13"/>
                    <a:pt x="24" y="13"/>
                    <a:pt x="24" y="13"/>
                  </a:cubicBezTo>
                  <a:cubicBezTo>
                    <a:pt x="24" y="11"/>
                    <a:pt x="25" y="9"/>
                    <a:pt x="24" y="7"/>
                  </a:cubicBezTo>
                  <a:cubicBezTo>
                    <a:pt x="24" y="6"/>
                    <a:pt x="24" y="4"/>
                    <a:pt x="23" y="3"/>
                  </a:cubicBezTo>
                  <a:cubicBezTo>
                    <a:pt x="22" y="2"/>
                    <a:pt x="21" y="1"/>
                    <a:pt x="19" y="1"/>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nchor="ctr"/>
            <a:lstStyle/>
            <a:p>
              <a:pPr algn="ctr"/>
              <a:endParaRPr>
                <a:solidFill>
                  <a:schemeClr val="accent1"/>
                </a:solidFill>
              </a:endParaRPr>
            </a:p>
          </p:txBody>
        </p:sp>
        <p:sp>
          <p:nvSpPr>
            <p:cNvPr id="48" name="ísļîdè">
              <a:extLst>
                <a:ext uri="{FF2B5EF4-FFF2-40B4-BE49-F238E27FC236}">
                  <a16:creationId xmlns:a16="http://schemas.microsoft.com/office/drawing/2014/main" xmlns="" id="{07220F38-7836-47F3-9E9B-D97FF4C01A43}"/>
                </a:ext>
              </a:extLst>
            </p:cNvPr>
            <p:cNvSpPr/>
            <p:nvPr/>
          </p:nvSpPr>
          <p:spPr bwMode="auto">
            <a:xfrm>
              <a:off x="3681266" y="1716837"/>
              <a:ext cx="45555" cy="78495"/>
            </a:xfrm>
            <a:custGeom>
              <a:avLst/>
              <a:gdLst>
                <a:gd name="T0" fmla="*/ 17 w 20"/>
                <a:gd name="T1" fmla="*/ 19 h 34"/>
                <a:gd name="T2" fmla="*/ 15 w 20"/>
                <a:gd name="T3" fmla="*/ 27 h 34"/>
                <a:gd name="T4" fmla="*/ 10 w 20"/>
                <a:gd name="T5" fmla="*/ 30 h 34"/>
                <a:gd name="T6" fmla="*/ 7 w 20"/>
                <a:gd name="T7" fmla="*/ 29 h 34"/>
                <a:gd name="T8" fmla="*/ 4 w 20"/>
                <a:gd name="T9" fmla="*/ 25 h 34"/>
                <a:gd name="T10" fmla="*/ 4 w 20"/>
                <a:gd name="T11" fmla="*/ 19 h 34"/>
                <a:gd name="T12" fmla="*/ 4 w 20"/>
                <a:gd name="T13" fmla="*/ 0 h 34"/>
                <a:gd name="T14" fmla="*/ 0 w 20"/>
                <a:gd name="T15" fmla="*/ 0 h 34"/>
                <a:gd name="T16" fmla="*/ 0 w 20"/>
                <a:gd name="T17" fmla="*/ 19 h 34"/>
                <a:gd name="T18" fmla="*/ 1 w 20"/>
                <a:gd name="T19" fmla="*/ 27 h 34"/>
                <a:gd name="T20" fmla="*/ 5 w 20"/>
                <a:gd name="T21" fmla="*/ 32 h 34"/>
                <a:gd name="T22" fmla="*/ 10 w 20"/>
                <a:gd name="T23" fmla="*/ 34 h 34"/>
                <a:gd name="T24" fmla="*/ 16 w 20"/>
                <a:gd name="T25" fmla="*/ 32 h 34"/>
                <a:gd name="T26" fmla="*/ 19 w 20"/>
                <a:gd name="T27" fmla="*/ 27 h 34"/>
                <a:gd name="T28" fmla="*/ 20 w 20"/>
                <a:gd name="T29" fmla="*/ 19 h 34"/>
                <a:gd name="T30" fmla="*/ 20 w 20"/>
                <a:gd name="T31" fmla="*/ 0 h 34"/>
                <a:gd name="T32" fmla="*/ 17 w 20"/>
                <a:gd name="T33" fmla="*/ 0 h 34"/>
                <a:gd name="T34" fmla="*/ 17 w 20"/>
                <a:gd name="T35" fmla="*/ 19 h 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20" h="34">
                  <a:moveTo>
                    <a:pt x="17" y="19"/>
                  </a:moveTo>
                  <a:cubicBezTo>
                    <a:pt x="17" y="23"/>
                    <a:pt x="16" y="26"/>
                    <a:pt x="15" y="27"/>
                  </a:cubicBezTo>
                  <a:cubicBezTo>
                    <a:pt x="14" y="29"/>
                    <a:pt x="13" y="30"/>
                    <a:pt x="10" y="30"/>
                  </a:cubicBezTo>
                  <a:cubicBezTo>
                    <a:pt x="9" y="30"/>
                    <a:pt x="8" y="29"/>
                    <a:pt x="7" y="29"/>
                  </a:cubicBezTo>
                  <a:cubicBezTo>
                    <a:pt x="6" y="28"/>
                    <a:pt x="5" y="27"/>
                    <a:pt x="4" y="25"/>
                  </a:cubicBezTo>
                  <a:cubicBezTo>
                    <a:pt x="4" y="24"/>
                    <a:pt x="4" y="22"/>
                    <a:pt x="4" y="19"/>
                  </a:cubicBezTo>
                  <a:cubicBezTo>
                    <a:pt x="4" y="0"/>
                    <a:pt x="4" y="0"/>
                    <a:pt x="4" y="0"/>
                  </a:cubicBezTo>
                  <a:cubicBezTo>
                    <a:pt x="0" y="0"/>
                    <a:pt x="0" y="0"/>
                    <a:pt x="0" y="0"/>
                  </a:cubicBezTo>
                  <a:cubicBezTo>
                    <a:pt x="0" y="19"/>
                    <a:pt x="0" y="19"/>
                    <a:pt x="0" y="19"/>
                  </a:cubicBezTo>
                  <a:cubicBezTo>
                    <a:pt x="0" y="23"/>
                    <a:pt x="1" y="25"/>
                    <a:pt x="1" y="27"/>
                  </a:cubicBezTo>
                  <a:cubicBezTo>
                    <a:pt x="2" y="29"/>
                    <a:pt x="3" y="31"/>
                    <a:pt x="5" y="32"/>
                  </a:cubicBezTo>
                  <a:cubicBezTo>
                    <a:pt x="6" y="33"/>
                    <a:pt x="8" y="34"/>
                    <a:pt x="10" y="34"/>
                  </a:cubicBezTo>
                  <a:cubicBezTo>
                    <a:pt x="13" y="34"/>
                    <a:pt x="15" y="33"/>
                    <a:pt x="16" y="32"/>
                  </a:cubicBezTo>
                  <a:cubicBezTo>
                    <a:pt x="18" y="31"/>
                    <a:pt x="19" y="29"/>
                    <a:pt x="19" y="27"/>
                  </a:cubicBezTo>
                  <a:cubicBezTo>
                    <a:pt x="20" y="25"/>
                    <a:pt x="20" y="22"/>
                    <a:pt x="20" y="19"/>
                  </a:cubicBezTo>
                  <a:cubicBezTo>
                    <a:pt x="20" y="0"/>
                    <a:pt x="20" y="0"/>
                    <a:pt x="20" y="0"/>
                  </a:cubicBezTo>
                  <a:cubicBezTo>
                    <a:pt x="17" y="0"/>
                    <a:pt x="17" y="0"/>
                    <a:pt x="17" y="0"/>
                  </a:cubicBezTo>
                  <a:lnTo>
                    <a:pt x="17" y="19"/>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nchor="ctr"/>
            <a:lstStyle/>
            <a:p>
              <a:pPr algn="ctr"/>
              <a:endParaRPr>
                <a:solidFill>
                  <a:schemeClr val="accent1"/>
                </a:solidFill>
              </a:endParaRPr>
            </a:p>
          </p:txBody>
        </p:sp>
        <p:sp>
          <p:nvSpPr>
            <p:cNvPr id="49" name="îSlíḋé">
              <a:extLst>
                <a:ext uri="{FF2B5EF4-FFF2-40B4-BE49-F238E27FC236}">
                  <a16:creationId xmlns:a16="http://schemas.microsoft.com/office/drawing/2014/main" xmlns="" id="{DEE17EEC-8386-4A4C-A0FE-9F6AD8AF4E34}"/>
                </a:ext>
              </a:extLst>
            </p:cNvPr>
            <p:cNvSpPr/>
            <p:nvPr/>
          </p:nvSpPr>
          <p:spPr bwMode="auto">
            <a:xfrm>
              <a:off x="3733829" y="1709829"/>
              <a:ext cx="55367" cy="80598"/>
            </a:xfrm>
            <a:custGeom>
              <a:avLst/>
              <a:gdLst>
                <a:gd name="T0" fmla="*/ 53 w 79"/>
                <a:gd name="T1" fmla="*/ 0 h 115"/>
                <a:gd name="T2" fmla="*/ 62 w 79"/>
                <a:gd name="T3" fmla="*/ 86 h 115"/>
                <a:gd name="T4" fmla="*/ 10 w 79"/>
                <a:gd name="T5" fmla="*/ 3 h 115"/>
                <a:gd name="T6" fmla="*/ 0 w 79"/>
                <a:gd name="T7" fmla="*/ 7 h 115"/>
                <a:gd name="T8" fmla="*/ 13 w 79"/>
                <a:gd name="T9" fmla="*/ 115 h 115"/>
                <a:gd name="T10" fmla="*/ 23 w 79"/>
                <a:gd name="T11" fmla="*/ 115 h 115"/>
                <a:gd name="T12" fmla="*/ 13 w 79"/>
                <a:gd name="T13" fmla="*/ 30 h 115"/>
                <a:gd name="T14" fmla="*/ 66 w 79"/>
                <a:gd name="T15" fmla="*/ 109 h 115"/>
                <a:gd name="T16" fmla="*/ 79 w 79"/>
                <a:gd name="T17" fmla="*/ 109 h 115"/>
                <a:gd name="T18" fmla="*/ 62 w 79"/>
                <a:gd name="T19" fmla="*/ 0 h 115"/>
                <a:gd name="T20" fmla="*/ 53 w 79"/>
                <a:gd name="T21" fmla="*/ 0 h 1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79" h="115">
                  <a:moveTo>
                    <a:pt x="53" y="0"/>
                  </a:moveTo>
                  <a:lnTo>
                    <a:pt x="62" y="86"/>
                  </a:lnTo>
                  <a:lnTo>
                    <a:pt x="10" y="3"/>
                  </a:lnTo>
                  <a:lnTo>
                    <a:pt x="0" y="7"/>
                  </a:lnTo>
                  <a:lnTo>
                    <a:pt x="13" y="115"/>
                  </a:lnTo>
                  <a:lnTo>
                    <a:pt x="23" y="115"/>
                  </a:lnTo>
                  <a:lnTo>
                    <a:pt x="13" y="30"/>
                  </a:lnTo>
                  <a:lnTo>
                    <a:pt x="66" y="109"/>
                  </a:lnTo>
                  <a:lnTo>
                    <a:pt x="79" y="109"/>
                  </a:lnTo>
                  <a:lnTo>
                    <a:pt x="62" y="0"/>
                  </a:lnTo>
                  <a:lnTo>
                    <a:pt x="53" y="0"/>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nchor="ctr"/>
            <a:lstStyle/>
            <a:p>
              <a:pPr algn="ctr"/>
              <a:endParaRPr>
                <a:solidFill>
                  <a:schemeClr val="accent1"/>
                </a:solidFill>
              </a:endParaRPr>
            </a:p>
          </p:txBody>
        </p:sp>
        <p:sp>
          <p:nvSpPr>
            <p:cNvPr id="50" name="íŝ1ïḓê">
              <a:extLst>
                <a:ext uri="{FF2B5EF4-FFF2-40B4-BE49-F238E27FC236}">
                  <a16:creationId xmlns:a16="http://schemas.microsoft.com/office/drawing/2014/main" xmlns="" id="{DB03FF16-16F3-43E0-B974-E022981DCECC}"/>
                </a:ext>
              </a:extLst>
            </p:cNvPr>
            <p:cNvSpPr/>
            <p:nvPr/>
          </p:nvSpPr>
          <p:spPr bwMode="auto">
            <a:xfrm>
              <a:off x="3782188" y="1695812"/>
              <a:ext cx="32239" cy="76393"/>
            </a:xfrm>
            <a:custGeom>
              <a:avLst/>
              <a:gdLst>
                <a:gd name="T0" fmla="*/ 0 w 46"/>
                <a:gd name="T1" fmla="*/ 4 h 109"/>
                <a:gd name="T2" fmla="*/ 36 w 46"/>
                <a:gd name="T3" fmla="*/ 109 h 109"/>
                <a:gd name="T4" fmla="*/ 46 w 46"/>
                <a:gd name="T5" fmla="*/ 106 h 109"/>
                <a:gd name="T6" fmla="*/ 10 w 46"/>
                <a:gd name="T7" fmla="*/ 0 h 109"/>
                <a:gd name="T8" fmla="*/ 0 w 46"/>
                <a:gd name="T9" fmla="*/ 4 h 109"/>
              </a:gdLst>
              <a:ahLst/>
              <a:cxnLst>
                <a:cxn ang="0">
                  <a:pos x="T0" y="T1"/>
                </a:cxn>
                <a:cxn ang="0">
                  <a:pos x="T2" y="T3"/>
                </a:cxn>
                <a:cxn ang="0">
                  <a:pos x="T4" y="T5"/>
                </a:cxn>
                <a:cxn ang="0">
                  <a:pos x="T6" y="T7"/>
                </a:cxn>
                <a:cxn ang="0">
                  <a:pos x="T8" y="T9"/>
                </a:cxn>
              </a:cxnLst>
              <a:rect l="0" t="0" r="r" b="b"/>
              <a:pathLst>
                <a:path w="46" h="109">
                  <a:moveTo>
                    <a:pt x="0" y="4"/>
                  </a:moveTo>
                  <a:lnTo>
                    <a:pt x="36" y="109"/>
                  </a:lnTo>
                  <a:lnTo>
                    <a:pt x="46" y="106"/>
                  </a:lnTo>
                  <a:lnTo>
                    <a:pt x="10" y="0"/>
                  </a:lnTo>
                  <a:lnTo>
                    <a:pt x="0" y="4"/>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nchor="ctr"/>
            <a:lstStyle/>
            <a:p>
              <a:pPr algn="ctr"/>
              <a:endParaRPr>
                <a:solidFill>
                  <a:schemeClr val="accent1"/>
                </a:solidFill>
              </a:endParaRPr>
            </a:p>
          </p:txBody>
        </p:sp>
        <p:sp>
          <p:nvSpPr>
            <p:cNvPr id="51" name="ï$ľíḑè">
              <a:extLst>
                <a:ext uri="{FF2B5EF4-FFF2-40B4-BE49-F238E27FC236}">
                  <a16:creationId xmlns:a16="http://schemas.microsoft.com/office/drawing/2014/main" xmlns="" id="{4B904737-97B1-4C82-B8C8-B1C8DDCC69FB}"/>
                </a:ext>
              </a:extLst>
            </p:cNvPr>
            <p:cNvSpPr/>
            <p:nvPr/>
          </p:nvSpPr>
          <p:spPr bwMode="auto">
            <a:xfrm>
              <a:off x="3793401" y="1679692"/>
              <a:ext cx="55367" cy="83401"/>
            </a:xfrm>
            <a:custGeom>
              <a:avLst/>
              <a:gdLst>
                <a:gd name="T0" fmla="*/ 17 w 24"/>
                <a:gd name="T1" fmla="*/ 1 h 36"/>
                <a:gd name="T2" fmla="*/ 20 w 24"/>
                <a:gd name="T3" fmla="*/ 26 h 36"/>
                <a:gd name="T4" fmla="*/ 21 w 24"/>
                <a:gd name="T5" fmla="*/ 32 h 36"/>
                <a:gd name="T6" fmla="*/ 18 w 24"/>
                <a:gd name="T7" fmla="*/ 27 h 36"/>
                <a:gd name="T8" fmla="*/ 3 w 24"/>
                <a:gd name="T9" fmla="*/ 7 h 36"/>
                <a:gd name="T10" fmla="*/ 0 w 24"/>
                <a:gd name="T11" fmla="*/ 8 h 36"/>
                <a:gd name="T12" fmla="*/ 21 w 24"/>
                <a:gd name="T13" fmla="*/ 36 h 36"/>
                <a:gd name="T14" fmla="*/ 24 w 24"/>
                <a:gd name="T15" fmla="*/ 35 h 36"/>
                <a:gd name="T16" fmla="*/ 19 w 24"/>
                <a:gd name="T17" fmla="*/ 0 h 36"/>
                <a:gd name="T18" fmla="*/ 17 w 24"/>
                <a:gd name="T19" fmla="*/ 1 h 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4" h="36">
                  <a:moveTo>
                    <a:pt x="17" y="1"/>
                  </a:moveTo>
                  <a:cubicBezTo>
                    <a:pt x="20" y="26"/>
                    <a:pt x="20" y="26"/>
                    <a:pt x="20" y="26"/>
                  </a:cubicBezTo>
                  <a:cubicBezTo>
                    <a:pt x="20" y="28"/>
                    <a:pt x="21" y="30"/>
                    <a:pt x="21" y="32"/>
                  </a:cubicBezTo>
                  <a:cubicBezTo>
                    <a:pt x="20" y="30"/>
                    <a:pt x="19" y="29"/>
                    <a:pt x="18" y="27"/>
                  </a:cubicBezTo>
                  <a:cubicBezTo>
                    <a:pt x="3" y="7"/>
                    <a:pt x="3" y="7"/>
                    <a:pt x="3" y="7"/>
                  </a:cubicBezTo>
                  <a:cubicBezTo>
                    <a:pt x="0" y="8"/>
                    <a:pt x="0" y="8"/>
                    <a:pt x="0" y="8"/>
                  </a:cubicBezTo>
                  <a:cubicBezTo>
                    <a:pt x="21" y="36"/>
                    <a:pt x="21" y="36"/>
                    <a:pt x="21" y="36"/>
                  </a:cubicBezTo>
                  <a:cubicBezTo>
                    <a:pt x="24" y="35"/>
                    <a:pt x="24" y="35"/>
                    <a:pt x="24" y="35"/>
                  </a:cubicBezTo>
                  <a:cubicBezTo>
                    <a:pt x="19" y="0"/>
                    <a:pt x="19" y="0"/>
                    <a:pt x="19" y="0"/>
                  </a:cubicBezTo>
                  <a:lnTo>
                    <a:pt x="17" y="1"/>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nchor="ctr"/>
            <a:lstStyle/>
            <a:p>
              <a:pPr algn="ctr"/>
              <a:endParaRPr>
                <a:solidFill>
                  <a:schemeClr val="accent1"/>
                </a:solidFill>
              </a:endParaRPr>
            </a:p>
          </p:txBody>
        </p:sp>
        <p:sp>
          <p:nvSpPr>
            <p:cNvPr id="52" name="ïṧ1íḓè">
              <a:extLst>
                <a:ext uri="{FF2B5EF4-FFF2-40B4-BE49-F238E27FC236}">
                  <a16:creationId xmlns:a16="http://schemas.microsoft.com/office/drawing/2014/main" xmlns="" id="{A9473D46-7841-4FCA-89D8-A4FFA2A2A92A}"/>
                </a:ext>
              </a:extLst>
            </p:cNvPr>
            <p:cNvSpPr/>
            <p:nvPr/>
          </p:nvSpPr>
          <p:spPr bwMode="auto">
            <a:xfrm>
              <a:off x="3843863" y="1661470"/>
              <a:ext cx="68683" cy="78495"/>
            </a:xfrm>
            <a:custGeom>
              <a:avLst/>
              <a:gdLst>
                <a:gd name="T0" fmla="*/ 62 w 98"/>
                <a:gd name="T1" fmla="*/ 99 h 112"/>
                <a:gd name="T2" fmla="*/ 40 w 98"/>
                <a:gd name="T3" fmla="*/ 66 h 112"/>
                <a:gd name="T4" fmla="*/ 66 w 98"/>
                <a:gd name="T5" fmla="*/ 49 h 112"/>
                <a:gd name="T6" fmla="*/ 59 w 98"/>
                <a:gd name="T7" fmla="*/ 39 h 112"/>
                <a:gd name="T8" fmla="*/ 33 w 98"/>
                <a:gd name="T9" fmla="*/ 56 h 112"/>
                <a:gd name="T10" fmla="*/ 13 w 98"/>
                <a:gd name="T11" fmla="*/ 26 h 112"/>
                <a:gd name="T12" fmla="*/ 40 w 98"/>
                <a:gd name="T13" fmla="*/ 10 h 112"/>
                <a:gd name="T14" fmla="*/ 33 w 98"/>
                <a:gd name="T15" fmla="*/ 0 h 112"/>
                <a:gd name="T16" fmla="*/ 0 w 98"/>
                <a:gd name="T17" fmla="*/ 20 h 112"/>
                <a:gd name="T18" fmla="*/ 62 w 98"/>
                <a:gd name="T19" fmla="*/ 112 h 112"/>
                <a:gd name="T20" fmla="*/ 98 w 98"/>
                <a:gd name="T21" fmla="*/ 92 h 112"/>
                <a:gd name="T22" fmla="*/ 89 w 98"/>
                <a:gd name="T23" fmla="*/ 79 h 112"/>
                <a:gd name="T24" fmla="*/ 62 w 98"/>
                <a:gd name="T25" fmla="*/ 99 h 1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98" h="112">
                  <a:moveTo>
                    <a:pt x="62" y="99"/>
                  </a:moveTo>
                  <a:lnTo>
                    <a:pt x="40" y="66"/>
                  </a:lnTo>
                  <a:lnTo>
                    <a:pt x="66" y="49"/>
                  </a:lnTo>
                  <a:lnTo>
                    <a:pt x="59" y="39"/>
                  </a:lnTo>
                  <a:lnTo>
                    <a:pt x="33" y="56"/>
                  </a:lnTo>
                  <a:lnTo>
                    <a:pt x="13" y="26"/>
                  </a:lnTo>
                  <a:lnTo>
                    <a:pt x="40" y="10"/>
                  </a:lnTo>
                  <a:lnTo>
                    <a:pt x="33" y="0"/>
                  </a:lnTo>
                  <a:lnTo>
                    <a:pt x="0" y="20"/>
                  </a:lnTo>
                  <a:lnTo>
                    <a:pt x="62" y="112"/>
                  </a:lnTo>
                  <a:lnTo>
                    <a:pt x="98" y="92"/>
                  </a:lnTo>
                  <a:lnTo>
                    <a:pt x="89" y="79"/>
                  </a:lnTo>
                  <a:lnTo>
                    <a:pt x="62" y="99"/>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nchor="ctr"/>
            <a:lstStyle/>
            <a:p>
              <a:pPr algn="ctr"/>
              <a:endParaRPr>
                <a:solidFill>
                  <a:schemeClr val="accent1"/>
                </a:solidFill>
              </a:endParaRPr>
            </a:p>
          </p:txBody>
        </p:sp>
        <p:sp>
          <p:nvSpPr>
            <p:cNvPr id="53" name="işļïḑê">
              <a:extLst>
                <a:ext uri="{FF2B5EF4-FFF2-40B4-BE49-F238E27FC236}">
                  <a16:creationId xmlns:a16="http://schemas.microsoft.com/office/drawing/2014/main" xmlns="" id="{2483334C-7564-4846-829E-F060A4E46BEE}"/>
                </a:ext>
              </a:extLst>
            </p:cNvPr>
            <p:cNvSpPr/>
            <p:nvPr/>
          </p:nvSpPr>
          <p:spPr bwMode="auto">
            <a:xfrm>
              <a:off x="3876102" y="1636239"/>
              <a:ext cx="82700" cy="78495"/>
            </a:xfrm>
            <a:custGeom>
              <a:avLst/>
              <a:gdLst>
                <a:gd name="T0" fmla="*/ 22 w 36"/>
                <a:gd name="T1" fmla="*/ 16 h 34"/>
                <a:gd name="T2" fmla="*/ 20 w 36"/>
                <a:gd name="T3" fmla="*/ 16 h 34"/>
                <a:gd name="T4" fmla="*/ 22 w 36"/>
                <a:gd name="T5" fmla="*/ 11 h 34"/>
                <a:gd name="T6" fmla="*/ 19 w 36"/>
                <a:gd name="T7" fmla="*/ 5 h 34"/>
                <a:gd name="T8" fmla="*/ 15 w 36"/>
                <a:gd name="T9" fmla="*/ 2 h 34"/>
                <a:gd name="T10" fmla="*/ 12 w 36"/>
                <a:gd name="T11" fmla="*/ 0 h 34"/>
                <a:gd name="T12" fmla="*/ 8 w 36"/>
                <a:gd name="T13" fmla="*/ 2 h 34"/>
                <a:gd name="T14" fmla="*/ 0 w 36"/>
                <a:gd name="T15" fmla="*/ 7 h 34"/>
                <a:gd name="T16" fmla="*/ 21 w 36"/>
                <a:gd name="T17" fmla="*/ 34 h 34"/>
                <a:gd name="T18" fmla="*/ 23 w 36"/>
                <a:gd name="T19" fmla="*/ 33 h 34"/>
                <a:gd name="T20" fmla="*/ 14 w 36"/>
                <a:gd name="T21" fmla="*/ 21 h 34"/>
                <a:gd name="T22" fmla="*/ 16 w 36"/>
                <a:gd name="T23" fmla="*/ 19 h 34"/>
                <a:gd name="T24" fmla="*/ 18 w 36"/>
                <a:gd name="T25" fmla="*/ 18 h 34"/>
                <a:gd name="T26" fmla="*/ 19 w 36"/>
                <a:gd name="T27" fmla="*/ 18 h 34"/>
                <a:gd name="T28" fmla="*/ 22 w 36"/>
                <a:gd name="T29" fmla="*/ 19 h 34"/>
                <a:gd name="T30" fmla="*/ 26 w 36"/>
                <a:gd name="T31" fmla="*/ 22 h 34"/>
                <a:gd name="T32" fmla="*/ 33 w 36"/>
                <a:gd name="T33" fmla="*/ 26 h 34"/>
                <a:gd name="T34" fmla="*/ 36 w 36"/>
                <a:gd name="T35" fmla="*/ 24 h 34"/>
                <a:gd name="T36" fmla="*/ 27 w 36"/>
                <a:gd name="T37" fmla="*/ 19 h 34"/>
                <a:gd name="T38" fmla="*/ 22 w 36"/>
                <a:gd name="T39" fmla="*/ 16 h 34"/>
                <a:gd name="T40" fmla="*/ 18 w 36"/>
                <a:gd name="T41" fmla="*/ 12 h 34"/>
                <a:gd name="T42" fmla="*/ 16 w 36"/>
                <a:gd name="T43" fmla="*/ 14 h 34"/>
                <a:gd name="T44" fmla="*/ 12 w 36"/>
                <a:gd name="T45" fmla="*/ 18 h 34"/>
                <a:gd name="T46" fmla="*/ 5 w 36"/>
                <a:gd name="T47" fmla="*/ 9 h 34"/>
                <a:gd name="T48" fmla="*/ 10 w 36"/>
                <a:gd name="T49" fmla="*/ 5 h 34"/>
                <a:gd name="T50" fmla="*/ 14 w 36"/>
                <a:gd name="T51" fmla="*/ 4 h 34"/>
                <a:gd name="T52" fmla="*/ 17 w 36"/>
                <a:gd name="T53" fmla="*/ 7 h 34"/>
                <a:gd name="T54" fmla="*/ 18 w 36"/>
                <a:gd name="T55" fmla="*/ 10 h 34"/>
                <a:gd name="T56" fmla="*/ 18 w 36"/>
                <a:gd name="T57" fmla="*/ 12 h 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36" h="34">
                  <a:moveTo>
                    <a:pt x="22" y="16"/>
                  </a:moveTo>
                  <a:cubicBezTo>
                    <a:pt x="22" y="16"/>
                    <a:pt x="21" y="16"/>
                    <a:pt x="20" y="16"/>
                  </a:cubicBezTo>
                  <a:cubicBezTo>
                    <a:pt x="21" y="14"/>
                    <a:pt x="22" y="13"/>
                    <a:pt x="22" y="11"/>
                  </a:cubicBezTo>
                  <a:cubicBezTo>
                    <a:pt x="22" y="9"/>
                    <a:pt x="21" y="7"/>
                    <a:pt x="19" y="5"/>
                  </a:cubicBezTo>
                  <a:cubicBezTo>
                    <a:pt x="18" y="4"/>
                    <a:pt x="17" y="3"/>
                    <a:pt x="15" y="2"/>
                  </a:cubicBezTo>
                  <a:cubicBezTo>
                    <a:pt x="14" y="1"/>
                    <a:pt x="13" y="0"/>
                    <a:pt x="12" y="0"/>
                  </a:cubicBezTo>
                  <a:cubicBezTo>
                    <a:pt x="11" y="0"/>
                    <a:pt x="9" y="1"/>
                    <a:pt x="8" y="2"/>
                  </a:cubicBezTo>
                  <a:cubicBezTo>
                    <a:pt x="0" y="7"/>
                    <a:pt x="0" y="7"/>
                    <a:pt x="0" y="7"/>
                  </a:cubicBezTo>
                  <a:cubicBezTo>
                    <a:pt x="21" y="34"/>
                    <a:pt x="21" y="34"/>
                    <a:pt x="21" y="34"/>
                  </a:cubicBezTo>
                  <a:cubicBezTo>
                    <a:pt x="23" y="33"/>
                    <a:pt x="23" y="33"/>
                    <a:pt x="23" y="33"/>
                  </a:cubicBezTo>
                  <a:cubicBezTo>
                    <a:pt x="14" y="21"/>
                    <a:pt x="14" y="21"/>
                    <a:pt x="14" y="21"/>
                  </a:cubicBezTo>
                  <a:cubicBezTo>
                    <a:pt x="16" y="19"/>
                    <a:pt x="16" y="19"/>
                    <a:pt x="16" y="19"/>
                  </a:cubicBezTo>
                  <a:cubicBezTo>
                    <a:pt x="17" y="19"/>
                    <a:pt x="17" y="18"/>
                    <a:pt x="18" y="18"/>
                  </a:cubicBezTo>
                  <a:cubicBezTo>
                    <a:pt x="18" y="18"/>
                    <a:pt x="19" y="18"/>
                    <a:pt x="19" y="18"/>
                  </a:cubicBezTo>
                  <a:cubicBezTo>
                    <a:pt x="20" y="18"/>
                    <a:pt x="21" y="19"/>
                    <a:pt x="22" y="19"/>
                  </a:cubicBezTo>
                  <a:cubicBezTo>
                    <a:pt x="23" y="20"/>
                    <a:pt x="24" y="21"/>
                    <a:pt x="26" y="22"/>
                  </a:cubicBezTo>
                  <a:cubicBezTo>
                    <a:pt x="33" y="26"/>
                    <a:pt x="33" y="26"/>
                    <a:pt x="33" y="26"/>
                  </a:cubicBezTo>
                  <a:cubicBezTo>
                    <a:pt x="36" y="24"/>
                    <a:pt x="36" y="24"/>
                    <a:pt x="36" y="24"/>
                  </a:cubicBezTo>
                  <a:cubicBezTo>
                    <a:pt x="27" y="19"/>
                    <a:pt x="27" y="19"/>
                    <a:pt x="27" y="19"/>
                  </a:cubicBezTo>
                  <a:cubicBezTo>
                    <a:pt x="25" y="18"/>
                    <a:pt x="24" y="17"/>
                    <a:pt x="22" y="16"/>
                  </a:cubicBezTo>
                  <a:close/>
                  <a:moveTo>
                    <a:pt x="18" y="12"/>
                  </a:moveTo>
                  <a:cubicBezTo>
                    <a:pt x="18" y="13"/>
                    <a:pt x="17" y="14"/>
                    <a:pt x="16" y="14"/>
                  </a:cubicBezTo>
                  <a:cubicBezTo>
                    <a:pt x="12" y="18"/>
                    <a:pt x="12" y="18"/>
                    <a:pt x="12" y="18"/>
                  </a:cubicBezTo>
                  <a:cubicBezTo>
                    <a:pt x="5" y="9"/>
                    <a:pt x="5" y="9"/>
                    <a:pt x="5" y="9"/>
                  </a:cubicBezTo>
                  <a:cubicBezTo>
                    <a:pt x="10" y="5"/>
                    <a:pt x="10" y="5"/>
                    <a:pt x="10" y="5"/>
                  </a:cubicBezTo>
                  <a:cubicBezTo>
                    <a:pt x="11" y="4"/>
                    <a:pt x="13" y="4"/>
                    <a:pt x="14" y="4"/>
                  </a:cubicBezTo>
                  <a:cubicBezTo>
                    <a:pt x="15" y="5"/>
                    <a:pt x="16" y="6"/>
                    <a:pt x="17" y="7"/>
                  </a:cubicBezTo>
                  <a:cubicBezTo>
                    <a:pt x="18" y="8"/>
                    <a:pt x="18" y="9"/>
                    <a:pt x="18" y="10"/>
                  </a:cubicBezTo>
                  <a:cubicBezTo>
                    <a:pt x="19" y="11"/>
                    <a:pt x="19" y="11"/>
                    <a:pt x="18" y="12"/>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nchor="ctr"/>
            <a:lstStyle/>
            <a:p>
              <a:pPr algn="ctr"/>
              <a:endParaRPr>
                <a:solidFill>
                  <a:schemeClr val="accent1"/>
                </a:solidFill>
              </a:endParaRPr>
            </a:p>
          </p:txBody>
        </p:sp>
        <p:sp>
          <p:nvSpPr>
            <p:cNvPr id="54" name="îŝ1îdé">
              <a:extLst>
                <a:ext uri="{FF2B5EF4-FFF2-40B4-BE49-F238E27FC236}">
                  <a16:creationId xmlns:a16="http://schemas.microsoft.com/office/drawing/2014/main" xmlns="" id="{6DC9F55D-A216-44AB-9A83-609EBE4FD204}"/>
                </a:ext>
              </a:extLst>
            </p:cNvPr>
            <p:cNvSpPr/>
            <p:nvPr/>
          </p:nvSpPr>
          <p:spPr bwMode="auto">
            <a:xfrm>
              <a:off x="3915349" y="1611009"/>
              <a:ext cx="77794" cy="61675"/>
            </a:xfrm>
            <a:custGeom>
              <a:avLst/>
              <a:gdLst>
                <a:gd name="T0" fmla="*/ 28 w 34"/>
                <a:gd name="T1" fmla="*/ 10 h 27"/>
                <a:gd name="T2" fmla="*/ 24 w 34"/>
                <a:gd name="T3" fmla="*/ 8 h 27"/>
                <a:gd name="T4" fmla="*/ 19 w 34"/>
                <a:gd name="T5" fmla="*/ 9 h 27"/>
                <a:gd name="T6" fmla="*/ 14 w 34"/>
                <a:gd name="T7" fmla="*/ 12 h 27"/>
                <a:gd name="T8" fmla="*/ 10 w 34"/>
                <a:gd name="T9" fmla="*/ 14 h 27"/>
                <a:gd name="T10" fmla="*/ 7 w 34"/>
                <a:gd name="T11" fmla="*/ 13 h 27"/>
                <a:gd name="T12" fmla="*/ 4 w 34"/>
                <a:gd name="T13" fmla="*/ 10 h 27"/>
                <a:gd name="T14" fmla="*/ 5 w 34"/>
                <a:gd name="T15" fmla="*/ 6 h 27"/>
                <a:gd name="T16" fmla="*/ 9 w 34"/>
                <a:gd name="T17" fmla="*/ 4 h 27"/>
                <a:gd name="T18" fmla="*/ 14 w 34"/>
                <a:gd name="T19" fmla="*/ 5 h 27"/>
                <a:gd name="T20" fmla="*/ 15 w 34"/>
                <a:gd name="T21" fmla="*/ 3 h 27"/>
                <a:gd name="T22" fmla="*/ 10 w 34"/>
                <a:gd name="T23" fmla="*/ 1 h 27"/>
                <a:gd name="T24" fmla="*/ 5 w 34"/>
                <a:gd name="T25" fmla="*/ 1 h 27"/>
                <a:gd name="T26" fmla="*/ 2 w 34"/>
                <a:gd name="T27" fmla="*/ 4 h 27"/>
                <a:gd name="T28" fmla="*/ 0 w 34"/>
                <a:gd name="T29" fmla="*/ 8 h 27"/>
                <a:gd name="T30" fmla="*/ 2 w 34"/>
                <a:gd name="T31" fmla="*/ 13 h 27"/>
                <a:gd name="T32" fmla="*/ 5 w 34"/>
                <a:gd name="T33" fmla="*/ 16 h 27"/>
                <a:gd name="T34" fmla="*/ 9 w 34"/>
                <a:gd name="T35" fmla="*/ 18 h 27"/>
                <a:gd name="T36" fmla="*/ 14 w 34"/>
                <a:gd name="T37" fmla="*/ 17 h 27"/>
                <a:gd name="T38" fmla="*/ 18 w 34"/>
                <a:gd name="T39" fmla="*/ 15 h 27"/>
                <a:gd name="T40" fmla="*/ 21 w 34"/>
                <a:gd name="T41" fmla="*/ 12 h 27"/>
                <a:gd name="T42" fmla="*/ 24 w 34"/>
                <a:gd name="T43" fmla="*/ 11 h 27"/>
                <a:gd name="T44" fmla="*/ 27 w 34"/>
                <a:gd name="T45" fmla="*/ 12 h 27"/>
                <a:gd name="T46" fmla="*/ 29 w 34"/>
                <a:gd name="T47" fmla="*/ 14 h 27"/>
                <a:gd name="T48" fmla="*/ 30 w 34"/>
                <a:gd name="T49" fmla="*/ 17 h 27"/>
                <a:gd name="T50" fmla="*/ 29 w 34"/>
                <a:gd name="T51" fmla="*/ 20 h 27"/>
                <a:gd name="T52" fmla="*/ 26 w 34"/>
                <a:gd name="T53" fmla="*/ 22 h 27"/>
                <a:gd name="T54" fmla="*/ 23 w 34"/>
                <a:gd name="T55" fmla="*/ 23 h 27"/>
                <a:gd name="T56" fmla="*/ 19 w 34"/>
                <a:gd name="T57" fmla="*/ 22 h 27"/>
                <a:gd name="T58" fmla="*/ 17 w 34"/>
                <a:gd name="T59" fmla="*/ 24 h 27"/>
                <a:gd name="T60" fmla="*/ 23 w 34"/>
                <a:gd name="T61" fmla="*/ 26 h 27"/>
                <a:gd name="T62" fmla="*/ 29 w 34"/>
                <a:gd name="T63" fmla="*/ 26 h 27"/>
                <a:gd name="T64" fmla="*/ 33 w 34"/>
                <a:gd name="T65" fmla="*/ 22 h 27"/>
                <a:gd name="T66" fmla="*/ 34 w 34"/>
                <a:gd name="T67" fmla="*/ 18 h 27"/>
                <a:gd name="T68" fmla="*/ 32 w 34"/>
                <a:gd name="T69" fmla="*/ 13 h 27"/>
                <a:gd name="T70" fmla="*/ 28 w 34"/>
                <a:gd name="T71" fmla="*/ 10 h 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34" h="27">
                  <a:moveTo>
                    <a:pt x="28" y="10"/>
                  </a:moveTo>
                  <a:cubicBezTo>
                    <a:pt x="27" y="9"/>
                    <a:pt x="25" y="8"/>
                    <a:pt x="24" y="8"/>
                  </a:cubicBezTo>
                  <a:cubicBezTo>
                    <a:pt x="22" y="8"/>
                    <a:pt x="20" y="8"/>
                    <a:pt x="19" y="9"/>
                  </a:cubicBezTo>
                  <a:cubicBezTo>
                    <a:pt x="18" y="9"/>
                    <a:pt x="16" y="10"/>
                    <a:pt x="14" y="12"/>
                  </a:cubicBezTo>
                  <a:cubicBezTo>
                    <a:pt x="12" y="13"/>
                    <a:pt x="11" y="14"/>
                    <a:pt x="10" y="14"/>
                  </a:cubicBezTo>
                  <a:cubicBezTo>
                    <a:pt x="9" y="14"/>
                    <a:pt x="8" y="14"/>
                    <a:pt x="7" y="13"/>
                  </a:cubicBezTo>
                  <a:cubicBezTo>
                    <a:pt x="5" y="13"/>
                    <a:pt x="5" y="12"/>
                    <a:pt x="4" y="10"/>
                  </a:cubicBezTo>
                  <a:cubicBezTo>
                    <a:pt x="4" y="9"/>
                    <a:pt x="4" y="8"/>
                    <a:pt x="5" y="6"/>
                  </a:cubicBezTo>
                  <a:cubicBezTo>
                    <a:pt x="6" y="5"/>
                    <a:pt x="7" y="4"/>
                    <a:pt x="9" y="4"/>
                  </a:cubicBezTo>
                  <a:cubicBezTo>
                    <a:pt x="10" y="4"/>
                    <a:pt x="12" y="4"/>
                    <a:pt x="14" y="5"/>
                  </a:cubicBezTo>
                  <a:cubicBezTo>
                    <a:pt x="15" y="3"/>
                    <a:pt x="15" y="3"/>
                    <a:pt x="15" y="3"/>
                  </a:cubicBezTo>
                  <a:cubicBezTo>
                    <a:pt x="13" y="2"/>
                    <a:pt x="12" y="1"/>
                    <a:pt x="10" y="1"/>
                  </a:cubicBezTo>
                  <a:cubicBezTo>
                    <a:pt x="8" y="0"/>
                    <a:pt x="6" y="1"/>
                    <a:pt x="5" y="1"/>
                  </a:cubicBezTo>
                  <a:cubicBezTo>
                    <a:pt x="4" y="2"/>
                    <a:pt x="2" y="3"/>
                    <a:pt x="2" y="4"/>
                  </a:cubicBezTo>
                  <a:cubicBezTo>
                    <a:pt x="1" y="6"/>
                    <a:pt x="0" y="7"/>
                    <a:pt x="0" y="8"/>
                  </a:cubicBezTo>
                  <a:cubicBezTo>
                    <a:pt x="0" y="10"/>
                    <a:pt x="1" y="11"/>
                    <a:pt x="2" y="13"/>
                  </a:cubicBezTo>
                  <a:cubicBezTo>
                    <a:pt x="3" y="14"/>
                    <a:pt x="4" y="15"/>
                    <a:pt x="5" y="16"/>
                  </a:cubicBezTo>
                  <a:cubicBezTo>
                    <a:pt x="7" y="17"/>
                    <a:pt x="8" y="17"/>
                    <a:pt x="9" y="18"/>
                  </a:cubicBezTo>
                  <a:cubicBezTo>
                    <a:pt x="11" y="18"/>
                    <a:pt x="12" y="18"/>
                    <a:pt x="14" y="17"/>
                  </a:cubicBezTo>
                  <a:cubicBezTo>
                    <a:pt x="15" y="17"/>
                    <a:pt x="16" y="16"/>
                    <a:pt x="18" y="15"/>
                  </a:cubicBezTo>
                  <a:cubicBezTo>
                    <a:pt x="20" y="13"/>
                    <a:pt x="21" y="12"/>
                    <a:pt x="21" y="12"/>
                  </a:cubicBezTo>
                  <a:cubicBezTo>
                    <a:pt x="22" y="12"/>
                    <a:pt x="23" y="11"/>
                    <a:pt x="24" y="11"/>
                  </a:cubicBezTo>
                  <a:cubicBezTo>
                    <a:pt x="25" y="11"/>
                    <a:pt x="26" y="12"/>
                    <a:pt x="27" y="12"/>
                  </a:cubicBezTo>
                  <a:cubicBezTo>
                    <a:pt x="28" y="13"/>
                    <a:pt x="29" y="14"/>
                    <a:pt x="29" y="14"/>
                  </a:cubicBezTo>
                  <a:cubicBezTo>
                    <a:pt x="30" y="15"/>
                    <a:pt x="30" y="16"/>
                    <a:pt x="30" y="17"/>
                  </a:cubicBezTo>
                  <a:cubicBezTo>
                    <a:pt x="30" y="18"/>
                    <a:pt x="30" y="19"/>
                    <a:pt x="29" y="20"/>
                  </a:cubicBezTo>
                  <a:cubicBezTo>
                    <a:pt x="28" y="21"/>
                    <a:pt x="27" y="22"/>
                    <a:pt x="26" y="22"/>
                  </a:cubicBezTo>
                  <a:cubicBezTo>
                    <a:pt x="25" y="23"/>
                    <a:pt x="24" y="23"/>
                    <a:pt x="23" y="23"/>
                  </a:cubicBezTo>
                  <a:cubicBezTo>
                    <a:pt x="21" y="23"/>
                    <a:pt x="20" y="22"/>
                    <a:pt x="19" y="22"/>
                  </a:cubicBezTo>
                  <a:cubicBezTo>
                    <a:pt x="17" y="24"/>
                    <a:pt x="17" y="24"/>
                    <a:pt x="17" y="24"/>
                  </a:cubicBezTo>
                  <a:cubicBezTo>
                    <a:pt x="19" y="25"/>
                    <a:pt x="21" y="26"/>
                    <a:pt x="23" y="26"/>
                  </a:cubicBezTo>
                  <a:cubicBezTo>
                    <a:pt x="25" y="27"/>
                    <a:pt x="27" y="26"/>
                    <a:pt x="29" y="26"/>
                  </a:cubicBezTo>
                  <a:cubicBezTo>
                    <a:pt x="30" y="25"/>
                    <a:pt x="31" y="24"/>
                    <a:pt x="33" y="22"/>
                  </a:cubicBezTo>
                  <a:cubicBezTo>
                    <a:pt x="33" y="21"/>
                    <a:pt x="34" y="19"/>
                    <a:pt x="34" y="18"/>
                  </a:cubicBezTo>
                  <a:cubicBezTo>
                    <a:pt x="34" y="16"/>
                    <a:pt x="33" y="15"/>
                    <a:pt x="32" y="13"/>
                  </a:cubicBezTo>
                  <a:cubicBezTo>
                    <a:pt x="31" y="12"/>
                    <a:pt x="30" y="11"/>
                    <a:pt x="28" y="10"/>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nchor="ctr"/>
            <a:lstStyle/>
            <a:p>
              <a:pPr algn="ctr"/>
              <a:endParaRPr>
                <a:solidFill>
                  <a:schemeClr val="accent1"/>
                </a:solidFill>
              </a:endParaRPr>
            </a:p>
          </p:txBody>
        </p:sp>
        <p:sp>
          <p:nvSpPr>
            <p:cNvPr id="55" name="iṩlîḍe">
              <a:extLst>
                <a:ext uri="{FF2B5EF4-FFF2-40B4-BE49-F238E27FC236}">
                  <a16:creationId xmlns:a16="http://schemas.microsoft.com/office/drawing/2014/main" xmlns="" id="{03A64B63-485A-43D1-9889-B3A1FE8B7E53}"/>
                </a:ext>
              </a:extLst>
            </p:cNvPr>
            <p:cNvSpPr/>
            <p:nvPr/>
          </p:nvSpPr>
          <p:spPr bwMode="auto">
            <a:xfrm>
              <a:off x="3940580" y="1585778"/>
              <a:ext cx="75692" cy="43453"/>
            </a:xfrm>
            <a:custGeom>
              <a:avLst/>
              <a:gdLst>
                <a:gd name="T0" fmla="*/ 0 w 108"/>
                <a:gd name="T1" fmla="*/ 9 h 62"/>
                <a:gd name="T2" fmla="*/ 101 w 108"/>
                <a:gd name="T3" fmla="*/ 62 h 62"/>
                <a:gd name="T4" fmla="*/ 108 w 108"/>
                <a:gd name="T5" fmla="*/ 52 h 62"/>
                <a:gd name="T6" fmla="*/ 6 w 108"/>
                <a:gd name="T7" fmla="*/ 0 h 62"/>
                <a:gd name="T8" fmla="*/ 0 w 108"/>
                <a:gd name="T9" fmla="*/ 9 h 62"/>
              </a:gdLst>
              <a:ahLst/>
              <a:cxnLst>
                <a:cxn ang="0">
                  <a:pos x="T0" y="T1"/>
                </a:cxn>
                <a:cxn ang="0">
                  <a:pos x="T2" y="T3"/>
                </a:cxn>
                <a:cxn ang="0">
                  <a:pos x="T4" y="T5"/>
                </a:cxn>
                <a:cxn ang="0">
                  <a:pos x="T6" y="T7"/>
                </a:cxn>
                <a:cxn ang="0">
                  <a:pos x="T8" y="T9"/>
                </a:cxn>
              </a:cxnLst>
              <a:rect l="0" t="0" r="r" b="b"/>
              <a:pathLst>
                <a:path w="108" h="62">
                  <a:moveTo>
                    <a:pt x="0" y="9"/>
                  </a:moveTo>
                  <a:lnTo>
                    <a:pt x="101" y="62"/>
                  </a:lnTo>
                  <a:lnTo>
                    <a:pt x="108" y="52"/>
                  </a:lnTo>
                  <a:lnTo>
                    <a:pt x="6" y="0"/>
                  </a:lnTo>
                  <a:lnTo>
                    <a:pt x="0" y="9"/>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nchor="ctr"/>
            <a:lstStyle/>
            <a:p>
              <a:pPr algn="ctr"/>
              <a:endParaRPr>
                <a:solidFill>
                  <a:schemeClr val="accent1"/>
                </a:solidFill>
              </a:endParaRPr>
            </a:p>
          </p:txBody>
        </p:sp>
        <p:sp>
          <p:nvSpPr>
            <p:cNvPr id="56" name="ïṣlíḋe">
              <a:extLst>
                <a:ext uri="{FF2B5EF4-FFF2-40B4-BE49-F238E27FC236}">
                  <a16:creationId xmlns:a16="http://schemas.microsoft.com/office/drawing/2014/main" xmlns="" id="{537AA95C-199B-4B39-A19F-7F22EF40BD11}"/>
                </a:ext>
              </a:extLst>
            </p:cNvPr>
            <p:cNvSpPr/>
            <p:nvPr/>
          </p:nvSpPr>
          <p:spPr bwMode="auto">
            <a:xfrm>
              <a:off x="3951793" y="1539522"/>
              <a:ext cx="82700" cy="55367"/>
            </a:xfrm>
            <a:custGeom>
              <a:avLst/>
              <a:gdLst>
                <a:gd name="T0" fmla="*/ 39 w 118"/>
                <a:gd name="T1" fmla="*/ 6 h 79"/>
                <a:gd name="T2" fmla="*/ 26 w 118"/>
                <a:gd name="T3" fmla="*/ 0 h 79"/>
                <a:gd name="T4" fmla="*/ 0 w 118"/>
                <a:gd name="T5" fmla="*/ 52 h 79"/>
                <a:gd name="T6" fmla="*/ 13 w 118"/>
                <a:gd name="T7" fmla="*/ 59 h 79"/>
                <a:gd name="T8" fmla="*/ 23 w 118"/>
                <a:gd name="T9" fmla="*/ 36 h 79"/>
                <a:gd name="T10" fmla="*/ 115 w 118"/>
                <a:gd name="T11" fmla="*/ 79 h 79"/>
                <a:gd name="T12" fmla="*/ 118 w 118"/>
                <a:gd name="T13" fmla="*/ 69 h 79"/>
                <a:gd name="T14" fmla="*/ 26 w 118"/>
                <a:gd name="T15" fmla="*/ 29 h 79"/>
                <a:gd name="T16" fmla="*/ 39 w 118"/>
                <a:gd name="T17" fmla="*/ 6 h 7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18" h="79">
                  <a:moveTo>
                    <a:pt x="39" y="6"/>
                  </a:moveTo>
                  <a:lnTo>
                    <a:pt x="26" y="0"/>
                  </a:lnTo>
                  <a:lnTo>
                    <a:pt x="0" y="52"/>
                  </a:lnTo>
                  <a:lnTo>
                    <a:pt x="13" y="59"/>
                  </a:lnTo>
                  <a:lnTo>
                    <a:pt x="23" y="36"/>
                  </a:lnTo>
                  <a:lnTo>
                    <a:pt x="115" y="79"/>
                  </a:lnTo>
                  <a:lnTo>
                    <a:pt x="118" y="69"/>
                  </a:lnTo>
                  <a:lnTo>
                    <a:pt x="26" y="29"/>
                  </a:lnTo>
                  <a:lnTo>
                    <a:pt x="39" y="6"/>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nchor="ctr"/>
            <a:lstStyle/>
            <a:p>
              <a:pPr algn="ctr"/>
              <a:endParaRPr>
                <a:solidFill>
                  <a:schemeClr val="accent1"/>
                </a:solidFill>
              </a:endParaRPr>
            </a:p>
          </p:txBody>
        </p:sp>
        <p:sp>
          <p:nvSpPr>
            <p:cNvPr id="57" name="ísļiďè">
              <a:extLst>
                <a:ext uri="{FF2B5EF4-FFF2-40B4-BE49-F238E27FC236}">
                  <a16:creationId xmlns:a16="http://schemas.microsoft.com/office/drawing/2014/main" xmlns="" id="{CE879E64-B261-4498-A7AB-10E1FEC4F674}"/>
                </a:ext>
              </a:extLst>
            </p:cNvPr>
            <p:cNvSpPr/>
            <p:nvPr/>
          </p:nvSpPr>
          <p:spPr bwMode="auto">
            <a:xfrm>
              <a:off x="3573335" y="1604000"/>
              <a:ext cx="39248" cy="52564"/>
            </a:xfrm>
            <a:custGeom>
              <a:avLst/>
              <a:gdLst>
                <a:gd name="T0" fmla="*/ 17 w 17"/>
                <a:gd name="T1" fmla="*/ 1 h 23"/>
                <a:gd name="T2" fmla="*/ 17 w 17"/>
                <a:gd name="T3" fmla="*/ 0 h 23"/>
                <a:gd name="T4" fmla="*/ 10 w 17"/>
                <a:gd name="T5" fmla="*/ 0 h 23"/>
                <a:gd name="T6" fmla="*/ 10 w 17"/>
                <a:gd name="T7" fmla="*/ 1 h 23"/>
                <a:gd name="T8" fmla="*/ 12 w 17"/>
                <a:gd name="T9" fmla="*/ 1 h 23"/>
                <a:gd name="T10" fmla="*/ 13 w 17"/>
                <a:gd name="T11" fmla="*/ 2 h 23"/>
                <a:gd name="T12" fmla="*/ 13 w 17"/>
                <a:gd name="T13" fmla="*/ 3 h 23"/>
                <a:gd name="T14" fmla="*/ 11 w 17"/>
                <a:gd name="T15" fmla="*/ 5 h 23"/>
                <a:gd name="T16" fmla="*/ 5 w 17"/>
                <a:gd name="T17" fmla="*/ 16 h 23"/>
                <a:gd name="T18" fmla="*/ 3 w 17"/>
                <a:gd name="T19" fmla="*/ 18 h 23"/>
                <a:gd name="T20" fmla="*/ 2 w 17"/>
                <a:gd name="T21" fmla="*/ 19 h 23"/>
                <a:gd name="T22" fmla="*/ 0 w 17"/>
                <a:gd name="T23" fmla="*/ 18 h 23"/>
                <a:gd name="T24" fmla="*/ 0 w 17"/>
                <a:gd name="T25" fmla="*/ 19 h 23"/>
                <a:gd name="T26" fmla="*/ 8 w 17"/>
                <a:gd name="T27" fmla="*/ 23 h 23"/>
                <a:gd name="T28" fmla="*/ 8 w 17"/>
                <a:gd name="T29" fmla="*/ 22 h 23"/>
                <a:gd name="T30" fmla="*/ 6 w 17"/>
                <a:gd name="T31" fmla="*/ 21 h 23"/>
                <a:gd name="T32" fmla="*/ 6 w 17"/>
                <a:gd name="T33" fmla="*/ 20 h 23"/>
                <a:gd name="T34" fmla="*/ 7 w 17"/>
                <a:gd name="T35" fmla="*/ 18 h 23"/>
                <a:gd name="T36" fmla="*/ 17 w 17"/>
                <a:gd name="T37" fmla="*/ 1 h 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7" h="23">
                  <a:moveTo>
                    <a:pt x="17" y="1"/>
                  </a:moveTo>
                  <a:cubicBezTo>
                    <a:pt x="17" y="0"/>
                    <a:pt x="17" y="0"/>
                    <a:pt x="17" y="0"/>
                  </a:cubicBezTo>
                  <a:cubicBezTo>
                    <a:pt x="10" y="0"/>
                    <a:pt x="10" y="0"/>
                    <a:pt x="10" y="0"/>
                  </a:cubicBezTo>
                  <a:cubicBezTo>
                    <a:pt x="10" y="1"/>
                    <a:pt x="10" y="1"/>
                    <a:pt x="10" y="1"/>
                  </a:cubicBezTo>
                  <a:cubicBezTo>
                    <a:pt x="11" y="1"/>
                    <a:pt x="12" y="1"/>
                    <a:pt x="12" y="1"/>
                  </a:cubicBezTo>
                  <a:cubicBezTo>
                    <a:pt x="12" y="1"/>
                    <a:pt x="13" y="1"/>
                    <a:pt x="13" y="2"/>
                  </a:cubicBezTo>
                  <a:cubicBezTo>
                    <a:pt x="13" y="2"/>
                    <a:pt x="13" y="2"/>
                    <a:pt x="13" y="3"/>
                  </a:cubicBezTo>
                  <a:cubicBezTo>
                    <a:pt x="13" y="3"/>
                    <a:pt x="12" y="4"/>
                    <a:pt x="11" y="5"/>
                  </a:cubicBezTo>
                  <a:cubicBezTo>
                    <a:pt x="5" y="16"/>
                    <a:pt x="5" y="16"/>
                    <a:pt x="5" y="16"/>
                  </a:cubicBezTo>
                  <a:cubicBezTo>
                    <a:pt x="4" y="18"/>
                    <a:pt x="4" y="18"/>
                    <a:pt x="3" y="18"/>
                  </a:cubicBezTo>
                  <a:cubicBezTo>
                    <a:pt x="3" y="19"/>
                    <a:pt x="3" y="19"/>
                    <a:pt x="2" y="19"/>
                  </a:cubicBezTo>
                  <a:cubicBezTo>
                    <a:pt x="2" y="19"/>
                    <a:pt x="1" y="18"/>
                    <a:pt x="0" y="18"/>
                  </a:cubicBezTo>
                  <a:cubicBezTo>
                    <a:pt x="0" y="19"/>
                    <a:pt x="0" y="19"/>
                    <a:pt x="0" y="19"/>
                  </a:cubicBezTo>
                  <a:cubicBezTo>
                    <a:pt x="8" y="23"/>
                    <a:pt x="8" y="23"/>
                    <a:pt x="8" y="23"/>
                  </a:cubicBezTo>
                  <a:cubicBezTo>
                    <a:pt x="8" y="22"/>
                    <a:pt x="8" y="22"/>
                    <a:pt x="8" y="22"/>
                  </a:cubicBezTo>
                  <a:cubicBezTo>
                    <a:pt x="7" y="22"/>
                    <a:pt x="7" y="21"/>
                    <a:pt x="6" y="21"/>
                  </a:cubicBezTo>
                  <a:cubicBezTo>
                    <a:pt x="6" y="21"/>
                    <a:pt x="6" y="20"/>
                    <a:pt x="6" y="20"/>
                  </a:cubicBezTo>
                  <a:cubicBezTo>
                    <a:pt x="6" y="20"/>
                    <a:pt x="7" y="19"/>
                    <a:pt x="7" y="18"/>
                  </a:cubicBezTo>
                  <a:lnTo>
                    <a:pt x="17" y="1"/>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nchor="ctr"/>
            <a:lstStyle/>
            <a:p>
              <a:pPr algn="ctr"/>
              <a:endParaRPr>
                <a:solidFill>
                  <a:schemeClr val="accent1"/>
                </a:solidFill>
              </a:endParaRPr>
            </a:p>
          </p:txBody>
        </p:sp>
        <p:sp>
          <p:nvSpPr>
            <p:cNvPr id="58" name="íṡlïde">
              <a:extLst>
                <a:ext uri="{FF2B5EF4-FFF2-40B4-BE49-F238E27FC236}">
                  <a16:creationId xmlns:a16="http://schemas.microsoft.com/office/drawing/2014/main" xmlns="" id="{6E54092F-65E4-49E2-BE25-8DE102D82C63}"/>
                </a:ext>
              </a:extLst>
            </p:cNvPr>
            <p:cNvSpPr/>
            <p:nvPr/>
          </p:nvSpPr>
          <p:spPr bwMode="auto">
            <a:xfrm>
              <a:off x="3646924" y="1622223"/>
              <a:ext cx="34342" cy="57470"/>
            </a:xfrm>
            <a:custGeom>
              <a:avLst/>
              <a:gdLst>
                <a:gd name="T0" fmla="*/ 9 w 15"/>
                <a:gd name="T1" fmla="*/ 1 h 25"/>
                <a:gd name="T2" fmla="*/ 4 w 15"/>
                <a:gd name="T3" fmla="*/ 2 h 25"/>
                <a:gd name="T4" fmla="*/ 2 w 15"/>
                <a:gd name="T5" fmla="*/ 5 h 25"/>
                <a:gd name="T6" fmla="*/ 2 w 15"/>
                <a:gd name="T7" fmla="*/ 8 h 25"/>
                <a:gd name="T8" fmla="*/ 5 w 15"/>
                <a:gd name="T9" fmla="*/ 12 h 25"/>
                <a:gd name="T10" fmla="*/ 1 w 15"/>
                <a:gd name="T11" fmla="*/ 15 h 25"/>
                <a:gd name="T12" fmla="*/ 0 w 15"/>
                <a:gd name="T13" fmla="*/ 18 h 25"/>
                <a:gd name="T14" fmla="*/ 1 w 15"/>
                <a:gd name="T15" fmla="*/ 22 h 25"/>
                <a:gd name="T16" fmla="*/ 6 w 15"/>
                <a:gd name="T17" fmla="*/ 25 h 25"/>
                <a:gd name="T18" fmla="*/ 11 w 15"/>
                <a:gd name="T19" fmla="*/ 24 h 25"/>
                <a:gd name="T20" fmla="*/ 14 w 15"/>
                <a:gd name="T21" fmla="*/ 20 h 25"/>
                <a:gd name="T22" fmla="*/ 13 w 15"/>
                <a:gd name="T23" fmla="*/ 16 h 25"/>
                <a:gd name="T24" fmla="*/ 9 w 15"/>
                <a:gd name="T25" fmla="*/ 12 h 25"/>
                <a:gd name="T26" fmla="*/ 14 w 15"/>
                <a:gd name="T27" fmla="*/ 9 h 25"/>
                <a:gd name="T28" fmla="*/ 15 w 15"/>
                <a:gd name="T29" fmla="*/ 7 h 25"/>
                <a:gd name="T30" fmla="*/ 14 w 15"/>
                <a:gd name="T31" fmla="*/ 3 h 25"/>
                <a:gd name="T32" fmla="*/ 9 w 15"/>
                <a:gd name="T33" fmla="*/ 1 h 25"/>
                <a:gd name="T34" fmla="*/ 11 w 15"/>
                <a:gd name="T35" fmla="*/ 19 h 25"/>
                <a:gd name="T36" fmla="*/ 11 w 15"/>
                <a:gd name="T37" fmla="*/ 21 h 25"/>
                <a:gd name="T38" fmla="*/ 10 w 15"/>
                <a:gd name="T39" fmla="*/ 23 h 25"/>
                <a:gd name="T40" fmla="*/ 6 w 15"/>
                <a:gd name="T41" fmla="*/ 24 h 25"/>
                <a:gd name="T42" fmla="*/ 3 w 15"/>
                <a:gd name="T43" fmla="*/ 22 h 25"/>
                <a:gd name="T44" fmla="*/ 3 w 15"/>
                <a:gd name="T45" fmla="*/ 18 h 25"/>
                <a:gd name="T46" fmla="*/ 4 w 15"/>
                <a:gd name="T47" fmla="*/ 15 h 25"/>
                <a:gd name="T48" fmla="*/ 6 w 15"/>
                <a:gd name="T49" fmla="*/ 13 h 25"/>
                <a:gd name="T50" fmla="*/ 11 w 15"/>
                <a:gd name="T51" fmla="*/ 19 h 25"/>
                <a:gd name="T52" fmla="*/ 12 w 15"/>
                <a:gd name="T53" fmla="*/ 8 h 25"/>
                <a:gd name="T54" fmla="*/ 8 w 15"/>
                <a:gd name="T55" fmla="*/ 11 h 25"/>
                <a:gd name="T56" fmla="*/ 6 w 15"/>
                <a:gd name="T57" fmla="*/ 8 h 25"/>
                <a:gd name="T58" fmla="*/ 5 w 15"/>
                <a:gd name="T59" fmla="*/ 6 h 25"/>
                <a:gd name="T60" fmla="*/ 5 w 15"/>
                <a:gd name="T61" fmla="*/ 5 h 25"/>
                <a:gd name="T62" fmla="*/ 6 w 15"/>
                <a:gd name="T63" fmla="*/ 2 h 25"/>
                <a:gd name="T64" fmla="*/ 9 w 15"/>
                <a:gd name="T65" fmla="*/ 2 h 25"/>
                <a:gd name="T66" fmla="*/ 12 w 15"/>
                <a:gd name="T67" fmla="*/ 3 h 25"/>
                <a:gd name="T68" fmla="*/ 12 w 15"/>
                <a:gd name="T69" fmla="*/ 6 h 25"/>
                <a:gd name="T70" fmla="*/ 12 w 15"/>
                <a:gd name="T71" fmla="*/ 8 h 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15" h="25">
                  <a:moveTo>
                    <a:pt x="9" y="1"/>
                  </a:moveTo>
                  <a:cubicBezTo>
                    <a:pt x="7" y="0"/>
                    <a:pt x="6" y="1"/>
                    <a:pt x="4" y="2"/>
                  </a:cubicBezTo>
                  <a:cubicBezTo>
                    <a:pt x="3" y="3"/>
                    <a:pt x="2" y="4"/>
                    <a:pt x="2" y="5"/>
                  </a:cubicBezTo>
                  <a:cubicBezTo>
                    <a:pt x="2" y="6"/>
                    <a:pt x="2" y="7"/>
                    <a:pt x="2" y="8"/>
                  </a:cubicBezTo>
                  <a:cubicBezTo>
                    <a:pt x="3" y="9"/>
                    <a:pt x="4" y="11"/>
                    <a:pt x="5" y="12"/>
                  </a:cubicBezTo>
                  <a:cubicBezTo>
                    <a:pt x="4" y="13"/>
                    <a:pt x="2" y="14"/>
                    <a:pt x="1" y="15"/>
                  </a:cubicBezTo>
                  <a:cubicBezTo>
                    <a:pt x="0" y="16"/>
                    <a:pt x="0" y="17"/>
                    <a:pt x="0" y="18"/>
                  </a:cubicBezTo>
                  <a:cubicBezTo>
                    <a:pt x="0" y="19"/>
                    <a:pt x="0" y="21"/>
                    <a:pt x="1" y="22"/>
                  </a:cubicBezTo>
                  <a:cubicBezTo>
                    <a:pt x="2" y="24"/>
                    <a:pt x="4" y="24"/>
                    <a:pt x="6" y="25"/>
                  </a:cubicBezTo>
                  <a:cubicBezTo>
                    <a:pt x="8" y="25"/>
                    <a:pt x="10" y="25"/>
                    <a:pt x="11" y="24"/>
                  </a:cubicBezTo>
                  <a:cubicBezTo>
                    <a:pt x="13" y="23"/>
                    <a:pt x="14" y="21"/>
                    <a:pt x="14" y="20"/>
                  </a:cubicBezTo>
                  <a:cubicBezTo>
                    <a:pt x="14" y="18"/>
                    <a:pt x="14" y="17"/>
                    <a:pt x="13" y="16"/>
                  </a:cubicBezTo>
                  <a:cubicBezTo>
                    <a:pt x="12" y="15"/>
                    <a:pt x="11" y="14"/>
                    <a:pt x="9" y="12"/>
                  </a:cubicBezTo>
                  <a:cubicBezTo>
                    <a:pt x="11" y="11"/>
                    <a:pt x="13" y="10"/>
                    <a:pt x="14" y="9"/>
                  </a:cubicBezTo>
                  <a:cubicBezTo>
                    <a:pt x="14" y="8"/>
                    <a:pt x="15" y="7"/>
                    <a:pt x="15" y="7"/>
                  </a:cubicBezTo>
                  <a:cubicBezTo>
                    <a:pt x="15" y="5"/>
                    <a:pt x="15" y="4"/>
                    <a:pt x="14" y="3"/>
                  </a:cubicBezTo>
                  <a:cubicBezTo>
                    <a:pt x="13" y="2"/>
                    <a:pt x="11" y="1"/>
                    <a:pt x="9" y="1"/>
                  </a:cubicBezTo>
                  <a:close/>
                  <a:moveTo>
                    <a:pt x="11" y="19"/>
                  </a:moveTo>
                  <a:cubicBezTo>
                    <a:pt x="11" y="19"/>
                    <a:pt x="11" y="20"/>
                    <a:pt x="11" y="21"/>
                  </a:cubicBezTo>
                  <a:cubicBezTo>
                    <a:pt x="11" y="22"/>
                    <a:pt x="10" y="23"/>
                    <a:pt x="10" y="23"/>
                  </a:cubicBezTo>
                  <a:cubicBezTo>
                    <a:pt x="9" y="24"/>
                    <a:pt x="8" y="24"/>
                    <a:pt x="6" y="24"/>
                  </a:cubicBezTo>
                  <a:cubicBezTo>
                    <a:pt x="5" y="24"/>
                    <a:pt x="4" y="23"/>
                    <a:pt x="3" y="22"/>
                  </a:cubicBezTo>
                  <a:cubicBezTo>
                    <a:pt x="3" y="21"/>
                    <a:pt x="2" y="20"/>
                    <a:pt x="3" y="18"/>
                  </a:cubicBezTo>
                  <a:cubicBezTo>
                    <a:pt x="3" y="17"/>
                    <a:pt x="3" y="16"/>
                    <a:pt x="4" y="15"/>
                  </a:cubicBezTo>
                  <a:cubicBezTo>
                    <a:pt x="4" y="15"/>
                    <a:pt x="5" y="14"/>
                    <a:pt x="6" y="13"/>
                  </a:cubicBezTo>
                  <a:cubicBezTo>
                    <a:pt x="9" y="15"/>
                    <a:pt x="10" y="17"/>
                    <a:pt x="11" y="19"/>
                  </a:cubicBezTo>
                  <a:close/>
                  <a:moveTo>
                    <a:pt x="12" y="8"/>
                  </a:moveTo>
                  <a:cubicBezTo>
                    <a:pt x="11" y="9"/>
                    <a:pt x="10" y="10"/>
                    <a:pt x="8" y="11"/>
                  </a:cubicBezTo>
                  <a:cubicBezTo>
                    <a:pt x="6" y="8"/>
                    <a:pt x="6" y="8"/>
                    <a:pt x="6" y="8"/>
                  </a:cubicBezTo>
                  <a:cubicBezTo>
                    <a:pt x="5" y="8"/>
                    <a:pt x="5" y="7"/>
                    <a:pt x="5" y="6"/>
                  </a:cubicBezTo>
                  <a:cubicBezTo>
                    <a:pt x="5" y="6"/>
                    <a:pt x="4" y="5"/>
                    <a:pt x="5" y="5"/>
                  </a:cubicBezTo>
                  <a:cubicBezTo>
                    <a:pt x="5" y="4"/>
                    <a:pt x="5" y="3"/>
                    <a:pt x="6" y="2"/>
                  </a:cubicBezTo>
                  <a:cubicBezTo>
                    <a:pt x="7" y="2"/>
                    <a:pt x="8" y="2"/>
                    <a:pt x="9" y="2"/>
                  </a:cubicBezTo>
                  <a:cubicBezTo>
                    <a:pt x="10" y="2"/>
                    <a:pt x="11" y="2"/>
                    <a:pt x="12" y="3"/>
                  </a:cubicBezTo>
                  <a:cubicBezTo>
                    <a:pt x="12" y="4"/>
                    <a:pt x="13" y="5"/>
                    <a:pt x="12" y="6"/>
                  </a:cubicBezTo>
                  <a:cubicBezTo>
                    <a:pt x="12" y="7"/>
                    <a:pt x="12" y="8"/>
                    <a:pt x="12" y="8"/>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nchor="ctr"/>
            <a:lstStyle/>
            <a:p>
              <a:pPr algn="ctr"/>
              <a:endParaRPr>
                <a:solidFill>
                  <a:schemeClr val="accent1"/>
                </a:solidFill>
              </a:endParaRPr>
            </a:p>
          </p:txBody>
        </p:sp>
        <p:sp>
          <p:nvSpPr>
            <p:cNvPr id="59" name="iṩlide">
              <a:extLst>
                <a:ext uri="{FF2B5EF4-FFF2-40B4-BE49-F238E27FC236}">
                  <a16:creationId xmlns:a16="http://schemas.microsoft.com/office/drawing/2014/main" xmlns="" id="{EA81D8DE-B9FE-49FC-9EB5-A098D0FA08CD}"/>
                </a:ext>
              </a:extLst>
            </p:cNvPr>
            <p:cNvSpPr/>
            <p:nvPr/>
          </p:nvSpPr>
          <p:spPr bwMode="auto">
            <a:xfrm>
              <a:off x="3717710" y="1622223"/>
              <a:ext cx="37145" cy="60273"/>
            </a:xfrm>
            <a:custGeom>
              <a:avLst/>
              <a:gdLst>
                <a:gd name="T0" fmla="*/ 15 w 16"/>
                <a:gd name="T1" fmla="*/ 16 h 26"/>
                <a:gd name="T2" fmla="*/ 15 w 16"/>
                <a:gd name="T3" fmla="*/ 9 h 26"/>
                <a:gd name="T4" fmla="*/ 12 w 16"/>
                <a:gd name="T5" fmla="*/ 2 h 26"/>
                <a:gd name="T6" fmla="*/ 6 w 16"/>
                <a:gd name="T7" fmla="*/ 1 h 26"/>
                <a:gd name="T8" fmla="*/ 1 w 16"/>
                <a:gd name="T9" fmla="*/ 4 h 26"/>
                <a:gd name="T10" fmla="*/ 0 w 16"/>
                <a:gd name="T11" fmla="*/ 10 h 26"/>
                <a:gd name="T12" fmla="*/ 3 w 16"/>
                <a:gd name="T13" fmla="*/ 15 h 26"/>
                <a:gd name="T14" fmla="*/ 8 w 16"/>
                <a:gd name="T15" fmla="*/ 16 h 26"/>
                <a:gd name="T16" fmla="*/ 12 w 16"/>
                <a:gd name="T17" fmla="*/ 13 h 26"/>
                <a:gd name="T18" fmla="*/ 11 w 16"/>
                <a:gd name="T19" fmla="*/ 19 h 26"/>
                <a:gd name="T20" fmla="*/ 8 w 16"/>
                <a:gd name="T21" fmla="*/ 23 h 26"/>
                <a:gd name="T22" fmla="*/ 4 w 16"/>
                <a:gd name="T23" fmla="*/ 25 h 26"/>
                <a:gd name="T24" fmla="*/ 4 w 16"/>
                <a:gd name="T25" fmla="*/ 26 h 26"/>
                <a:gd name="T26" fmla="*/ 5 w 16"/>
                <a:gd name="T27" fmla="*/ 26 h 26"/>
                <a:gd name="T28" fmla="*/ 11 w 16"/>
                <a:gd name="T29" fmla="*/ 23 h 26"/>
                <a:gd name="T30" fmla="*/ 15 w 16"/>
                <a:gd name="T31" fmla="*/ 16 h 26"/>
                <a:gd name="T32" fmla="*/ 11 w 16"/>
                <a:gd name="T33" fmla="*/ 13 h 26"/>
                <a:gd name="T34" fmla="*/ 9 w 16"/>
                <a:gd name="T35" fmla="*/ 14 h 26"/>
                <a:gd name="T36" fmla="*/ 6 w 16"/>
                <a:gd name="T37" fmla="*/ 13 h 26"/>
                <a:gd name="T38" fmla="*/ 3 w 16"/>
                <a:gd name="T39" fmla="*/ 8 h 26"/>
                <a:gd name="T40" fmla="*/ 3 w 16"/>
                <a:gd name="T41" fmla="*/ 4 h 26"/>
                <a:gd name="T42" fmla="*/ 6 w 16"/>
                <a:gd name="T43" fmla="*/ 2 h 26"/>
                <a:gd name="T44" fmla="*/ 8 w 16"/>
                <a:gd name="T45" fmla="*/ 2 h 26"/>
                <a:gd name="T46" fmla="*/ 11 w 16"/>
                <a:gd name="T47" fmla="*/ 5 h 26"/>
                <a:gd name="T48" fmla="*/ 12 w 16"/>
                <a:gd name="T49" fmla="*/ 8 h 26"/>
                <a:gd name="T50" fmla="*/ 12 w 16"/>
                <a:gd name="T51" fmla="*/ 12 h 26"/>
                <a:gd name="T52" fmla="*/ 11 w 16"/>
                <a:gd name="T53" fmla="*/ 13 h 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16" h="26">
                  <a:moveTo>
                    <a:pt x="15" y="16"/>
                  </a:moveTo>
                  <a:cubicBezTo>
                    <a:pt x="16" y="14"/>
                    <a:pt x="16" y="11"/>
                    <a:pt x="15" y="9"/>
                  </a:cubicBezTo>
                  <a:cubicBezTo>
                    <a:pt x="15" y="6"/>
                    <a:pt x="14" y="4"/>
                    <a:pt x="12" y="2"/>
                  </a:cubicBezTo>
                  <a:cubicBezTo>
                    <a:pt x="10" y="1"/>
                    <a:pt x="8" y="0"/>
                    <a:pt x="6" y="1"/>
                  </a:cubicBezTo>
                  <a:cubicBezTo>
                    <a:pt x="4" y="1"/>
                    <a:pt x="2" y="2"/>
                    <a:pt x="1" y="4"/>
                  </a:cubicBezTo>
                  <a:cubicBezTo>
                    <a:pt x="0" y="6"/>
                    <a:pt x="0" y="8"/>
                    <a:pt x="0" y="10"/>
                  </a:cubicBezTo>
                  <a:cubicBezTo>
                    <a:pt x="1" y="12"/>
                    <a:pt x="1" y="14"/>
                    <a:pt x="3" y="15"/>
                  </a:cubicBezTo>
                  <a:cubicBezTo>
                    <a:pt x="4" y="16"/>
                    <a:pt x="6" y="16"/>
                    <a:pt x="8" y="16"/>
                  </a:cubicBezTo>
                  <a:cubicBezTo>
                    <a:pt x="9" y="16"/>
                    <a:pt x="11" y="15"/>
                    <a:pt x="12" y="13"/>
                  </a:cubicBezTo>
                  <a:cubicBezTo>
                    <a:pt x="12" y="15"/>
                    <a:pt x="12" y="17"/>
                    <a:pt x="11" y="19"/>
                  </a:cubicBezTo>
                  <a:cubicBezTo>
                    <a:pt x="10" y="21"/>
                    <a:pt x="9" y="22"/>
                    <a:pt x="8" y="23"/>
                  </a:cubicBezTo>
                  <a:cubicBezTo>
                    <a:pt x="6" y="24"/>
                    <a:pt x="5" y="25"/>
                    <a:pt x="4" y="25"/>
                  </a:cubicBezTo>
                  <a:cubicBezTo>
                    <a:pt x="4" y="26"/>
                    <a:pt x="4" y="26"/>
                    <a:pt x="4" y="26"/>
                  </a:cubicBezTo>
                  <a:cubicBezTo>
                    <a:pt x="5" y="26"/>
                    <a:pt x="5" y="26"/>
                    <a:pt x="5" y="26"/>
                  </a:cubicBezTo>
                  <a:cubicBezTo>
                    <a:pt x="7" y="25"/>
                    <a:pt x="9" y="24"/>
                    <a:pt x="11" y="23"/>
                  </a:cubicBezTo>
                  <a:cubicBezTo>
                    <a:pt x="13" y="21"/>
                    <a:pt x="14" y="19"/>
                    <a:pt x="15" y="16"/>
                  </a:cubicBezTo>
                  <a:close/>
                  <a:moveTo>
                    <a:pt x="11" y="13"/>
                  </a:moveTo>
                  <a:cubicBezTo>
                    <a:pt x="10" y="14"/>
                    <a:pt x="9" y="14"/>
                    <a:pt x="9" y="14"/>
                  </a:cubicBezTo>
                  <a:cubicBezTo>
                    <a:pt x="8" y="14"/>
                    <a:pt x="7" y="14"/>
                    <a:pt x="6" y="13"/>
                  </a:cubicBezTo>
                  <a:cubicBezTo>
                    <a:pt x="4" y="12"/>
                    <a:pt x="3" y="10"/>
                    <a:pt x="3" y="8"/>
                  </a:cubicBezTo>
                  <a:cubicBezTo>
                    <a:pt x="3" y="6"/>
                    <a:pt x="3" y="5"/>
                    <a:pt x="3" y="4"/>
                  </a:cubicBezTo>
                  <a:cubicBezTo>
                    <a:pt x="4" y="3"/>
                    <a:pt x="5" y="2"/>
                    <a:pt x="6" y="2"/>
                  </a:cubicBezTo>
                  <a:cubicBezTo>
                    <a:pt x="7" y="2"/>
                    <a:pt x="8" y="2"/>
                    <a:pt x="8" y="2"/>
                  </a:cubicBezTo>
                  <a:cubicBezTo>
                    <a:pt x="9" y="3"/>
                    <a:pt x="10" y="4"/>
                    <a:pt x="11" y="5"/>
                  </a:cubicBezTo>
                  <a:cubicBezTo>
                    <a:pt x="11" y="6"/>
                    <a:pt x="12" y="7"/>
                    <a:pt x="12" y="8"/>
                  </a:cubicBezTo>
                  <a:cubicBezTo>
                    <a:pt x="12" y="9"/>
                    <a:pt x="12" y="10"/>
                    <a:pt x="12" y="12"/>
                  </a:cubicBezTo>
                  <a:cubicBezTo>
                    <a:pt x="12" y="13"/>
                    <a:pt x="11" y="13"/>
                    <a:pt x="11" y="13"/>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nchor="ctr"/>
            <a:lstStyle/>
            <a:p>
              <a:pPr algn="ctr"/>
              <a:endParaRPr>
                <a:solidFill>
                  <a:schemeClr val="accent1"/>
                </a:solidFill>
              </a:endParaRPr>
            </a:p>
          </p:txBody>
        </p:sp>
        <p:sp>
          <p:nvSpPr>
            <p:cNvPr id="60" name="îs1ïde">
              <a:extLst>
                <a:ext uri="{FF2B5EF4-FFF2-40B4-BE49-F238E27FC236}">
                  <a16:creationId xmlns:a16="http://schemas.microsoft.com/office/drawing/2014/main" xmlns="" id="{788C296D-F696-4511-AAC8-C43522309F8B}"/>
                </a:ext>
              </a:extLst>
            </p:cNvPr>
            <p:cNvSpPr/>
            <p:nvPr/>
          </p:nvSpPr>
          <p:spPr bwMode="auto">
            <a:xfrm>
              <a:off x="3782188" y="1613112"/>
              <a:ext cx="32239" cy="57470"/>
            </a:xfrm>
            <a:custGeom>
              <a:avLst/>
              <a:gdLst>
                <a:gd name="T0" fmla="*/ 11 w 14"/>
                <a:gd name="T1" fmla="*/ 24 h 25"/>
                <a:gd name="T2" fmla="*/ 14 w 14"/>
                <a:gd name="T3" fmla="*/ 0 h 25"/>
                <a:gd name="T4" fmla="*/ 14 w 14"/>
                <a:gd name="T5" fmla="*/ 0 h 25"/>
                <a:gd name="T6" fmla="*/ 1 w 14"/>
                <a:gd name="T7" fmla="*/ 2 h 25"/>
                <a:gd name="T8" fmla="*/ 0 w 14"/>
                <a:gd name="T9" fmla="*/ 8 h 25"/>
                <a:gd name="T10" fmla="*/ 0 w 14"/>
                <a:gd name="T11" fmla="*/ 8 h 25"/>
                <a:gd name="T12" fmla="*/ 2 w 14"/>
                <a:gd name="T13" fmla="*/ 5 h 25"/>
                <a:gd name="T14" fmla="*/ 5 w 14"/>
                <a:gd name="T15" fmla="*/ 4 h 25"/>
                <a:gd name="T16" fmla="*/ 12 w 14"/>
                <a:gd name="T17" fmla="*/ 3 h 25"/>
                <a:gd name="T18" fmla="*/ 9 w 14"/>
                <a:gd name="T19" fmla="*/ 25 h 25"/>
                <a:gd name="T20" fmla="*/ 11 w 14"/>
                <a:gd name="T21" fmla="*/ 24 h 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4" h="25">
                  <a:moveTo>
                    <a:pt x="11" y="24"/>
                  </a:moveTo>
                  <a:cubicBezTo>
                    <a:pt x="14" y="0"/>
                    <a:pt x="14" y="0"/>
                    <a:pt x="14" y="0"/>
                  </a:cubicBezTo>
                  <a:cubicBezTo>
                    <a:pt x="14" y="0"/>
                    <a:pt x="14" y="0"/>
                    <a:pt x="14" y="0"/>
                  </a:cubicBezTo>
                  <a:cubicBezTo>
                    <a:pt x="1" y="2"/>
                    <a:pt x="1" y="2"/>
                    <a:pt x="1" y="2"/>
                  </a:cubicBezTo>
                  <a:cubicBezTo>
                    <a:pt x="0" y="8"/>
                    <a:pt x="0" y="8"/>
                    <a:pt x="0" y="8"/>
                  </a:cubicBezTo>
                  <a:cubicBezTo>
                    <a:pt x="0" y="8"/>
                    <a:pt x="0" y="8"/>
                    <a:pt x="0" y="8"/>
                  </a:cubicBezTo>
                  <a:cubicBezTo>
                    <a:pt x="1" y="7"/>
                    <a:pt x="1" y="6"/>
                    <a:pt x="2" y="5"/>
                  </a:cubicBezTo>
                  <a:cubicBezTo>
                    <a:pt x="3" y="5"/>
                    <a:pt x="4" y="4"/>
                    <a:pt x="5" y="4"/>
                  </a:cubicBezTo>
                  <a:cubicBezTo>
                    <a:pt x="12" y="3"/>
                    <a:pt x="12" y="3"/>
                    <a:pt x="12" y="3"/>
                  </a:cubicBezTo>
                  <a:cubicBezTo>
                    <a:pt x="9" y="25"/>
                    <a:pt x="9" y="25"/>
                    <a:pt x="9" y="25"/>
                  </a:cubicBezTo>
                  <a:lnTo>
                    <a:pt x="11" y="24"/>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nchor="ctr"/>
            <a:lstStyle/>
            <a:p>
              <a:pPr algn="ctr"/>
              <a:endParaRPr>
                <a:solidFill>
                  <a:schemeClr val="accent1"/>
                </a:solidFill>
              </a:endParaRPr>
            </a:p>
          </p:txBody>
        </p:sp>
        <p:sp>
          <p:nvSpPr>
            <p:cNvPr id="61" name="i$ľïḑe">
              <a:extLst>
                <a:ext uri="{FF2B5EF4-FFF2-40B4-BE49-F238E27FC236}">
                  <a16:creationId xmlns:a16="http://schemas.microsoft.com/office/drawing/2014/main" xmlns="" id="{7DDE60B1-D100-48B5-AEC3-C1A26AFC23D2}"/>
                </a:ext>
              </a:extLst>
            </p:cNvPr>
            <p:cNvSpPr/>
            <p:nvPr/>
          </p:nvSpPr>
          <p:spPr bwMode="auto">
            <a:xfrm>
              <a:off x="3349063" y="1294926"/>
              <a:ext cx="34342" cy="23128"/>
            </a:xfrm>
            <a:custGeom>
              <a:avLst/>
              <a:gdLst>
                <a:gd name="T0" fmla="*/ 8 w 15"/>
                <a:gd name="T1" fmla="*/ 7 h 10"/>
                <a:gd name="T2" fmla="*/ 12 w 15"/>
                <a:gd name="T3" fmla="*/ 10 h 10"/>
                <a:gd name="T4" fmla="*/ 14 w 15"/>
                <a:gd name="T5" fmla="*/ 3 h 10"/>
                <a:gd name="T6" fmla="*/ 10 w 15"/>
                <a:gd name="T7" fmla="*/ 0 h 10"/>
                <a:gd name="T8" fmla="*/ 0 w 15"/>
                <a:gd name="T9" fmla="*/ 2 h 10"/>
                <a:gd name="T10" fmla="*/ 8 w 15"/>
                <a:gd name="T11" fmla="*/ 7 h 10"/>
              </a:gdLst>
              <a:ahLst/>
              <a:cxnLst>
                <a:cxn ang="0">
                  <a:pos x="T0" y="T1"/>
                </a:cxn>
                <a:cxn ang="0">
                  <a:pos x="T2" y="T3"/>
                </a:cxn>
                <a:cxn ang="0">
                  <a:pos x="T4" y="T5"/>
                </a:cxn>
                <a:cxn ang="0">
                  <a:pos x="T6" y="T7"/>
                </a:cxn>
                <a:cxn ang="0">
                  <a:pos x="T8" y="T9"/>
                </a:cxn>
                <a:cxn ang="0">
                  <a:pos x="T10" y="T11"/>
                </a:cxn>
              </a:cxnLst>
              <a:rect l="0" t="0" r="r" b="b"/>
              <a:pathLst>
                <a:path w="15" h="10">
                  <a:moveTo>
                    <a:pt x="8" y="7"/>
                  </a:moveTo>
                  <a:cubicBezTo>
                    <a:pt x="12" y="10"/>
                    <a:pt x="12" y="10"/>
                    <a:pt x="12" y="10"/>
                  </a:cubicBezTo>
                  <a:cubicBezTo>
                    <a:pt x="12" y="7"/>
                    <a:pt x="15" y="5"/>
                    <a:pt x="14" y="3"/>
                  </a:cubicBezTo>
                  <a:cubicBezTo>
                    <a:pt x="10" y="0"/>
                    <a:pt x="10" y="0"/>
                    <a:pt x="10" y="0"/>
                  </a:cubicBezTo>
                  <a:cubicBezTo>
                    <a:pt x="7" y="0"/>
                    <a:pt x="3" y="0"/>
                    <a:pt x="0" y="2"/>
                  </a:cubicBezTo>
                  <a:cubicBezTo>
                    <a:pt x="1" y="4"/>
                    <a:pt x="4" y="8"/>
                    <a:pt x="8" y="7"/>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nchor="ctr"/>
            <a:lstStyle/>
            <a:p>
              <a:pPr algn="ctr"/>
              <a:endParaRPr>
                <a:solidFill>
                  <a:schemeClr val="accent1"/>
                </a:solidFill>
              </a:endParaRPr>
            </a:p>
          </p:txBody>
        </p:sp>
        <p:sp>
          <p:nvSpPr>
            <p:cNvPr id="62" name="iŝļíḍè">
              <a:extLst>
                <a:ext uri="{FF2B5EF4-FFF2-40B4-BE49-F238E27FC236}">
                  <a16:creationId xmlns:a16="http://schemas.microsoft.com/office/drawing/2014/main" xmlns="" id="{C14611D3-878E-4AC6-9A85-C7BC4C1045CF}"/>
                </a:ext>
              </a:extLst>
            </p:cNvPr>
            <p:cNvSpPr/>
            <p:nvPr/>
          </p:nvSpPr>
          <p:spPr bwMode="auto">
            <a:xfrm>
              <a:off x="3378499" y="1327165"/>
              <a:ext cx="27333" cy="18923"/>
            </a:xfrm>
            <a:custGeom>
              <a:avLst/>
              <a:gdLst>
                <a:gd name="T0" fmla="*/ 7 w 12"/>
                <a:gd name="T1" fmla="*/ 7 h 8"/>
                <a:gd name="T2" fmla="*/ 9 w 12"/>
                <a:gd name="T3" fmla="*/ 8 h 8"/>
                <a:gd name="T4" fmla="*/ 12 w 12"/>
                <a:gd name="T5" fmla="*/ 6 h 8"/>
                <a:gd name="T6" fmla="*/ 11 w 12"/>
                <a:gd name="T7" fmla="*/ 2 h 8"/>
                <a:gd name="T8" fmla="*/ 8 w 12"/>
                <a:gd name="T9" fmla="*/ 0 h 8"/>
                <a:gd name="T10" fmla="*/ 0 w 12"/>
                <a:gd name="T11" fmla="*/ 3 h 8"/>
                <a:gd name="T12" fmla="*/ 7 w 12"/>
                <a:gd name="T13" fmla="*/ 7 h 8"/>
              </a:gdLst>
              <a:ahLst/>
              <a:cxnLst>
                <a:cxn ang="0">
                  <a:pos x="T0" y="T1"/>
                </a:cxn>
                <a:cxn ang="0">
                  <a:pos x="T2" y="T3"/>
                </a:cxn>
                <a:cxn ang="0">
                  <a:pos x="T4" y="T5"/>
                </a:cxn>
                <a:cxn ang="0">
                  <a:pos x="T6" y="T7"/>
                </a:cxn>
                <a:cxn ang="0">
                  <a:pos x="T8" y="T9"/>
                </a:cxn>
                <a:cxn ang="0">
                  <a:pos x="T10" y="T11"/>
                </a:cxn>
                <a:cxn ang="0">
                  <a:pos x="T12" y="T13"/>
                </a:cxn>
              </a:cxnLst>
              <a:rect l="0" t="0" r="r" b="b"/>
              <a:pathLst>
                <a:path w="12" h="8">
                  <a:moveTo>
                    <a:pt x="7" y="7"/>
                  </a:moveTo>
                  <a:cubicBezTo>
                    <a:pt x="9" y="8"/>
                    <a:pt x="9" y="8"/>
                    <a:pt x="9" y="8"/>
                  </a:cubicBezTo>
                  <a:cubicBezTo>
                    <a:pt x="10" y="8"/>
                    <a:pt x="11" y="6"/>
                    <a:pt x="12" y="6"/>
                  </a:cubicBezTo>
                  <a:cubicBezTo>
                    <a:pt x="12" y="4"/>
                    <a:pt x="11" y="2"/>
                    <a:pt x="11" y="2"/>
                  </a:cubicBezTo>
                  <a:cubicBezTo>
                    <a:pt x="11" y="0"/>
                    <a:pt x="9" y="1"/>
                    <a:pt x="8" y="0"/>
                  </a:cubicBezTo>
                  <a:cubicBezTo>
                    <a:pt x="5" y="1"/>
                    <a:pt x="1" y="0"/>
                    <a:pt x="0" y="3"/>
                  </a:cubicBezTo>
                  <a:cubicBezTo>
                    <a:pt x="2" y="5"/>
                    <a:pt x="5" y="6"/>
                    <a:pt x="7" y="7"/>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nchor="ctr"/>
            <a:lstStyle/>
            <a:p>
              <a:pPr algn="ctr"/>
              <a:endParaRPr>
                <a:solidFill>
                  <a:schemeClr val="accent1"/>
                </a:solidFill>
              </a:endParaRPr>
            </a:p>
          </p:txBody>
        </p:sp>
        <p:sp>
          <p:nvSpPr>
            <p:cNvPr id="63" name="íṩḻîḋê">
              <a:extLst>
                <a:ext uri="{FF2B5EF4-FFF2-40B4-BE49-F238E27FC236}">
                  <a16:creationId xmlns:a16="http://schemas.microsoft.com/office/drawing/2014/main" xmlns="" id="{6A683175-CB35-426F-9ED0-04196D094C13}"/>
                </a:ext>
              </a:extLst>
            </p:cNvPr>
            <p:cNvSpPr/>
            <p:nvPr/>
          </p:nvSpPr>
          <p:spPr bwMode="auto">
            <a:xfrm>
              <a:off x="3394618" y="1244465"/>
              <a:ext cx="100922" cy="166101"/>
            </a:xfrm>
            <a:custGeom>
              <a:avLst/>
              <a:gdLst>
                <a:gd name="T0" fmla="*/ 9 w 44"/>
                <a:gd name="T1" fmla="*/ 32 h 72"/>
                <a:gd name="T2" fmla="*/ 12 w 44"/>
                <a:gd name="T3" fmla="*/ 31 h 72"/>
                <a:gd name="T4" fmla="*/ 15 w 44"/>
                <a:gd name="T5" fmla="*/ 33 h 72"/>
                <a:gd name="T6" fmla="*/ 13 w 44"/>
                <a:gd name="T7" fmla="*/ 44 h 72"/>
                <a:gd name="T8" fmla="*/ 8 w 44"/>
                <a:gd name="T9" fmla="*/ 41 h 72"/>
                <a:gd name="T10" fmla="*/ 14 w 44"/>
                <a:gd name="T11" fmla="*/ 68 h 72"/>
                <a:gd name="T12" fmla="*/ 26 w 44"/>
                <a:gd name="T13" fmla="*/ 72 h 72"/>
                <a:gd name="T14" fmla="*/ 27 w 44"/>
                <a:gd name="T15" fmla="*/ 69 h 72"/>
                <a:gd name="T16" fmla="*/ 15 w 44"/>
                <a:gd name="T17" fmla="*/ 52 h 72"/>
                <a:gd name="T18" fmla="*/ 21 w 44"/>
                <a:gd name="T19" fmla="*/ 49 h 72"/>
                <a:gd name="T20" fmla="*/ 21 w 44"/>
                <a:gd name="T21" fmla="*/ 40 h 72"/>
                <a:gd name="T22" fmla="*/ 26 w 44"/>
                <a:gd name="T23" fmla="*/ 45 h 72"/>
                <a:gd name="T24" fmla="*/ 19 w 44"/>
                <a:gd name="T25" fmla="*/ 31 h 72"/>
                <a:gd name="T26" fmla="*/ 19 w 44"/>
                <a:gd name="T27" fmla="*/ 21 h 72"/>
                <a:gd name="T28" fmla="*/ 30 w 44"/>
                <a:gd name="T29" fmla="*/ 30 h 72"/>
                <a:gd name="T30" fmla="*/ 26 w 44"/>
                <a:gd name="T31" fmla="*/ 19 h 72"/>
                <a:gd name="T32" fmla="*/ 29 w 44"/>
                <a:gd name="T33" fmla="*/ 16 h 72"/>
                <a:gd name="T34" fmla="*/ 43 w 44"/>
                <a:gd name="T35" fmla="*/ 28 h 72"/>
                <a:gd name="T36" fmla="*/ 29 w 44"/>
                <a:gd name="T37" fmla="*/ 8 h 72"/>
                <a:gd name="T38" fmla="*/ 24 w 44"/>
                <a:gd name="T39" fmla="*/ 6 h 72"/>
                <a:gd name="T40" fmla="*/ 24 w 44"/>
                <a:gd name="T41" fmla="*/ 13 h 72"/>
                <a:gd name="T42" fmla="*/ 17 w 44"/>
                <a:gd name="T43" fmla="*/ 11 h 72"/>
                <a:gd name="T44" fmla="*/ 16 w 44"/>
                <a:gd name="T45" fmla="*/ 0 h 72"/>
                <a:gd name="T46" fmla="*/ 14 w 44"/>
                <a:gd name="T47" fmla="*/ 6 h 72"/>
                <a:gd name="T48" fmla="*/ 9 w 44"/>
                <a:gd name="T49" fmla="*/ 8 h 72"/>
                <a:gd name="T50" fmla="*/ 16 w 44"/>
                <a:gd name="T51" fmla="*/ 16 h 72"/>
                <a:gd name="T52" fmla="*/ 16 w 44"/>
                <a:gd name="T53" fmla="*/ 25 h 72"/>
                <a:gd name="T54" fmla="*/ 11 w 44"/>
                <a:gd name="T55" fmla="*/ 20 h 72"/>
                <a:gd name="T56" fmla="*/ 0 w 44"/>
                <a:gd name="T57" fmla="*/ 19 h 72"/>
                <a:gd name="T58" fmla="*/ 9 w 44"/>
                <a:gd name="T59" fmla="*/ 28 h 72"/>
                <a:gd name="T60" fmla="*/ 9 w 44"/>
                <a:gd name="T61" fmla="*/ 32 h 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44" h="72">
                  <a:moveTo>
                    <a:pt x="9" y="32"/>
                  </a:moveTo>
                  <a:cubicBezTo>
                    <a:pt x="10" y="33"/>
                    <a:pt x="11" y="32"/>
                    <a:pt x="12" y="31"/>
                  </a:cubicBezTo>
                  <a:cubicBezTo>
                    <a:pt x="15" y="33"/>
                    <a:pt x="15" y="33"/>
                    <a:pt x="15" y="33"/>
                  </a:cubicBezTo>
                  <a:cubicBezTo>
                    <a:pt x="16" y="37"/>
                    <a:pt x="15" y="41"/>
                    <a:pt x="13" y="44"/>
                  </a:cubicBezTo>
                  <a:cubicBezTo>
                    <a:pt x="11" y="46"/>
                    <a:pt x="10" y="42"/>
                    <a:pt x="8" y="41"/>
                  </a:cubicBezTo>
                  <a:cubicBezTo>
                    <a:pt x="10" y="50"/>
                    <a:pt x="15" y="60"/>
                    <a:pt x="14" y="68"/>
                  </a:cubicBezTo>
                  <a:cubicBezTo>
                    <a:pt x="20" y="72"/>
                    <a:pt x="24" y="72"/>
                    <a:pt x="26" y="72"/>
                  </a:cubicBezTo>
                  <a:cubicBezTo>
                    <a:pt x="27" y="69"/>
                    <a:pt x="27" y="69"/>
                    <a:pt x="27" y="69"/>
                  </a:cubicBezTo>
                  <a:cubicBezTo>
                    <a:pt x="19" y="64"/>
                    <a:pt x="16" y="54"/>
                    <a:pt x="15" y="52"/>
                  </a:cubicBezTo>
                  <a:cubicBezTo>
                    <a:pt x="21" y="49"/>
                    <a:pt x="21" y="49"/>
                    <a:pt x="21" y="49"/>
                  </a:cubicBezTo>
                  <a:cubicBezTo>
                    <a:pt x="21" y="46"/>
                    <a:pt x="20" y="41"/>
                    <a:pt x="21" y="40"/>
                  </a:cubicBezTo>
                  <a:cubicBezTo>
                    <a:pt x="24" y="41"/>
                    <a:pt x="25" y="43"/>
                    <a:pt x="26" y="45"/>
                  </a:cubicBezTo>
                  <a:cubicBezTo>
                    <a:pt x="33" y="42"/>
                    <a:pt x="22" y="36"/>
                    <a:pt x="19" y="31"/>
                  </a:cubicBezTo>
                  <a:cubicBezTo>
                    <a:pt x="19" y="27"/>
                    <a:pt x="19" y="24"/>
                    <a:pt x="19" y="21"/>
                  </a:cubicBezTo>
                  <a:cubicBezTo>
                    <a:pt x="23" y="22"/>
                    <a:pt x="27" y="27"/>
                    <a:pt x="30" y="30"/>
                  </a:cubicBezTo>
                  <a:cubicBezTo>
                    <a:pt x="33" y="27"/>
                    <a:pt x="27" y="23"/>
                    <a:pt x="26" y="19"/>
                  </a:cubicBezTo>
                  <a:cubicBezTo>
                    <a:pt x="25" y="17"/>
                    <a:pt x="27" y="17"/>
                    <a:pt x="29" y="16"/>
                  </a:cubicBezTo>
                  <a:cubicBezTo>
                    <a:pt x="43" y="28"/>
                    <a:pt x="43" y="28"/>
                    <a:pt x="43" y="28"/>
                  </a:cubicBezTo>
                  <a:cubicBezTo>
                    <a:pt x="44" y="21"/>
                    <a:pt x="34" y="15"/>
                    <a:pt x="29" y="8"/>
                  </a:cubicBezTo>
                  <a:cubicBezTo>
                    <a:pt x="30" y="6"/>
                    <a:pt x="29" y="4"/>
                    <a:pt x="24" y="6"/>
                  </a:cubicBezTo>
                  <a:cubicBezTo>
                    <a:pt x="22" y="6"/>
                    <a:pt x="19" y="7"/>
                    <a:pt x="24" y="13"/>
                  </a:cubicBezTo>
                  <a:cubicBezTo>
                    <a:pt x="21" y="17"/>
                    <a:pt x="19" y="12"/>
                    <a:pt x="17" y="11"/>
                  </a:cubicBezTo>
                  <a:cubicBezTo>
                    <a:pt x="18" y="6"/>
                    <a:pt x="20" y="1"/>
                    <a:pt x="16" y="0"/>
                  </a:cubicBezTo>
                  <a:cubicBezTo>
                    <a:pt x="16" y="2"/>
                    <a:pt x="16" y="4"/>
                    <a:pt x="14" y="6"/>
                  </a:cubicBezTo>
                  <a:cubicBezTo>
                    <a:pt x="9" y="8"/>
                    <a:pt x="9" y="8"/>
                    <a:pt x="9" y="8"/>
                  </a:cubicBezTo>
                  <a:cubicBezTo>
                    <a:pt x="9" y="10"/>
                    <a:pt x="14" y="13"/>
                    <a:pt x="16" y="16"/>
                  </a:cubicBezTo>
                  <a:cubicBezTo>
                    <a:pt x="17" y="20"/>
                    <a:pt x="16" y="23"/>
                    <a:pt x="16" y="25"/>
                  </a:cubicBezTo>
                  <a:cubicBezTo>
                    <a:pt x="12" y="27"/>
                    <a:pt x="13" y="22"/>
                    <a:pt x="11" y="20"/>
                  </a:cubicBezTo>
                  <a:cubicBezTo>
                    <a:pt x="7" y="17"/>
                    <a:pt x="2" y="18"/>
                    <a:pt x="0" y="19"/>
                  </a:cubicBezTo>
                  <a:cubicBezTo>
                    <a:pt x="9" y="28"/>
                    <a:pt x="9" y="28"/>
                    <a:pt x="9" y="28"/>
                  </a:cubicBezTo>
                  <a:cubicBezTo>
                    <a:pt x="9" y="29"/>
                    <a:pt x="6" y="32"/>
                    <a:pt x="9" y="32"/>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nchor="ctr"/>
            <a:lstStyle/>
            <a:p>
              <a:pPr algn="ctr"/>
              <a:endParaRPr>
                <a:solidFill>
                  <a:schemeClr val="accent1"/>
                </a:solidFill>
              </a:endParaRPr>
            </a:p>
          </p:txBody>
        </p:sp>
        <p:sp>
          <p:nvSpPr>
            <p:cNvPr id="64" name="íṡľiḑê">
              <a:extLst>
                <a:ext uri="{FF2B5EF4-FFF2-40B4-BE49-F238E27FC236}">
                  <a16:creationId xmlns:a16="http://schemas.microsoft.com/office/drawing/2014/main" xmlns="" id="{1B3D038D-05D3-44A1-88E2-4ED7F61C7335}"/>
                </a:ext>
              </a:extLst>
            </p:cNvPr>
            <p:cNvSpPr/>
            <p:nvPr/>
          </p:nvSpPr>
          <p:spPr bwMode="auto">
            <a:xfrm>
              <a:off x="3589455" y="1092381"/>
              <a:ext cx="30137" cy="30137"/>
            </a:xfrm>
            <a:custGeom>
              <a:avLst/>
              <a:gdLst>
                <a:gd name="T0" fmla="*/ 2 w 13"/>
                <a:gd name="T1" fmla="*/ 13 h 13"/>
                <a:gd name="T2" fmla="*/ 9 w 13"/>
                <a:gd name="T3" fmla="*/ 13 h 13"/>
                <a:gd name="T4" fmla="*/ 3 w 13"/>
                <a:gd name="T5" fmla="*/ 0 h 13"/>
                <a:gd name="T6" fmla="*/ 2 w 13"/>
                <a:gd name="T7" fmla="*/ 8 h 13"/>
                <a:gd name="T8" fmla="*/ 2 w 13"/>
                <a:gd name="T9" fmla="*/ 13 h 13"/>
              </a:gdLst>
              <a:ahLst/>
              <a:cxnLst>
                <a:cxn ang="0">
                  <a:pos x="T0" y="T1"/>
                </a:cxn>
                <a:cxn ang="0">
                  <a:pos x="T2" y="T3"/>
                </a:cxn>
                <a:cxn ang="0">
                  <a:pos x="T4" y="T5"/>
                </a:cxn>
                <a:cxn ang="0">
                  <a:pos x="T6" y="T7"/>
                </a:cxn>
                <a:cxn ang="0">
                  <a:pos x="T8" y="T9"/>
                </a:cxn>
              </a:cxnLst>
              <a:rect l="0" t="0" r="r" b="b"/>
              <a:pathLst>
                <a:path w="13" h="13">
                  <a:moveTo>
                    <a:pt x="2" y="13"/>
                  </a:moveTo>
                  <a:cubicBezTo>
                    <a:pt x="4" y="13"/>
                    <a:pt x="6" y="13"/>
                    <a:pt x="9" y="13"/>
                  </a:cubicBezTo>
                  <a:cubicBezTo>
                    <a:pt x="13" y="8"/>
                    <a:pt x="6" y="3"/>
                    <a:pt x="3" y="0"/>
                  </a:cubicBezTo>
                  <a:cubicBezTo>
                    <a:pt x="0" y="1"/>
                    <a:pt x="2" y="6"/>
                    <a:pt x="2" y="8"/>
                  </a:cubicBezTo>
                  <a:cubicBezTo>
                    <a:pt x="2" y="9"/>
                    <a:pt x="1" y="11"/>
                    <a:pt x="2" y="13"/>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nchor="ctr"/>
            <a:lstStyle/>
            <a:p>
              <a:pPr algn="ctr"/>
              <a:endParaRPr>
                <a:solidFill>
                  <a:schemeClr val="accent1"/>
                </a:solidFill>
              </a:endParaRPr>
            </a:p>
          </p:txBody>
        </p:sp>
        <p:sp>
          <p:nvSpPr>
            <p:cNvPr id="65" name="iṥļiḓe">
              <a:extLst>
                <a:ext uri="{FF2B5EF4-FFF2-40B4-BE49-F238E27FC236}">
                  <a16:creationId xmlns:a16="http://schemas.microsoft.com/office/drawing/2014/main" xmlns="" id="{6C448F0E-44C6-45D5-93E8-5D4387E13383}"/>
                </a:ext>
              </a:extLst>
            </p:cNvPr>
            <p:cNvSpPr/>
            <p:nvPr/>
          </p:nvSpPr>
          <p:spPr bwMode="auto">
            <a:xfrm>
              <a:off x="3578241" y="1138637"/>
              <a:ext cx="18222" cy="25231"/>
            </a:xfrm>
            <a:custGeom>
              <a:avLst/>
              <a:gdLst>
                <a:gd name="T0" fmla="*/ 2 w 8"/>
                <a:gd name="T1" fmla="*/ 11 h 11"/>
                <a:gd name="T2" fmla="*/ 8 w 8"/>
                <a:gd name="T3" fmla="*/ 9 h 11"/>
                <a:gd name="T4" fmla="*/ 7 w 8"/>
                <a:gd name="T5" fmla="*/ 4 h 11"/>
                <a:gd name="T6" fmla="*/ 3 w 8"/>
                <a:gd name="T7" fmla="*/ 0 h 11"/>
                <a:gd name="T8" fmla="*/ 1 w 8"/>
                <a:gd name="T9" fmla="*/ 5 h 11"/>
                <a:gd name="T10" fmla="*/ 2 w 8"/>
                <a:gd name="T11" fmla="*/ 11 h 11"/>
              </a:gdLst>
              <a:ahLst/>
              <a:cxnLst>
                <a:cxn ang="0">
                  <a:pos x="T0" y="T1"/>
                </a:cxn>
                <a:cxn ang="0">
                  <a:pos x="T2" y="T3"/>
                </a:cxn>
                <a:cxn ang="0">
                  <a:pos x="T4" y="T5"/>
                </a:cxn>
                <a:cxn ang="0">
                  <a:pos x="T6" y="T7"/>
                </a:cxn>
                <a:cxn ang="0">
                  <a:pos x="T8" y="T9"/>
                </a:cxn>
                <a:cxn ang="0">
                  <a:pos x="T10" y="T11"/>
                </a:cxn>
              </a:cxnLst>
              <a:rect l="0" t="0" r="r" b="b"/>
              <a:pathLst>
                <a:path w="8" h="11">
                  <a:moveTo>
                    <a:pt x="2" y="11"/>
                  </a:moveTo>
                  <a:cubicBezTo>
                    <a:pt x="4" y="11"/>
                    <a:pt x="6" y="10"/>
                    <a:pt x="8" y="9"/>
                  </a:cubicBezTo>
                  <a:cubicBezTo>
                    <a:pt x="8" y="7"/>
                    <a:pt x="8" y="6"/>
                    <a:pt x="7" y="4"/>
                  </a:cubicBezTo>
                  <a:cubicBezTo>
                    <a:pt x="6" y="3"/>
                    <a:pt x="5" y="1"/>
                    <a:pt x="3" y="0"/>
                  </a:cubicBezTo>
                  <a:cubicBezTo>
                    <a:pt x="3" y="0"/>
                    <a:pt x="0" y="1"/>
                    <a:pt x="1" y="5"/>
                  </a:cubicBezTo>
                  <a:cubicBezTo>
                    <a:pt x="2" y="8"/>
                    <a:pt x="2" y="9"/>
                    <a:pt x="2" y="11"/>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nchor="ctr"/>
            <a:lstStyle/>
            <a:p>
              <a:pPr algn="ctr"/>
              <a:endParaRPr>
                <a:solidFill>
                  <a:schemeClr val="accent1"/>
                </a:solidFill>
              </a:endParaRPr>
            </a:p>
          </p:txBody>
        </p:sp>
        <p:sp>
          <p:nvSpPr>
            <p:cNvPr id="66" name="iŝ1îḋé">
              <a:extLst>
                <a:ext uri="{FF2B5EF4-FFF2-40B4-BE49-F238E27FC236}">
                  <a16:creationId xmlns:a16="http://schemas.microsoft.com/office/drawing/2014/main" xmlns="" id="{DB4F713C-D36B-413C-83FB-156840C12ACB}"/>
                </a:ext>
              </a:extLst>
            </p:cNvPr>
            <p:cNvSpPr/>
            <p:nvPr/>
          </p:nvSpPr>
          <p:spPr bwMode="auto">
            <a:xfrm>
              <a:off x="3628702" y="1117611"/>
              <a:ext cx="41350" cy="39248"/>
            </a:xfrm>
            <a:custGeom>
              <a:avLst/>
              <a:gdLst>
                <a:gd name="T0" fmla="*/ 5 w 18"/>
                <a:gd name="T1" fmla="*/ 11 h 17"/>
                <a:gd name="T2" fmla="*/ 7 w 18"/>
                <a:gd name="T3" fmla="*/ 11 h 17"/>
                <a:gd name="T4" fmla="*/ 7 w 18"/>
                <a:gd name="T5" fmla="*/ 17 h 17"/>
                <a:gd name="T6" fmla="*/ 8 w 18"/>
                <a:gd name="T7" fmla="*/ 17 h 17"/>
                <a:gd name="T8" fmla="*/ 12 w 18"/>
                <a:gd name="T9" fmla="*/ 14 h 17"/>
                <a:gd name="T10" fmla="*/ 13 w 18"/>
                <a:gd name="T11" fmla="*/ 12 h 17"/>
                <a:gd name="T12" fmla="*/ 17 w 18"/>
                <a:gd name="T13" fmla="*/ 7 h 17"/>
                <a:gd name="T14" fmla="*/ 13 w 18"/>
                <a:gd name="T15" fmla="*/ 0 h 17"/>
                <a:gd name="T16" fmla="*/ 2 w 18"/>
                <a:gd name="T17" fmla="*/ 3 h 17"/>
                <a:gd name="T18" fmla="*/ 5 w 18"/>
                <a:gd name="T19" fmla="*/ 11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8" h="17">
                  <a:moveTo>
                    <a:pt x="5" y="11"/>
                  </a:moveTo>
                  <a:cubicBezTo>
                    <a:pt x="7" y="11"/>
                    <a:pt x="7" y="11"/>
                    <a:pt x="7" y="11"/>
                  </a:cubicBezTo>
                  <a:cubicBezTo>
                    <a:pt x="7" y="13"/>
                    <a:pt x="7" y="15"/>
                    <a:pt x="7" y="17"/>
                  </a:cubicBezTo>
                  <a:cubicBezTo>
                    <a:pt x="8" y="17"/>
                    <a:pt x="8" y="17"/>
                    <a:pt x="8" y="17"/>
                  </a:cubicBezTo>
                  <a:cubicBezTo>
                    <a:pt x="9" y="15"/>
                    <a:pt x="11" y="15"/>
                    <a:pt x="12" y="14"/>
                  </a:cubicBezTo>
                  <a:cubicBezTo>
                    <a:pt x="13" y="12"/>
                    <a:pt x="13" y="12"/>
                    <a:pt x="13" y="12"/>
                  </a:cubicBezTo>
                  <a:cubicBezTo>
                    <a:pt x="17" y="7"/>
                    <a:pt x="17" y="7"/>
                    <a:pt x="17" y="7"/>
                  </a:cubicBezTo>
                  <a:cubicBezTo>
                    <a:pt x="18" y="5"/>
                    <a:pt x="17" y="2"/>
                    <a:pt x="13" y="0"/>
                  </a:cubicBezTo>
                  <a:cubicBezTo>
                    <a:pt x="10" y="1"/>
                    <a:pt x="7" y="2"/>
                    <a:pt x="2" y="3"/>
                  </a:cubicBezTo>
                  <a:cubicBezTo>
                    <a:pt x="0" y="7"/>
                    <a:pt x="3" y="10"/>
                    <a:pt x="5" y="11"/>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nchor="ctr"/>
            <a:lstStyle/>
            <a:p>
              <a:pPr algn="ctr"/>
              <a:endParaRPr>
                <a:solidFill>
                  <a:schemeClr val="accent1"/>
                </a:solidFill>
              </a:endParaRPr>
            </a:p>
          </p:txBody>
        </p:sp>
        <p:sp>
          <p:nvSpPr>
            <p:cNvPr id="67" name="iṩḷiḓè">
              <a:extLst>
                <a:ext uri="{FF2B5EF4-FFF2-40B4-BE49-F238E27FC236}">
                  <a16:creationId xmlns:a16="http://schemas.microsoft.com/office/drawing/2014/main" xmlns="" id="{4EEFD242-E879-4A10-B43C-8ECE667BAB45}"/>
                </a:ext>
              </a:extLst>
            </p:cNvPr>
            <p:cNvSpPr/>
            <p:nvPr/>
          </p:nvSpPr>
          <p:spPr bwMode="auto">
            <a:xfrm>
              <a:off x="3628702" y="1154756"/>
              <a:ext cx="38547" cy="29436"/>
            </a:xfrm>
            <a:custGeom>
              <a:avLst/>
              <a:gdLst>
                <a:gd name="T0" fmla="*/ 6 w 17"/>
                <a:gd name="T1" fmla="*/ 13 h 13"/>
                <a:gd name="T2" fmla="*/ 15 w 17"/>
                <a:gd name="T3" fmla="*/ 4 h 13"/>
                <a:gd name="T4" fmla="*/ 16 w 17"/>
                <a:gd name="T5" fmla="*/ 0 h 13"/>
                <a:gd name="T6" fmla="*/ 1 w 17"/>
                <a:gd name="T7" fmla="*/ 5 h 13"/>
                <a:gd name="T8" fmla="*/ 6 w 17"/>
                <a:gd name="T9" fmla="*/ 13 h 13"/>
              </a:gdLst>
              <a:ahLst/>
              <a:cxnLst>
                <a:cxn ang="0">
                  <a:pos x="T0" y="T1"/>
                </a:cxn>
                <a:cxn ang="0">
                  <a:pos x="T2" y="T3"/>
                </a:cxn>
                <a:cxn ang="0">
                  <a:pos x="T4" y="T5"/>
                </a:cxn>
                <a:cxn ang="0">
                  <a:pos x="T6" y="T7"/>
                </a:cxn>
                <a:cxn ang="0">
                  <a:pos x="T8" y="T9"/>
                </a:cxn>
              </a:cxnLst>
              <a:rect l="0" t="0" r="r" b="b"/>
              <a:pathLst>
                <a:path w="17" h="13">
                  <a:moveTo>
                    <a:pt x="6" y="13"/>
                  </a:moveTo>
                  <a:cubicBezTo>
                    <a:pt x="9" y="10"/>
                    <a:pt x="13" y="8"/>
                    <a:pt x="15" y="4"/>
                  </a:cubicBezTo>
                  <a:cubicBezTo>
                    <a:pt x="16" y="3"/>
                    <a:pt x="17" y="2"/>
                    <a:pt x="16" y="0"/>
                  </a:cubicBezTo>
                  <a:cubicBezTo>
                    <a:pt x="11" y="0"/>
                    <a:pt x="6" y="5"/>
                    <a:pt x="1" y="5"/>
                  </a:cubicBezTo>
                  <a:cubicBezTo>
                    <a:pt x="0" y="10"/>
                    <a:pt x="4" y="11"/>
                    <a:pt x="6" y="13"/>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nchor="ctr"/>
            <a:lstStyle/>
            <a:p>
              <a:pPr algn="ctr"/>
              <a:endParaRPr>
                <a:solidFill>
                  <a:schemeClr val="accent1"/>
                </a:solidFill>
              </a:endParaRPr>
            </a:p>
          </p:txBody>
        </p:sp>
        <p:sp>
          <p:nvSpPr>
            <p:cNvPr id="68" name="îṥ1ïďé">
              <a:extLst>
                <a:ext uri="{FF2B5EF4-FFF2-40B4-BE49-F238E27FC236}">
                  <a16:creationId xmlns:a16="http://schemas.microsoft.com/office/drawing/2014/main" xmlns="" id="{C5CDA6D4-1247-459A-884E-C72464AAB15F}"/>
                </a:ext>
              </a:extLst>
            </p:cNvPr>
            <p:cNvSpPr/>
            <p:nvPr/>
          </p:nvSpPr>
          <p:spPr bwMode="auto">
            <a:xfrm>
              <a:off x="3548104" y="1165970"/>
              <a:ext cx="53265" cy="73589"/>
            </a:xfrm>
            <a:custGeom>
              <a:avLst/>
              <a:gdLst>
                <a:gd name="T0" fmla="*/ 7 w 23"/>
                <a:gd name="T1" fmla="*/ 32 h 32"/>
                <a:gd name="T2" fmla="*/ 23 w 23"/>
                <a:gd name="T3" fmla="*/ 0 h 32"/>
                <a:gd name="T4" fmla="*/ 3 w 23"/>
                <a:gd name="T5" fmla="*/ 23 h 32"/>
                <a:gd name="T6" fmla="*/ 7 w 23"/>
                <a:gd name="T7" fmla="*/ 32 h 32"/>
              </a:gdLst>
              <a:ahLst/>
              <a:cxnLst>
                <a:cxn ang="0">
                  <a:pos x="T0" y="T1"/>
                </a:cxn>
                <a:cxn ang="0">
                  <a:pos x="T2" y="T3"/>
                </a:cxn>
                <a:cxn ang="0">
                  <a:pos x="T4" y="T5"/>
                </a:cxn>
                <a:cxn ang="0">
                  <a:pos x="T6" y="T7"/>
                </a:cxn>
              </a:cxnLst>
              <a:rect l="0" t="0" r="r" b="b"/>
              <a:pathLst>
                <a:path w="23" h="32">
                  <a:moveTo>
                    <a:pt x="7" y="32"/>
                  </a:moveTo>
                  <a:cubicBezTo>
                    <a:pt x="13" y="23"/>
                    <a:pt x="20" y="11"/>
                    <a:pt x="23" y="0"/>
                  </a:cubicBezTo>
                  <a:cubicBezTo>
                    <a:pt x="17" y="9"/>
                    <a:pt x="11" y="18"/>
                    <a:pt x="3" y="23"/>
                  </a:cubicBezTo>
                  <a:cubicBezTo>
                    <a:pt x="0" y="28"/>
                    <a:pt x="6" y="31"/>
                    <a:pt x="7" y="32"/>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nchor="ctr"/>
            <a:lstStyle/>
            <a:p>
              <a:pPr algn="ctr"/>
              <a:endParaRPr>
                <a:solidFill>
                  <a:schemeClr val="accent1"/>
                </a:solidFill>
              </a:endParaRPr>
            </a:p>
          </p:txBody>
        </p:sp>
        <p:sp>
          <p:nvSpPr>
            <p:cNvPr id="69" name="iSḷiḍé">
              <a:extLst>
                <a:ext uri="{FF2B5EF4-FFF2-40B4-BE49-F238E27FC236}">
                  <a16:creationId xmlns:a16="http://schemas.microsoft.com/office/drawing/2014/main" xmlns="" id="{3346FAE4-DCCE-4E92-9A37-1E08920B7F59}"/>
                </a:ext>
              </a:extLst>
            </p:cNvPr>
            <p:cNvSpPr/>
            <p:nvPr/>
          </p:nvSpPr>
          <p:spPr bwMode="auto">
            <a:xfrm>
              <a:off x="3773077" y="1117611"/>
              <a:ext cx="93914" cy="101623"/>
            </a:xfrm>
            <a:custGeom>
              <a:avLst/>
              <a:gdLst>
                <a:gd name="T0" fmla="*/ 9 w 41"/>
                <a:gd name="T1" fmla="*/ 38 h 44"/>
                <a:gd name="T2" fmla="*/ 22 w 41"/>
                <a:gd name="T3" fmla="*/ 33 h 44"/>
                <a:gd name="T4" fmla="*/ 12 w 41"/>
                <a:gd name="T5" fmla="*/ 44 h 44"/>
                <a:gd name="T6" fmla="*/ 29 w 41"/>
                <a:gd name="T7" fmla="*/ 31 h 44"/>
                <a:gd name="T8" fmla="*/ 39 w 41"/>
                <a:gd name="T9" fmla="*/ 26 h 44"/>
                <a:gd name="T10" fmla="*/ 40 w 41"/>
                <a:gd name="T11" fmla="*/ 22 h 44"/>
                <a:gd name="T12" fmla="*/ 39 w 41"/>
                <a:gd name="T13" fmla="*/ 22 h 44"/>
                <a:gd name="T14" fmla="*/ 36 w 41"/>
                <a:gd name="T15" fmla="*/ 24 h 44"/>
                <a:gd name="T16" fmla="*/ 34 w 41"/>
                <a:gd name="T17" fmla="*/ 23 h 44"/>
                <a:gd name="T18" fmla="*/ 37 w 41"/>
                <a:gd name="T19" fmla="*/ 18 h 44"/>
                <a:gd name="T20" fmla="*/ 40 w 41"/>
                <a:gd name="T21" fmla="*/ 14 h 44"/>
                <a:gd name="T22" fmla="*/ 37 w 41"/>
                <a:gd name="T23" fmla="*/ 0 h 44"/>
                <a:gd name="T24" fmla="*/ 29 w 41"/>
                <a:gd name="T25" fmla="*/ 23 h 44"/>
                <a:gd name="T26" fmla="*/ 23 w 41"/>
                <a:gd name="T27" fmla="*/ 27 h 44"/>
                <a:gd name="T28" fmla="*/ 6 w 41"/>
                <a:gd name="T29" fmla="*/ 29 h 44"/>
                <a:gd name="T30" fmla="*/ 4 w 41"/>
                <a:gd name="T31" fmla="*/ 28 h 44"/>
                <a:gd name="T32" fmla="*/ 6 w 41"/>
                <a:gd name="T33" fmla="*/ 37 h 44"/>
                <a:gd name="T34" fmla="*/ 9 w 41"/>
                <a:gd name="T35" fmla="*/ 38 h 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41" h="44">
                  <a:moveTo>
                    <a:pt x="9" y="38"/>
                  </a:moveTo>
                  <a:cubicBezTo>
                    <a:pt x="14" y="36"/>
                    <a:pt x="18" y="33"/>
                    <a:pt x="22" y="33"/>
                  </a:cubicBezTo>
                  <a:cubicBezTo>
                    <a:pt x="22" y="37"/>
                    <a:pt x="15" y="41"/>
                    <a:pt x="12" y="44"/>
                  </a:cubicBezTo>
                  <a:cubicBezTo>
                    <a:pt x="22" y="43"/>
                    <a:pt x="26" y="37"/>
                    <a:pt x="29" y="31"/>
                  </a:cubicBezTo>
                  <a:cubicBezTo>
                    <a:pt x="32" y="28"/>
                    <a:pt x="36" y="27"/>
                    <a:pt x="39" y="26"/>
                  </a:cubicBezTo>
                  <a:cubicBezTo>
                    <a:pt x="40" y="25"/>
                    <a:pt x="41" y="25"/>
                    <a:pt x="40" y="22"/>
                  </a:cubicBezTo>
                  <a:cubicBezTo>
                    <a:pt x="40" y="22"/>
                    <a:pt x="39" y="22"/>
                    <a:pt x="39" y="22"/>
                  </a:cubicBezTo>
                  <a:cubicBezTo>
                    <a:pt x="38" y="23"/>
                    <a:pt x="37" y="24"/>
                    <a:pt x="36" y="24"/>
                  </a:cubicBezTo>
                  <a:cubicBezTo>
                    <a:pt x="35" y="25"/>
                    <a:pt x="33" y="25"/>
                    <a:pt x="34" y="23"/>
                  </a:cubicBezTo>
                  <a:cubicBezTo>
                    <a:pt x="35" y="21"/>
                    <a:pt x="36" y="19"/>
                    <a:pt x="37" y="18"/>
                  </a:cubicBezTo>
                  <a:cubicBezTo>
                    <a:pt x="40" y="14"/>
                    <a:pt x="40" y="14"/>
                    <a:pt x="40" y="14"/>
                  </a:cubicBezTo>
                  <a:cubicBezTo>
                    <a:pt x="40" y="11"/>
                    <a:pt x="40" y="3"/>
                    <a:pt x="37" y="0"/>
                  </a:cubicBezTo>
                  <a:cubicBezTo>
                    <a:pt x="33" y="3"/>
                    <a:pt x="31" y="15"/>
                    <a:pt x="29" y="23"/>
                  </a:cubicBezTo>
                  <a:cubicBezTo>
                    <a:pt x="27" y="27"/>
                    <a:pt x="25" y="27"/>
                    <a:pt x="23" y="27"/>
                  </a:cubicBezTo>
                  <a:cubicBezTo>
                    <a:pt x="18" y="28"/>
                    <a:pt x="10" y="30"/>
                    <a:pt x="6" y="29"/>
                  </a:cubicBezTo>
                  <a:cubicBezTo>
                    <a:pt x="4" y="28"/>
                    <a:pt x="4" y="28"/>
                    <a:pt x="4" y="28"/>
                  </a:cubicBezTo>
                  <a:cubicBezTo>
                    <a:pt x="0" y="32"/>
                    <a:pt x="5" y="35"/>
                    <a:pt x="6" y="37"/>
                  </a:cubicBezTo>
                  <a:lnTo>
                    <a:pt x="9" y="38"/>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nchor="ctr"/>
            <a:lstStyle/>
            <a:p>
              <a:pPr algn="ctr"/>
              <a:endParaRPr>
                <a:solidFill>
                  <a:schemeClr val="accent1"/>
                </a:solidFill>
              </a:endParaRPr>
            </a:p>
          </p:txBody>
        </p:sp>
        <p:sp>
          <p:nvSpPr>
            <p:cNvPr id="70" name="îşļíďê">
              <a:extLst>
                <a:ext uri="{FF2B5EF4-FFF2-40B4-BE49-F238E27FC236}">
                  <a16:creationId xmlns:a16="http://schemas.microsoft.com/office/drawing/2014/main" xmlns="" id="{F9EC80CE-2B64-4A32-AD22-BFB95663B4DC}"/>
                </a:ext>
              </a:extLst>
            </p:cNvPr>
            <p:cNvSpPr/>
            <p:nvPr/>
          </p:nvSpPr>
          <p:spPr bwMode="auto">
            <a:xfrm>
              <a:off x="3846666" y="1210123"/>
              <a:ext cx="22427" cy="32239"/>
            </a:xfrm>
            <a:custGeom>
              <a:avLst/>
              <a:gdLst>
                <a:gd name="T0" fmla="*/ 4 w 10"/>
                <a:gd name="T1" fmla="*/ 14 h 14"/>
                <a:gd name="T2" fmla="*/ 9 w 10"/>
                <a:gd name="T3" fmla="*/ 12 h 14"/>
                <a:gd name="T4" fmla="*/ 2 w 10"/>
                <a:gd name="T5" fmla="*/ 0 h 14"/>
                <a:gd name="T6" fmla="*/ 1 w 10"/>
                <a:gd name="T7" fmla="*/ 10 h 14"/>
                <a:gd name="T8" fmla="*/ 4 w 10"/>
                <a:gd name="T9" fmla="*/ 14 h 14"/>
              </a:gdLst>
              <a:ahLst/>
              <a:cxnLst>
                <a:cxn ang="0">
                  <a:pos x="T0" y="T1"/>
                </a:cxn>
                <a:cxn ang="0">
                  <a:pos x="T2" y="T3"/>
                </a:cxn>
                <a:cxn ang="0">
                  <a:pos x="T4" y="T5"/>
                </a:cxn>
                <a:cxn ang="0">
                  <a:pos x="T6" y="T7"/>
                </a:cxn>
                <a:cxn ang="0">
                  <a:pos x="T8" y="T9"/>
                </a:cxn>
              </a:cxnLst>
              <a:rect l="0" t="0" r="r" b="b"/>
              <a:pathLst>
                <a:path w="10" h="14">
                  <a:moveTo>
                    <a:pt x="4" y="14"/>
                  </a:moveTo>
                  <a:cubicBezTo>
                    <a:pt x="6" y="14"/>
                    <a:pt x="7" y="14"/>
                    <a:pt x="9" y="12"/>
                  </a:cubicBezTo>
                  <a:cubicBezTo>
                    <a:pt x="10" y="7"/>
                    <a:pt x="8" y="2"/>
                    <a:pt x="2" y="0"/>
                  </a:cubicBezTo>
                  <a:cubicBezTo>
                    <a:pt x="0" y="3"/>
                    <a:pt x="2" y="6"/>
                    <a:pt x="1" y="10"/>
                  </a:cubicBezTo>
                  <a:cubicBezTo>
                    <a:pt x="0" y="13"/>
                    <a:pt x="3" y="12"/>
                    <a:pt x="4" y="1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nchor="ctr"/>
            <a:lstStyle/>
            <a:p>
              <a:pPr algn="ctr"/>
              <a:endParaRPr>
                <a:solidFill>
                  <a:schemeClr val="accent1"/>
                </a:solidFill>
              </a:endParaRPr>
            </a:p>
          </p:txBody>
        </p:sp>
        <p:sp>
          <p:nvSpPr>
            <p:cNvPr id="72" name="îš1íḍê">
              <a:extLst>
                <a:ext uri="{FF2B5EF4-FFF2-40B4-BE49-F238E27FC236}">
                  <a16:creationId xmlns:a16="http://schemas.microsoft.com/office/drawing/2014/main" xmlns="" id="{EA530490-97DD-4334-A644-BB472000A225}"/>
                </a:ext>
              </a:extLst>
            </p:cNvPr>
            <p:cNvSpPr/>
            <p:nvPr/>
          </p:nvSpPr>
          <p:spPr bwMode="auto">
            <a:xfrm>
              <a:off x="3944785" y="1278806"/>
              <a:ext cx="21025" cy="21025"/>
            </a:xfrm>
            <a:custGeom>
              <a:avLst/>
              <a:gdLst>
                <a:gd name="T0" fmla="*/ 7 w 9"/>
                <a:gd name="T1" fmla="*/ 6 h 9"/>
                <a:gd name="T2" fmla="*/ 8 w 9"/>
                <a:gd name="T3" fmla="*/ 1 h 9"/>
                <a:gd name="T4" fmla="*/ 2 w 9"/>
                <a:gd name="T5" fmla="*/ 2 h 9"/>
                <a:gd name="T6" fmla="*/ 0 w 9"/>
                <a:gd name="T7" fmla="*/ 6 h 9"/>
                <a:gd name="T8" fmla="*/ 7 w 9"/>
                <a:gd name="T9" fmla="*/ 6 h 9"/>
              </a:gdLst>
              <a:ahLst/>
              <a:cxnLst>
                <a:cxn ang="0">
                  <a:pos x="T0" y="T1"/>
                </a:cxn>
                <a:cxn ang="0">
                  <a:pos x="T2" y="T3"/>
                </a:cxn>
                <a:cxn ang="0">
                  <a:pos x="T4" y="T5"/>
                </a:cxn>
                <a:cxn ang="0">
                  <a:pos x="T6" y="T7"/>
                </a:cxn>
                <a:cxn ang="0">
                  <a:pos x="T8" y="T9"/>
                </a:cxn>
              </a:cxnLst>
              <a:rect l="0" t="0" r="r" b="b"/>
              <a:pathLst>
                <a:path w="9" h="9">
                  <a:moveTo>
                    <a:pt x="7" y="6"/>
                  </a:moveTo>
                  <a:cubicBezTo>
                    <a:pt x="8" y="4"/>
                    <a:pt x="9" y="2"/>
                    <a:pt x="8" y="1"/>
                  </a:cubicBezTo>
                  <a:cubicBezTo>
                    <a:pt x="6" y="0"/>
                    <a:pt x="4" y="2"/>
                    <a:pt x="2" y="2"/>
                  </a:cubicBezTo>
                  <a:cubicBezTo>
                    <a:pt x="0" y="3"/>
                    <a:pt x="0" y="5"/>
                    <a:pt x="0" y="6"/>
                  </a:cubicBezTo>
                  <a:cubicBezTo>
                    <a:pt x="1" y="9"/>
                    <a:pt x="4" y="8"/>
                    <a:pt x="7" y="6"/>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nchor="ctr"/>
            <a:lstStyle/>
            <a:p>
              <a:pPr algn="ctr"/>
              <a:endParaRPr>
                <a:solidFill>
                  <a:schemeClr val="accent1"/>
                </a:solidFill>
              </a:endParaRPr>
            </a:p>
          </p:txBody>
        </p:sp>
        <p:sp>
          <p:nvSpPr>
            <p:cNvPr id="73" name="íŝliḓê">
              <a:extLst>
                <a:ext uri="{FF2B5EF4-FFF2-40B4-BE49-F238E27FC236}">
                  <a16:creationId xmlns:a16="http://schemas.microsoft.com/office/drawing/2014/main" xmlns="" id="{72C686D1-C254-4A4E-ADF7-E2ABD7A4F680}"/>
                </a:ext>
              </a:extLst>
            </p:cNvPr>
            <p:cNvSpPr/>
            <p:nvPr/>
          </p:nvSpPr>
          <p:spPr bwMode="auto">
            <a:xfrm>
              <a:off x="3910443" y="1308943"/>
              <a:ext cx="61675" cy="62376"/>
            </a:xfrm>
            <a:custGeom>
              <a:avLst/>
              <a:gdLst>
                <a:gd name="T0" fmla="*/ 6 w 27"/>
                <a:gd name="T1" fmla="*/ 10 h 27"/>
                <a:gd name="T2" fmla="*/ 14 w 27"/>
                <a:gd name="T3" fmla="*/ 14 h 27"/>
                <a:gd name="T4" fmla="*/ 9 w 27"/>
                <a:gd name="T5" fmla="*/ 18 h 27"/>
                <a:gd name="T6" fmla="*/ 4 w 27"/>
                <a:gd name="T7" fmla="*/ 16 h 27"/>
                <a:gd name="T8" fmla="*/ 2 w 27"/>
                <a:gd name="T9" fmla="*/ 17 h 27"/>
                <a:gd name="T10" fmla="*/ 8 w 27"/>
                <a:gd name="T11" fmla="*/ 27 h 27"/>
                <a:gd name="T12" fmla="*/ 22 w 27"/>
                <a:gd name="T13" fmla="*/ 17 h 27"/>
                <a:gd name="T14" fmla="*/ 25 w 27"/>
                <a:gd name="T15" fmla="*/ 18 h 27"/>
                <a:gd name="T16" fmla="*/ 26 w 27"/>
                <a:gd name="T17" fmla="*/ 16 h 27"/>
                <a:gd name="T18" fmla="*/ 24 w 27"/>
                <a:gd name="T19" fmla="*/ 14 h 27"/>
                <a:gd name="T20" fmla="*/ 24 w 27"/>
                <a:gd name="T21" fmla="*/ 11 h 27"/>
                <a:gd name="T22" fmla="*/ 23 w 27"/>
                <a:gd name="T23" fmla="*/ 9 h 27"/>
                <a:gd name="T24" fmla="*/ 19 w 27"/>
                <a:gd name="T25" fmla="*/ 12 h 27"/>
                <a:gd name="T26" fmla="*/ 11 w 27"/>
                <a:gd name="T27" fmla="*/ 7 h 27"/>
                <a:gd name="T28" fmla="*/ 4 w 27"/>
                <a:gd name="T29" fmla="*/ 2 h 27"/>
                <a:gd name="T30" fmla="*/ 0 w 27"/>
                <a:gd name="T31" fmla="*/ 3 h 27"/>
                <a:gd name="T32" fmla="*/ 6 w 27"/>
                <a:gd name="T33" fmla="*/ 10 h 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27" h="27">
                  <a:moveTo>
                    <a:pt x="6" y="10"/>
                  </a:moveTo>
                  <a:cubicBezTo>
                    <a:pt x="9" y="11"/>
                    <a:pt x="12" y="12"/>
                    <a:pt x="14" y="14"/>
                  </a:cubicBezTo>
                  <a:cubicBezTo>
                    <a:pt x="14" y="15"/>
                    <a:pt x="11" y="17"/>
                    <a:pt x="9" y="18"/>
                  </a:cubicBezTo>
                  <a:cubicBezTo>
                    <a:pt x="7" y="19"/>
                    <a:pt x="6" y="16"/>
                    <a:pt x="4" y="16"/>
                  </a:cubicBezTo>
                  <a:cubicBezTo>
                    <a:pt x="3" y="15"/>
                    <a:pt x="2" y="15"/>
                    <a:pt x="2" y="17"/>
                  </a:cubicBezTo>
                  <a:cubicBezTo>
                    <a:pt x="4" y="20"/>
                    <a:pt x="4" y="25"/>
                    <a:pt x="8" y="27"/>
                  </a:cubicBezTo>
                  <a:cubicBezTo>
                    <a:pt x="13" y="23"/>
                    <a:pt x="17" y="20"/>
                    <a:pt x="22" y="17"/>
                  </a:cubicBezTo>
                  <a:cubicBezTo>
                    <a:pt x="25" y="18"/>
                    <a:pt x="25" y="18"/>
                    <a:pt x="25" y="18"/>
                  </a:cubicBezTo>
                  <a:cubicBezTo>
                    <a:pt x="26" y="18"/>
                    <a:pt x="27" y="17"/>
                    <a:pt x="26" y="16"/>
                  </a:cubicBezTo>
                  <a:cubicBezTo>
                    <a:pt x="26" y="16"/>
                    <a:pt x="25" y="14"/>
                    <a:pt x="24" y="14"/>
                  </a:cubicBezTo>
                  <a:cubicBezTo>
                    <a:pt x="24" y="11"/>
                    <a:pt x="24" y="11"/>
                    <a:pt x="24" y="11"/>
                  </a:cubicBezTo>
                  <a:cubicBezTo>
                    <a:pt x="23" y="9"/>
                    <a:pt x="23" y="9"/>
                    <a:pt x="23" y="9"/>
                  </a:cubicBezTo>
                  <a:cubicBezTo>
                    <a:pt x="22" y="10"/>
                    <a:pt x="20" y="11"/>
                    <a:pt x="19" y="12"/>
                  </a:cubicBezTo>
                  <a:cubicBezTo>
                    <a:pt x="16" y="10"/>
                    <a:pt x="13" y="9"/>
                    <a:pt x="11" y="7"/>
                  </a:cubicBezTo>
                  <a:cubicBezTo>
                    <a:pt x="8" y="6"/>
                    <a:pt x="6" y="4"/>
                    <a:pt x="4" y="2"/>
                  </a:cubicBezTo>
                  <a:cubicBezTo>
                    <a:pt x="1" y="0"/>
                    <a:pt x="0" y="1"/>
                    <a:pt x="0" y="3"/>
                  </a:cubicBezTo>
                  <a:cubicBezTo>
                    <a:pt x="0" y="9"/>
                    <a:pt x="3" y="10"/>
                    <a:pt x="6" y="10"/>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nchor="ctr"/>
            <a:lstStyle/>
            <a:p>
              <a:pPr algn="ctr"/>
              <a:endParaRPr>
                <a:solidFill>
                  <a:schemeClr val="accent1"/>
                </a:solidFill>
              </a:endParaRPr>
            </a:p>
          </p:txBody>
        </p:sp>
        <p:sp>
          <p:nvSpPr>
            <p:cNvPr id="74" name="iṡļiḍe">
              <a:extLst>
                <a:ext uri="{FF2B5EF4-FFF2-40B4-BE49-F238E27FC236}">
                  <a16:creationId xmlns:a16="http://schemas.microsoft.com/office/drawing/2014/main" xmlns="" id="{2085034B-02B8-446B-9DE9-CFE25DE438B0}"/>
                </a:ext>
              </a:extLst>
            </p:cNvPr>
            <p:cNvSpPr/>
            <p:nvPr/>
          </p:nvSpPr>
          <p:spPr bwMode="auto">
            <a:xfrm>
              <a:off x="3935674" y="1271798"/>
              <a:ext cx="124051" cy="76393"/>
            </a:xfrm>
            <a:custGeom>
              <a:avLst/>
              <a:gdLst>
                <a:gd name="T0" fmla="*/ 52 w 54"/>
                <a:gd name="T1" fmla="*/ 10 h 33"/>
                <a:gd name="T2" fmla="*/ 41 w 54"/>
                <a:gd name="T3" fmla="*/ 13 h 33"/>
                <a:gd name="T4" fmla="*/ 37 w 54"/>
                <a:gd name="T5" fmla="*/ 11 h 33"/>
                <a:gd name="T6" fmla="*/ 35 w 54"/>
                <a:gd name="T7" fmla="*/ 12 h 33"/>
                <a:gd name="T8" fmla="*/ 29 w 54"/>
                <a:gd name="T9" fmla="*/ 15 h 33"/>
                <a:gd name="T10" fmla="*/ 28 w 54"/>
                <a:gd name="T11" fmla="*/ 13 h 33"/>
                <a:gd name="T12" fmla="*/ 23 w 54"/>
                <a:gd name="T13" fmla="*/ 15 h 33"/>
                <a:gd name="T14" fmla="*/ 19 w 54"/>
                <a:gd name="T15" fmla="*/ 15 h 33"/>
                <a:gd name="T16" fmla="*/ 26 w 54"/>
                <a:gd name="T17" fmla="*/ 0 h 33"/>
                <a:gd name="T18" fmla="*/ 19 w 54"/>
                <a:gd name="T19" fmla="*/ 6 h 33"/>
                <a:gd name="T20" fmla="*/ 14 w 54"/>
                <a:gd name="T21" fmla="*/ 10 h 33"/>
                <a:gd name="T22" fmla="*/ 10 w 54"/>
                <a:gd name="T23" fmla="*/ 15 h 33"/>
                <a:gd name="T24" fmla="*/ 17 w 54"/>
                <a:gd name="T25" fmla="*/ 16 h 33"/>
                <a:gd name="T26" fmla="*/ 24 w 54"/>
                <a:gd name="T27" fmla="*/ 19 h 33"/>
                <a:gd name="T28" fmla="*/ 23 w 54"/>
                <a:gd name="T29" fmla="*/ 23 h 33"/>
                <a:gd name="T30" fmla="*/ 3 w 54"/>
                <a:gd name="T31" fmla="*/ 13 h 33"/>
                <a:gd name="T32" fmla="*/ 0 w 54"/>
                <a:gd name="T33" fmla="*/ 15 h 33"/>
                <a:gd name="T34" fmla="*/ 4 w 54"/>
                <a:gd name="T35" fmla="*/ 21 h 33"/>
                <a:gd name="T36" fmla="*/ 8 w 54"/>
                <a:gd name="T37" fmla="*/ 22 h 33"/>
                <a:gd name="T38" fmla="*/ 24 w 54"/>
                <a:gd name="T39" fmla="*/ 27 h 33"/>
                <a:gd name="T40" fmla="*/ 14 w 54"/>
                <a:gd name="T41" fmla="*/ 26 h 33"/>
                <a:gd name="T42" fmla="*/ 21 w 54"/>
                <a:gd name="T43" fmla="*/ 30 h 33"/>
                <a:gd name="T44" fmla="*/ 29 w 54"/>
                <a:gd name="T45" fmla="*/ 33 h 33"/>
                <a:gd name="T46" fmla="*/ 34 w 54"/>
                <a:gd name="T47" fmla="*/ 28 h 33"/>
                <a:gd name="T48" fmla="*/ 45 w 54"/>
                <a:gd name="T49" fmla="*/ 28 h 33"/>
                <a:gd name="T50" fmla="*/ 46 w 54"/>
                <a:gd name="T51" fmla="*/ 23 h 33"/>
                <a:gd name="T52" fmla="*/ 42 w 54"/>
                <a:gd name="T53" fmla="*/ 19 h 33"/>
                <a:gd name="T54" fmla="*/ 43 w 54"/>
                <a:gd name="T55" fmla="*/ 18 h 33"/>
                <a:gd name="T56" fmla="*/ 50 w 54"/>
                <a:gd name="T57" fmla="*/ 17 h 33"/>
                <a:gd name="T58" fmla="*/ 52 w 54"/>
                <a:gd name="T59" fmla="*/ 10 h 33"/>
                <a:gd name="T60" fmla="*/ 38 w 54"/>
                <a:gd name="T61" fmla="*/ 23 h 33"/>
                <a:gd name="T62" fmla="*/ 30 w 54"/>
                <a:gd name="T63" fmla="*/ 24 h 33"/>
                <a:gd name="T64" fmla="*/ 33 w 54"/>
                <a:gd name="T65" fmla="*/ 23 h 33"/>
                <a:gd name="T66" fmla="*/ 35 w 54"/>
                <a:gd name="T67" fmla="*/ 21 h 33"/>
                <a:gd name="T68" fmla="*/ 31 w 54"/>
                <a:gd name="T69" fmla="*/ 20 h 33"/>
                <a:gd name="T70" fmla="*/ 30 w 54"/>
                <a:gd name="T71" fmla="*/ 19 h 33"/>
                <a:gd name="T72" fmla="*/ 33 w 54"/>
                <a:gd name="T73" fmla="*/ 17 h 33"/>
                <a:gd name="T74" fmla="*/ 37 w 54"/>
                <a:gd name="T75" fmla="*/ 17 h 33"/>
                <a:gd name="T76" fmla="*/ 38 w 54"/>
                <a:gd name="T77" fmla="*/ 23 h 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54" h="33">
                  <a:moveTo>
                    <a:pt x="52" y="10"/>
                  </a:moveTo>
                  <a:cubicBezTo>
                    <a:pt x="49" y="11"/>
                    <a:pt x="45" y="11"/>
                    <a:pt x="41" y="13"/>
                  </a:cubicBezTo>
                  <a:cubicBezTo>
                    <a:pt x="39" y="13"/>
                    <a:pt x="38" y="12"/>
                    <a:pt x="37" y="11"/>
                  </a:cubicBezTo>
                  <a:cubicBezTo>
                    <a:pt x="35" y="11"/>
                    <a:pt x="34" y="11"/>
                    <a:pt x="35" y="12"/>
                  </a:cubicBezTo>
                  <a:cubicBezTo>
                    <a:pt x="33" y="14"/>
                    <a:pt x="31" y="15"/>
                    <a:pt x="29" y="15"/>
                  </a:cubicBezTo>
                  <a:cubicBezTo>
                    <a:pt x="28" y="13"/>
                    <a:pt x="28" y="13"/>
                    <a:pt x="28" y="13"/>
                  </a:cubicBezTo>
                  <a:cubicBezTo>
                    <a:pt x="25" y="12"/>
                    <a:pt x="25" y="14"/>
                    <a:pt x="23" y="15"/>
                  </a:cubicBezTo>
                  <a:cubicBezTo>
                    <a:pt x="23" y="14"/>
                    <a:pt x="19" y="16"/>
                    <a:pt x="19" y="15"/>
                  </a:cubicBezTo>
                  <a:cubicBezTo>
                    <a:pt x="21" y="11"/>
                    <a:pt x="26" y="5"/>
                    <a:pt x="26" y="0"/>
                  </a:cubicBezTo>
                  <a:cubicBezTo>
                    <a:pt x="23" y="0"/>
                    <a:pt x="22" y="3"/>
                    <a:pt x="19" y="6"/>
                  </a:cubicBezTo>
                  <a:cubicBezTo>
                    <a:pt x="14" y="10"/>
                    <a:pt x="14" y="10"/>
                    <a:pt x="14" y="10"/>
                  </a:cubicBezTo>
                  <a:cubicBezTo>
                    <a:pt x="12" y="12"/>
                    <a:pt x="10" y="13"/>
                    <a:pt x="10" y="15"/>
                  </a:cubicBezTo>
                  <a:cubicBezTo>
                    <a:pt x="12" y="15"/>
                    <a:pt x="14" y="16"/>
                    <a:pt x="17" y="16"/>
                  </a:cubicBezTo>
                  <a:cubicBezTo>
                    <a:pt x="20" y="18"/>
                    <a:pt x="21" y="19"/>
                    <a:pt x="24" y="19"/>
                  </a:cubicBezTo>
                  <a:cubicBezTo>
                    <a:pt x="25" y="21"/>
                    <a:pt x="24" y="22"/>
                    <a:pt x="23" y="23"/>
                  </a:cubicBezTo>
                  <a:cubicBezTo>
                    <a:pt x="16" y="20"/>
                    <a:pt x="9" y="16"/>
                    <a:pt x="3" y="13"/>
                  </a:cubicBezTo>
                  <a:cubicBezTo>
                    <a:pt x="1" y="13"/>
                    <a:pt x="1" y="14"/>
                    <a:pt x="0" y="15"/>
                  </a:cubicBezTo>
                  <a:cubicBezTo>
                    <a:pt x="2" y="17"/>
                    <a:pt x="3" y="20"/>
                    <a:pt x="4" y="21"/>
                  </a:cubicBezTo>
                  <a:cubicBezTo>
                    <a:pt x="8" y="22"/>
                    <a:pt x="8" y="22"/>
                    <a:pt x="8" y="22"/>
                  </a:cubicBezTo>
                  <a:cubicBezTo>
                    <a:pt x="9" y="22"/>
                    <a:pt x="20" y="25"/>
                    <a:pt x="24" y="27"/>
                  </a:cubicBezTo>
                  <a:cubicBezTo>
                    <a:pt x="23" y="29"/>
                    <a:pt x="15" y="25"/>
                    <a:pt x="14" y="26"/>
                  </a:cubicBezTo>
                  <a:cubicBezTo>
                    <a:pt x="16" y="29"/>
                    <a:pt x="19" y="28"/>
                    <a:pt x="21" y="30"/>
                  </a:cubicBezTo>
                  <a:cubicBezTo>
                    <a:pt x="24" y="31"/>
                    <a:pt x="27" y="32"/>
                    <a:pt x="29" y="33"/>
                  </a:cubicBezTo>
                  <a:cubicBezTo>
                    <a:pt x="31" y="31"/>
                    <a:pt x="32" y="28"/>
                    <a:pt x="34" y="28"/>
                  </a:cubicBezTo>
                  <a:cubicBezTo>
                    <a:pt x="37" y="28"/>
                    <a:pt x="42" y="30"/>
                    <a:pt x="45" y="28"/>
                  </a:cubicBezTo>
                  <a:cubicBezTo>
                    <a:pt x="45" y="26"/>
                    <a:pt x="46" y="24"/>
                    <a:pt x="46" y="23"/>
                  </a:cubicBezTo>
                  <a:cubicBezTo>
                    <a:pt x="45" y="21"/>
                    <a:pt x="42" y="20"/>
                    <a:pt x="42" y="19"/>
                  </a:cubicBezTo>
                  <a:cubicBezTo>
                    <a:pt x="42" y="19"/>
                    <a:pt x="42" y="18"/>
                    <a:pt x="43" y="18"/>
                  </a:cubicBezTo>
                  <a:cubicBezTo>
                    <a:pt x="46" y="18"/>
                    <a:pt x="48" y="18"/>
                    <a:pt x="50" y="17"/>
                  </a:cubicBezTo>
                  <a:cubicBezTo>
                    <a:pt x="51" y="18"/>
                    <a:pt x="54" y="12"/>
                    <a:pt x="52" y="10"/>
                  </a:cubicBezTo>
                  <a:close/>
                  <a:moveTo>
                    <a:pt x="38" y="23"/>
                  </a:moveTo>
                  <a:cubicBezTo>
                    <a:pt x="36" y="24"/>
                    <a:pt x="33" y="24"/>
                    <a:pt x="30" y="24"/>
                  </a:cubicBezTo>
                  <a:cubicBezTo>
                    <a:pt x="29" y="23"/>
                    <a:pt x="32" y="23"/>
                    <a:pt x="33" y="23"/>
                  </a:cubicBezTo>
                  <a:cubicBezTo>
                    <a:pt x="34" y="22"/>
                    <a:pt x="34" y="22"/>
                    <a:pt x="35" y="21"/>
                  </a:cubicBezTo>
                  <a:cubicBezTo>
                    <a:pt x="34" y="20"/>
                    <a:pt x="33" y="19"/>
                    <a:pt x="31" y="20"/>
                  </a:cubicBezTo>
                  <a:cubicBezTo>
                    <a:pt x="30" y="20"/>
                    <a:pt x="29" y="19"/>
                    <a:pt x="30" y="19"/>
                  </a:cubicBezTo>
                  <a:cubicBezTo>
                    <a:pt x="31" y="19"/>
                    <a:pt x="32" y="18"/>
                    <a:pt x="33" y="17"/>
                  </a:cubicBezTo>
                  <a:cubicBezTo>
                    <a:pt x="34" y="17"/>
                    <a:pt x="35" y="17"/>
                    <a:pt x="37" y="17"/>
                  </a:cubicBezTo>
                  <a:cubicBezTo>
                    <a:pt x="37" y="19"/>
                    <a:pt x="39" y="21"/>
                    <a:pt x="38" y="23"/>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nchor="ctr"/>
            <a:lstStyle/>
            <a:p>
              <a:pPr algn="ctr"/>
              <a:endParaRPr>
                <a:solidFill>
                  <a:schemeClr val="accent1"/>
                </a:solidFill>
              </a:endParaRPr>
            </a:p>
          </p:txBody>
        </p:sp>
        <p:sp>
          <p:nvSpPr>
            <p:cNvPr id="75" name="ï$ļïdé">
              <a:extLst>
                <a:ext uri="{FF2B5EF4-FFF2-40B4-BE49-F238E27FC236}">
                  <a16:creationId xmlns:a16="http://schemas.microsoft.com/office/drawing/2014/main" xmlns="" id="{ED7FF3D3-533E-40EB-8C3C-7ACEAB609E82}"/>
                </a:ext>
              </a:extLst>
            </p:cNvPr>
            <p:cNvSpPr/>
            <p:nvPr/>
          </p:nvSpPr>
          <p:spPr bwMode="auto">
            <a:xfrm>
              <a:off x="3302807" y="1034911"/>
              <a:ext cx="795464" cy="799669"/>
            </a:xfrm>
            <a:custGeom>
              <a:avLst/>
              <a:gdLst>
                <a:gd name="T0" fmla="*/ 174 w 347"/>
                <a:gd name="T1" fmla="*/ 0 h 347"/>
                <a:gd name="T2" fmla="*/ 0 w 347"/>
                <a:gd name="T3" fmla="*/ 173 h 347"/>
                <a:gd name="T4" fmla="*/ 174 w 347"/>
                <a:gd name="T5" fmla="*/ 347 h 347"/>
                <a:gd name="T6" fmla="*/ 347 w 347"/>
                <a:gd name="T7" fmla="*/ 173 h 347"/>
                <a:gd name="T8" fmla="*/ 174 w 347"/>
                <a:gd name="T9" fmla="*/ 0 h 347"/>
                <a:gd name="T10" fmla="*/ 174 w 347"/>
                <a:gd name="T11" fmla="*/ 343 h 347"/>
                <a:gd name="T12" fmla="*/ 4 w 347"/>
                <a:gd name="T13" fmla="*/ 173 h 347"/>
                <a:gd name="T14" fmla="*/ 174 w 347"/>
                <a:gd name="T15" fmla="*/ 4 h 347"/>
                <a:gd name="T16" fmla="*/ 343 w 347"/>
                <a:gd name="T17" fmla="*/ 173 h 347"/>
                <a:gd name="T18" fmla="*/ 174 w 347"/>
                <a:gd name="T19" fmla="*/ 343 h 3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47" h="347">
                  <a:moveTo>
                    <a:pt x="174" y="0"/>
                  </a:moveTo>
                  <a:cubicBezTo>
                    <a:pt x="78" y="0"/>
                    <a:pt x="0" y="78"/>
                    <a:pt x="0" y="173"/>
                  </a:cubicBezTo>
                  <a:cubicBezTo>
                    <a:pt x="0" y="269"/>
                    <a:pt x="78" y="347"/>
                    <a:pt x="174" y="347"/>
                  </a:cubicBezTo>
                  <a:cubicBezTo>
                    <a:pt x="269" y="347"/>
                    <a:pt x="347" y="269"/>
                    <a:pt x="347" y="173"/>
                  </a:cubicBezTo>
                  <a:cubicBezTo>
                    <a:pt x="347" y="78"/>
                    <a:pt x="269" y="0"/>
                    <a:pt x="174" y="0"/>
                  </a:cubicBezTo>
                  <a:close/>
                  <a:moveTo>
                    <a:pt x="174" y="343"/>
                  </a:moveTo>
                  <a:cubicBezTo>
                    <a:pt x="80" y="343"/>
                    <a:pt x="4" y="267"/>
                    <a:pt x="4" y="173"/>
                  </a:cubicBezTo>
                  <a:cubicBezTo>
                    <a:pt x="4" y="80"/>
                    <a:pt x="80" y="4"/>
                    <a:pt x="174" y="4"/>
                  </a:cubicBezTo>
                  <a:cubicBezTo>
                    <a:pt x="267" y="4"/>
                    <a:pt x="343" y="80"/>
                    <a:pt x="343" y="173"/>
                  </a:cubicBezTo>
                  <a:cubicBezTo>
                    <a:pt x="343" y="267"/>
                    <a:pt x="267" y="343"/>
                    <a:pt x="174" y="343"/>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nchor="ctr"/>
            <a:lstStyle/>
            <a:p>
              <a:pPr algn="ctr"/>
              <a:endParaRPr>
                <a:solidFill>
                  <a:schemeClr val="accent1"/>
                </a:solidFill>
              </a:endParaRPr>
            </a:p>
          </p:txBody>
        </p:sp>
        <p:sp>
          <p:nvSpPr>
            <p:cNvPr id="76" name="íšlíḓe">
              <a:extLst>
                <a:ext uri="{FF2B5EF4-FFF2-40B4-BE49-F238E27FC236}">
                  <a16:creationId xmlns:a16="http://schemas.microsoft.com/office/drawing/2014/main" xmlns="" id="{4B66A7D6-E004-4DEB-A333-8F1781C8BA82}"/>
                </a:ext>
              </a:extLst>
            </p:cNvPr>
            <p:cNvSpPr/>
            <p:nvPr/>
          </p:nvSpPr>
          <p:spPr bwMode="auto">
            <a:xfrm>
              <a:off x="3481524" y="1212226"/>
              <a:ext cx="440834" cy="377758"/>
            </a:xfrm>
            <a:custGeom>
              <a:avLst/>
              <a:gdLst>
                <a:gd name="T0" fmla="*/ 28 w 192"/>
                <a:gd name="T1" fmla="*/ 164 h 164"/>
                <a:gd name="T2" fmla="*/ 31 w 192"/>
                <a:gd name="T3" fmla="*/ 164 h 164"/>
                <a:gd name="T4" fmla="*/ 2 w 192"/>
                <a:gd name="T5" fmla="*/ 96 h 164"/>
                <a:gd name="T6" fmla="*/ 96 w 192"/>
                <a:gd name="T7" fmla="*/ 2 h 164"/>
                <a:gd name="T8" fmla="*/ 190 w 192"/>
                <a:gd name="T9" fmla="*/ 96 h 164"/>
                <a:gd name="T10" fmla="*/ 160 w 192"/>
                <a:gd name="T11" fmla="*/ 164 h 164"/>
                <a:gd name="T12" fmla="*/ 163 w 192"/>
                <a:gd name="T13" fmla="*/ 164 h 164"/>
                <a:gd name="T14" fmla="*/ 192 w 192"/>
                <a:gd name="T15" fmla="*/ 96 h 164"/>
                <a:gd name="T16" fmla="*/ 96 w 192"/>
                <a:gd name="T17" fmla="*/ 0 h 164"/>
                <a:gd name="T18" fmla="*/ 0 w 192"/>
                <a:gd name="T19" fmla="*/ 96 h 164"/>
                <a:gd name="T20" fmla="*/ 28 w 192"/>
                <a:gd name="T21" fmla="*/ 164 h 1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92" h="164">
                  <a:moveTo>
                    <a:pt x="28" y="164"/>
                  </a:moveTo>
                  <a:cubicBezTo>
                    <a:pt x="31" y="164"/>
                    <a:pt x="31" y="164"/>
                    <a:pt x="31" y="164"/>
                  </a:cubicBezTo>
                  <a:cubicBezTo>
                    <a:pt x="13" y="147"/>
                    <a:pt x="2" y="123"/>
                    <a:pt x="2" y="96"/>
                  </a:cubicBezTo>
                  <a:cubicBezTo>
                    <a:pt x="2" y="45"/>
                    <a:pt x="44" y="2"/>
                    <a:pt x="96" y="2"/>
                  </a:cubicBezTo>
                  <a:cubicBezTo>
                    <a:pt x="147" y="2"/>
                    <a:pt x="190" y="45"/>
                    <a:pt x="190" y="96"/>
                  </a:cubicBezTo>
                  <a:cubicBezTo>
                    <a:pt x="190" y="123"/>
                    <a:pt x="178" y="147"/>
                    <a:pt x="160" y="164"/>
                  </a:cubicBezTo>
                  <a:cubicBezTo>
                    <a:pt x="163" y="164"/>
                    <a:pt x="163" y="164"/>
                    <a:pt x="163" y="164"/>
                  </a:cubicBezTo>
                  <a:cubicBezTo>
                    <a:pt x="181" y="147"/>
                    <a:pt x="192" y="123"/>
                    <a:pt x="192" y="96"/>
                  </a:cubicBezTo>
                  <a:cubicBezTo>
                    <a:pt x="192" y="43"/>
                    <a:pt x="148" y="0"/>
                    <a:pt x="96" y="0"/>
                  </a:cubicBezTo>
                  <a:cubicBezTo>
                    <a:pt x="43" y="0"/>
                    <a:pt x="0" y="43"/>
                    <a:pt x="0" y="96"/>
                  </a:cubicBezTo>
                  <a:cubicBezTo>
                    <a:pt x="0" y="123"/>
                    <a:pt x="11" y="147"/>
                    <a:pt x="28" y="16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nchor="ctr"/>
            <a:lstStyle/>
            <a:p>
              <a:pPr algn="ctr"/>
              <a:endParaRPr>
                <a:solidFill>
                  <a:schemeClr val="accent1"/>
                </a:solidFill>
              </a:endParaRPr>
            </a:p>
          </p:txBody>
        </p:sp>
        <p:sp>
          <p:nvSpPr>
            <p:cNvPr id="77" name="ïṣļïḍê">
              <a:extLst>
                <a:ext uri="{FF2B5EF4-FFF2-40B4-BE49-F238E27FC236}">
                  <a16:creationId xmlns:a16="http://schemas.microsoft.com/office/drawing/2014/main" xmlns="" id="{B4922DEA-0C0F-4906-A14A-B3EB1D6E5A5C}"/>
                </a:ext>
              </a:extLst>
            </p:cNvPr>
            <p:cNvSpPr/>
            <p:nvPr/>
          </p:nvSpPr>
          <p:spPr bwMode="auto">
            <a:xfrm>
              <a:off x="3972118" y="1573864"/>
              <a:ext cx="85504" cy="46256"/>
            </a:xfrm>
            <a:custGeom>
              <a:avLst/>
              <a:gdLst>
                <a:gd name="T0" fmla="*/ 36 w 37"/>
                <a:gd name="T1" fmla="*/ 20 h 20"/>
                <a:gd name="T2" fmla="*/ 22 w 37"/>
                <a:gd name="T3" fmla="*/ 16 h 20"/>
                <a:gd name="T4" fmla="*/ 0 w 37"/>
                <a:gd name="T5" fmla="*/ 20 h 20"/>
                <a:gd name="T6" fmla="*/ 1 w 37"/>
                <a:gd name="T7" fmla="*/ 16 h 20"/>
                <a:gd name="T8" fmla="*/ 12 w 37"/>
                <a:gd name="T9" fmla="*/ 14 h 20"/>
                <a:gd name="T10" fmla="*/ 19 w 37"/>
                <a:gd name="T11" fmla="*/ 14 h 20"/>
                <a:gd name="T12" fmla="*/ 13 w 37"/>
                <a:gd name="T13" fmla="*/ 10 h 20"/>
                <a:gd name="T14" fmla="*/ 5 w 37"/>
                <a:gd name="T15" fmla="*/ 3 h 20"/>
                <a:gd name="T16" fmla="*/ 6 w 37"/>
                <a:gd name="T17" fmla="*/ 0 h 20"/>
                <a:gd name="T18" fmla="*/ 23 w 37"/>
                <a:gd name="T19" fmla="*/ 13 h 20"/>
                <a:gd name="T20" fmla="*/ 37 w 37"/>
                <a:gd name="T21" fmla="*/ 17 h 20"/>
                <a:gd name="T22" fmla="*/ 36 w 37"/>
                <a:gd name="T23" fmla="*/ 20 h 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37" h="20">
                  <a:moveTo>
                    <a:pt x="36" y="20"/>
                  </a:moveTo>
                  <a:cubicBezTo>
                    <a:pt x="22" y="16"/>
                    <a:pt x="22" y="16"/>
                    <a:pt x="22" y="16"/>
                  </a:cubicBezTo>
                  <a:cubicBezTo>
                    <a:pt x="0" y="20"/>
                    <a:pt x="0" y="20"/>
                    <a:pt x="0" y="20"/>
                  </a:cubicBezTo>
                  <a:cubicBezTo>
                    <a:pt x="1" y="16"/>
                    <a:pt x="1" y="16"/>
                    <a:pt x="1" y="16"/>
                  </a:cubicBezTo>
                  <a:cubicBezTo>
                    <a:pt x="12" y="14"/>
                    <a:pt x="12" y="14"/>
                    <a:pt x="12" y="14"/>
                  </a:cubicBezTo>
                  <a:cubicBezTo>
                    <a:pt x="14" y="14"/>
                    <a:pt x="17" y="14"/>
                    <a:pt x="19" y="14"/>
                  </a:cubicBezTo>
                  <a:cubicBezTo>
                    <a:pt x="17" y="13"/>
                    <a:pt x="15" y="11"/>
                    <a:pt x="13" y="10"/>
                  </a:cubicBezTo>
                  <a:cubicBezTo>
                    <a:pt x="5" y="3"/>
                    <a:pt x="5" y="3"/>
                    <a:pt x="5" y="3"/>
                  </a:cubicBezTo>
                  <a:cubicBezTo>
                    <a:pt x="6" y="0"/>
                    <a:pt x="6" y="0"/>
                    <a:pt x="6" y="0"/>
                  </a:cubicBezTo>
                  <a:cubicBezTo>
                    <a:pt x="23" y="13"/>
                    <a:pt x="23" y="13"/>
                    <a:pt x="23" y="13"/>
                  </a:cubicBezTo>
                  <a:cubicBezTo>
                    <a:pt x="37" y="17"/>
                    <a:pt x="37" y="17"/>
                    <a:pt x="37" y="17"/>
                  </a:cubicBezTo>
                  <a:lnTo>
                    <a:pt x="36" y="20"/>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nchor="ctr"/>
            <a:lstStyle/>
            <a:p>
              <a:pPr algn="ctr"/>
              <a:endParaRPr>
                <a:solidFill>
                  <a:schemeClr val="accent1"/>
                </a:solidFill>
              </a:endParaRPr>
            </a:p>
          </p:txBody>
        </p:sp>
        <p:sp>
          <p:nvSpPr>
            <p:cNvPr id="78" name="ís1íḍe">
              <a:extLst>
                <a:ext uri="{FF2B5EF4-FFF2-40B4-BE49-F238E27FC236}">
                  <a16:creationId xmlns:a16="http://schemas.microsoft.com/office/drawing/2014/main" xmlns="" id="{928C5D87-94D1-4023-817C-5C392632E1BC}"/>
                </a:ext>
              </a:extLst>
            </p:cNvPr>
            <p:cNvSpPr/>
            <p:nvPr/>
          </p:nvSpPr>
          <p:spPr bwMode="auto">
            <a:xfrm>
              <a:off x="4302919" y="1198209"/>
              <a:ext cx="54666" cy="94615"/>
            </a:xfrm>
            <a:custGeom>
              <a:avLst/>
              <a:gdLst>
                <a:gd name="T0" fmla="*/ 20 w 24"/>
                <a:gd name="T1" fmla="*/ 28 h 41"/>
                <a:gd name="T2" fmla="*/ 14 w 24"/>
                <a:gd name="T3" fmla="*/ 9 h 41"/>
                <a:gd name="T4" fmla="*/ 4 w 24"/>
                <a:gd name="T5" fmla="*/ 10 h 41"/>
                <a:gd name="T6" fmla="*/ 5 w 24"/>
                <a:gd name="T7" fmla="*/ 32 h 41"/>
                <a:gd name="T8" fmla="*/ 20 w 24"/>
                <a:gd name="T9" fmla="*/ 28 h 41"/>
              </a:gdLst>
              <a:ahLst/>
              <a:cxnLst>
                <a:cxn ang="0">
                  <a:pos x="T0" y="T1"/>
                </a:cxn>
                <a:cxn ang="0">
                  <a:pos x="T2" y="T3"/>
                </a:cxn>
                <a:cxn ang="0">
                  <a:pos x="T4" y="T5"/>
                </a:cxn>
                <a:cxn ang="0">
                  <a:pos x="T6" y="T7"/>
                </a:cxn>
                <a:cxn ang="0">
                  <a:pos x="T8" y="T9"/>
                </a:cxn>
              </a:cxnLst>
              <a:rect l="0" t="0" r="r" b="b"/>
              <a:pathLst>
                <a:path w="24" h="41">
                  <a:moveTo>
                    <a:pt x="20" y="28"/>
                  </a:moveTo>
                  <a:cubicBezTo>
                    <a:pt x="24" y="20"/>
                    <a:pt x="14" y="9"/>
                    <a:pt x="14" y="9"/>
                  </a:cubicBezTo>
                  <a:cubicBezTo>
                    <a:pt x="14" y="9"/>
                    <a:pt x="8" y="0"/>
                    <a:pt x="4" y="10"/>
                  </a:cubicBezTo>
                  <a:cubicBezTo>
                    <a:pt x="0" y="20"/>
                    <a:pt x="0" y="23"/>
                    <a:pt x="5" y="32"/>
                  </a:cubicBezTo>
                  <a:cubicBezTo>
                    <a:pt x="9" y="41"/>
                    <a:pt x="16" y="35"/>
                    <a:pt x="20" y="28"/>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nchor="ctr"/>
            <a:lstStyle/>
            <a:p>
              <a:pPr algn="ctr"/>
              <a:endParaRPr>
                <a:solidFill>
                  <a:schemeClr val="accent1"/>
                </a:solidFill>
              </a:endParaRPr>
            </a:p>
          </p:txBody>
        </p:sp>
        <p:sp>
          <p:nvSpPr>
            <p:cNvPr id="79" name="íşlïḋe">
              <a:extLst>
                <a:ext uri="{FF2B5EF4-FFF2-40B4-BE49-F238E27FC236}">
                  <a16:creationId xmlns:a16="http://schemas.microsoft.com/office/drawing/2014/main" xmlns="" id="{94D36301-D005-445A-8DAC-A56C31728D3D}"/>
                </a:ext>
              </a:extLst>
            </p:cNvPr>
            <p:cNvSpPr/>
            <p:nvPr/>
          </p:nvSpPr>
          <p:spPr bwMode="auto">
            <a:xfrm>
              <a:off x="4279791" y="1281610"/>
              <a:ext cx="57470" cy="91811"/>
            </a:xfrm>
            <a:custGeom>
              <a:avLst/>
              <a:gdLst>
                <a:gd name="T0" fmla="*/ 4 w 25"/>
                <a:gd name="T1" fmla="*/ 34 h 40"/>
                <a:gd name="T2" fmla="*/ 13 w 25"/>
                <a:gd name="T3" fmla="*/ 36 h 40"/>
                <a:gd name="T4" fmla="*/ 21 w 25"/>
                <a:gd name="T5" fmla="*/ 17 h 40"/>
                <a:gd name="T6" fmla="*/ 14 w 25"/>
                <a:gd name="T7" fmla="*/ 10 h 40"/>
                <a:gd name="T8" fmla="*/ 10 w 25"/>
                <a:gd name="T9" fmla="*/ 4 h 40"/>
                <a:gd name="T10" fmla="*/ 0 w 25"/>
                <a:gd name="T11" fmla="*/ 13 h 40"/>
                <a:gd name="T12" fmla="*/ 5 w 25"/>
                <a:gd name="T13" fmla="*/ 25 h 40"/>
                <a:gd name="T14" fmla="*/ 4 w 25"/>
                <a:gd name="T15" fmla="*/ 34 h 4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5" h="40">
                  <a:moveTo>
                    <a:pt x="4" y="34"/>
                  </a:moveTo>
                  <a:cubicBezTo>
                    <a:pt x="4" y="34"/>
                    <a:pt x="2" y="40"/>
                    <a:pt x="13" y="36"/>
                  </a:cubicBezTo>
                  <a:cubicBezTo>
                    <a:pt x="23" y="31"/>
                    <a:pt x="25" y="21"/>
                    <a:pt x="21" y="17"/>
                  </a:cubicBezTo>
                  <a:cubicBezTo>
                    <a:pt x="18" y="12"/>
                    <a:pt x="14" y="10"/>
                    <a:pt x="14" y="10"/>
                  </a:cubicBezTo>
                  <a:cubicBezTo>
                    <a:pt x="14" y="10"/>
                    <a:pt x="11" y="8"/>
                    <a:pt x="10" y="4"/>
                  </a:cubicBezTo>
                  <a:cubicBezTo>
                    <a:pt x="9" y="0"/>
                    <a:pt x="1" y="9"/>
                    <a:pt x="0" y="13"/>
                  </a:cubicBezTo>
                  <a:cubicBezTo>
                    <a:pt x="0" y="18"/>
                    <a:pt x="1" y="20"/>
                    <a:pt x="5" y="25"/>
                  </a:cubicBezTo>
                  <a:cubicBezTo>
                    <a:pt x="8" y="30"/>
                    <a:pt x="4" y="34"/>
                    <a:pt x="4" y="3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nchor="ctr"/>
            <a:lstStyle/>
            <a:p>
              <a:pPr algn="ctr"/>
              <a:endParaRPr>
                <a:solidFill>
                  <a:schemeClr val="accent1"/>
                </a:solidFill>
              </a:endParaRPr>
            </a:p>
          </p:txBody>
        </p:sp>
        <p:sp>
          <p:nvSpPr>
            <p:cNvPr id="80" name="iŝļîḍé">
              <a:extLst>
                <a:ext uri="{FF2B5EF4-FFF2-40B4-BE49-F238E27FC236}">
                  <a16:creationId xmlns:a16="http://schemas.microsoft.com/office/drawing/2014/main" xmlns="" id="{3DFD2540-4994-4A93-AA7E-B032F668F3A7}"/>
                </a:ext>
              </a:extLst>
            </p:cNvPr>
            <p:cNvSpPr/>
            <p:nvPr/>
          </p:nvSpPr>
          <p:spPr bwMode="auto">
            <a:xfrm>
              <a:off x="4231432" y="1248670"/>
              <a:ext cx="330100" cy="295058"/>
            </a:xfrm>
            <a:custGeom>
              <a:avLst/>
              <a:gdLst>
                <a:gd name="T0" fmla="*/ 138 w 144"/>
                <a:gd name="T1" fmla="*/ 24 h 128"/>
                <a:gd name="T2" fmla="*/ 135 w 144"/>
                <a:gd name="T3" fmla="*/ 20 h 128"/>
                <a:gd name="T4" fmla="*/ 126 w 144"/>
                <a:gd name="T5" fmla="*/ 23 h 128"/>
                <a:gd name="T6" fmla="*/ 117 w 144"/>
                <a:gd name="T7" fmla="*/ 29 h 128"/>
                <a:gd name="T8" fmla="*/ 120 w 144"/>
                <a:gd name="T9" fmla="*/ 23 h 128"/>
                <a:gd name="T10" fmla="*/ 131 w 144"/>
                <a:gd name="T11" fmla="*/ 15 h 128"/>
                <a:gd name="T12" fmla="*/ 138 w 144"/>
                <a:gd name="T13" fmla="*/ 9 h 128"/>
                <a:gd name="T14" fmla="*/ 127 w 144"/>
                <a:gd name="T15" fmla="*/ 5 h 128"/>
                <a:gd name="T16" fmla="*/ 112 w 144"/>
                <a:gd name="T17" fmla="*/ 5 h 128"/>
                <a:gd name="T18" fmla="*/ 102 w 144"/>
                <a:gd name="T19" fmla="*/ 8 h 128"/>
                <a:gd name="T20" fmla="*/ 100 w 144"/>
                <a:gd name="T21" fmla="*/ 24 h 128"/>
                <a:gd name="T22" fmla="*/ 88 w 144"/>
                <a:gd name="T23" fmla="*/ 33 h 128"/>
                <a:gd name="T24" fmla="*/ 83 w 144"/>
                <a:gd name="T25" fmla="*/ 31 h 128"/>
                <a:gd name="T26" fmla="*/ 91 w 144"/>
                <a:gd name="T27" fmla="*/ 26 h 128"/>
                <a:gd name="T28" fmla="*/ 91 w 144"/>
                <a:gd name="T29" fmla="*/ 21 h 128"/>
                <a:gd name="T30" fmla="*/ 82 w 144"/>
                <a:gd name="T31" fmla="*/ 10 h 128"/>
                <a:gd name="T32" fmla="*/ 70 w 144"/>
                <a:gd name="T33" fmla="*/ 12 h 128"/>
                <a:gd name="T34" fmla="*/ 63 w 144"/>
                <a:gd name="T35" fmla="*/ 30 h 128"/>
                <a:gd name="T36" fmla="*/ 58 w 144"/>
                <a:gd name="T37" fmla="*/ 42 h 128"/>
                <a:gd name="T38" fmla="*/ 58 w 144"/>
                <a:gd name="T39" fmla="*/ 52 h 128"/>
                <a:gd name="T40" fmla="*/ 39 w 144"/>
                <a:gd name="T41" fmla="*/ 61 h 128"/>
                <a:gd name="T42" fmla="*/ 35 w 144"/>
                <a:gd name="T43" fmla="*/ 58 h 128"/>
                <a:gd name="T44" fmla="*/ 9 w 144"/>
                <a:gd name="T45" fmla="*/ 90 h 128"/>
                <a:gd name="T46" fmla="*/ 3 w 144"/>
                <a:gd name="T47" fmla="*/ 115 h 128"/>
                <a:gd name="T48" fmla="*/ 20 w 144"/>
                <a:gd name="T49" fmla="*/ 114 h 128"/>
                <a:gd name="T50" fmla="*/ 33 w 144"/>
                <a:gd name="T51" fmla="*/ 82 h 128"/>
                <a:gd name="T52" fmla="*/ 42 w 144"/>
                <a:gd name="T53" fmla="*/ 80 h 128"/>
                <a:gd name="T54" fmla="*/ 56 w 144"/>
                <a:gd name="T55" fmla="*/ 73 h 128"/>
                <a:gd name="T56" fmla="*/ 58 w 144"/>
                <a:gd name="T57" fmla="*/ 79 h 128"/>
                <a:gd name="T58" fmla="*/ 58 w 144"/>
                <a:gd name="T59" fmla="*/ 89 h 128"/>
                <a:gd name="T60" fmla="*/ 76 w 144"/>
                <a:gd name="T61" fmla="*/ 70 h 128"/>
                <a:gd name="T62" fmla="*/ 77 w 144"/>
                <a:gd name="T63" fmla="*/ 60 h 128"/>
                <a:gd name="T64" fmla="*/ 95 w 144"/>
                <a:gd name="T65" fmla="*/ 42 h 128"/>
                <a:gd name="T66" fmla="*/ 95 w 144"/>
                <a:gd name="T67" fmla="*/ 53 h 128"/>
                <a:gd name="T68" fmla="*/ 96 w 144"/>
                <a:gd name="T69" fmla="*/ 67 h 128"/>
                <a:gd name="T70" fmla="*/ 113 w 144"/>
                <a:gd name="T71" fmla="*/ 50 h 128"/>
                <a:gd name="T72" fmla="*/ 116 w 144"/>
                <a:gd name="T73" fmla="*/ 50 h 128"/>
                <a:gd name="T74" fmla="*/ 117 w 144"/>
                <a:gd name="T75" fmla="*/ 87 h 128"/>
                <a:gd name="T76" fmla="*/ 135 w 144"/>
                <a:gd name="T77" fmla="*/ 66 h 128"/>
                <a:gd name="T78" fmla="*/ 134 w 144"/>
                <a:gd name="T79" fmla="*/ 40 h 128"/>
                <a:gd name="T80" fmla="*/ 144 w 144"/>
                <a:gd name="T81" fmla="*/ 28 h 128"/>
                <a:gd name="T82" fmla="*/ 138 w 144"/>
                <a:gd name="T83" fmla="*/ 24 h 1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144" h="128">
                  <a:moveTo>
                    <a:pt x="138" y="24"/>
                  </a:moveTo>
                  <a:cubicBezTo>
                    <a:pt x="138" y="24"/>
                    <a:pt x="135" y="23"/>
                    <a:pt x="135" y="20"/>
                  </a:cubicBezTo>
                  <a:cubicBezTo>
                    <a:pt x="135" y="20"/>
                    <a:pt x="130" y="17"/>
                    <a:pt x="126" y="23"/>
                  </a:cubicBezTo>
                  <a:cubicBezTo>
                    <a:pt x="122" y="28"/>
                    <a:pt x="120" y="30"/>
                    <a:pt x="117" y="29"/>
                  </a:cubicBezTo>
                  <a:cubicBezTo>
                    <a:pt x="114" y="28"/>
                    <a:pt x="118" y="25"/>
                    <a:pt x="120" y="23"/>
                  </a:cubicBezTo>
                  <a:cubicBezTo>
                    <a:pt x="123" y="22"/>
                    <a:pt x="127" y="16"/>
                    <a:pt x="131" y="15"/>
                  </a:cubicBezTo>
                  <a:cubicBezTo>
                    <a:pt x="136" y="14"/>
                    <a:pt x="138" y="14"/>
                    <a:pt x="138" y="9"/>
                  </a:cubicBezTo>
                  <a:cubicBezTo>
                    <a:pt x="138" y="5"/>
                    <a:pt x="137" y="0"/>
                    <a:pt x="127" y="5"/>
                  </a:cubicBezTo>
                  <a:cubicBezTo>
                    <a:pt x="117" y="10"/>
                    <a:pt x="114" y="9"/>
                    <a:pt x="112" y="5"/>
                  </a:cubicBezTo>
                  <a:cubicBezTo>
                    <a:pt x="109" y="0"/>
                    <a:pt x="103" y="1"/>
                    <a:pt x="102" y="8"/>
                  </a:cubicBezTo>
                  <a:cubicBezTo>
                    <a:pt x="102" y="16"/>
                    <a:pt x="100" y="24"/>
                    <a:pt x="100" y="24"/>
                  </a:cubicBezTo>
                  <a:cubicBezTo>
                    <a:pt x="88" y="33"/>
                    <a:pt x="88" y="33"/>
                    <a:pt x="88" y="33"/>
                  </a:cubicBezTo>
                  <a:cubicBezTo>
                    <a:pt x="88" y="33"/>
                    <a:pt x="79" y="34"/>
                    <a:pt x="83" y="31"/>
                  </a:cubicBezTo>
                  <a:cubicBezTo>
                    <a:pt x="87" y="27"/>
                    <a:pt x="91" y="26"/>
                    <a:pt x="91" y="26"/>
                  </a:cubicBezTo>
                  <a:cubicBezTo>
                    <a:pt x="91" y="21"/>
                    <a:pt x="91" y="21"/>
                    <a:pt x="91" y="21"/>
                  </a:cubicBezTo>
                  <a:cubicBezTo>
                    <a:pt x="91" y="21"/>
                    <a:pt x="84" y="15"/>
                    <a:pt x="82" y="10"/>
                  </a:cubicBezTo>
                  <a:cubicBezTo>
                    <a:pt x="80" y="4"/>
                    <a:pt x="71" y="2"/>
                    <a:pt x="70" y="12"/>
                  </a:cubicBezTo>
                  <a:cubicBezTo>
                    <a:pt x="69" y="22"/>
                    <a:pt x="68" y="27"/>
                    <a:pt x="63" y="30"/>
                  </a:cubicBezTo>
                  <a:cubicBezTo>
                    <a:pt x="58" y="34"/>
                    <a:pt x="48" y="39"/>
                    <a:pt x="58" y="42"/>
                  </a:cubicBezTo>
                  <a:cubicBezTo>
                    <a:pt x="67" y="45"/>
                    <a:pt x="61" y="48"/>
                    <a:pt x="58" y="52"/>
                  </a:cubicBezTo>
                  <a:cubicBezTo>
                    <a:pt x="54" y="56"/>
                    <a:pt x="42" y="65"/>
                    <a:pt x="39" y="61"/>
                  </a:cubicBezTo>
                  <a:cubicBezTo>
                    <a:pt x="35" y="58"/>
                    <a:pt x="35" y="58"/>
                    <a:pt x="35" y="58"/>
                  </a:cubicBezTo>
                  <a:cubicBezTo>
                    <a:pt x="35" y="58"/>
                    <a:pt x="18" y="82"/>
                    <a:pt x="9" y="90"/>
                  </a:cubicBezTo>
                  <a:cubicBezTo>
                    <a:pt x="1" y="97"/>
                    <a:pt x="0" y="105"/>
                    <a:pt x="3" y="115"/>
                  </a:cubicBezTo>
                  <a:cubicBezTo>
                    <a:pt x="5" y="126"/>
                    <a:pt x="17" y="128"/>
                    <a:pt x="20" y="114"/>
                  </a:cubicBezTo>
                  <a:cubicBezTo>
                    <a:pt x="22" y="100"/>
                    <a:pt x="29" y="88"/>
                    <a:pt x="33" y="82"/>
                  </a:cubicBezTo>
                  <a:cubicBezTo>
                    <a:pt x="37" y="75"/>
                    <a:pt x="42" y="80"/>
                    <a:pt x="42" y="80"/>
                  </a:cubicBezTo>
                  <a:cubicBezTo>
                    <a:pt x="42" y="80"/>
                    <a:pt x="51" y="80"/>
                    <a:pt x="56" y="73"/>
                  </a:cubicBezTo>
                  <a:cubicBezTo>
                    <a:pt x="60" y="66"/>
                    <a:pt x="60" y="76"/>
                    <a:pt x="58" y="79"/>
                  </a:cubicBezTo>
                  <a:cubicBezTo>
                    <a:pt x="56" y="82"/>
                    <a:pt x="49" y="89"/>
                    <a:pt x="58" y="89"/>
                  </a:cubicBezTo>
                  <a:cubicBezTo>
                    <a:pt x="66" y="89"/>
                    <a:pt x="73" y="80"/>
                    <a:pt x="76" y="70"/>
                  </a:cubicBezTo>
                  <a:cubicBezTo>
                    <a:pt x="77" y="60"/>
                    <a:pt x="77" y="60"/>
                    <a:pt x="77" y="60"/>
                  </a:cubicBezTo>
                  <a:cubicBezTo>
                    <a:pt x="77" y="60"/>
                    <a:pt x="88" y="47"/>
                    <a:pt x="95" y="42"/>
                  </a:cubicBezTo>
                  <a:cubicBezTo>
                    <a:pt x="95" y="53"/>
                    <a:pt x="95" y="53"/>
                    <a:pt x="95" y="53"/>
                  </a:cubicBezTo>
                  <a:cubicBezTo>
                    <a:pt x="95" y="53"/>
                    <a:pt x="86" y="65"/>
                    <a:pt x="96" y="67"/>
                  </a:cubicBezTo>
                  <a:cubicBezTo>
                    <a:pt x="106" y="69"/>
                    <a:pt x="110" y="61"/>
                    <a:pt x="113" y="50"/>
                  </a:cubicBezTo>
                  <a:cubicBezTo>
                    <a:pt x="116" y="50"/>
                    <a:pt x="116" y="50"/>
                    <a:pt x="116" y="50"/>
                  </a:cubicBezTo>
                  <a:cubicBezTo>
                    <a:pt x="117" y="87"/>
                    <a:pt x="117" y="87"/>
                    <a:pt x="117" y="87"/>
                  </a:cubicBezTo>
                  <a:cubicBezTo>
                    <a:pt x="117" y="87"/>
                    <a:pt x="132" y="87"/>
                    <a:pt x="135" y="66"/>
                  </a:cubicBezTo>
                  <a:cubicBezTo>
                    <a:pt x="134" y="40"/>
                    <a:pt x="134" y="40"/>
                    <a:pt x="134" y="40"/>
                  </a:cubicBezTo>
                  <a:cubicBezTo>
                    <a:pt x="134" y="40"/>
                    <a:pt x="143" y="34"/>
                    <a:pt x="144" y="28"/>
                  </a:cubicBezTo>
                  <a:cubicBezTo>
                    <a:pt x="144" y="23"/>
                    <a:pt x="138" y="24"/>
                    <a:pt x="138" y="2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nchor="ctr"/>
            <a:lstStyle/>
            <a:p>
              <a:pPr algn="ctr"/>
              <a:endParaRPr>
                <a:solidFill>
                  <a:schemeClr val="accent1"/>
                </a:solidFill>
              </a:endParaRPr>
            </a:p>
          </p:txBody>
        </p:sp>
        <p:sp>
          <p:nvSpPr>
            <p:cNvPr id="81" name="íṧḷídé">
              <a:extLst>
                <a:ext uri="{FF2B5EF4-FFF2-40B4-BE49-F238E27FC236}">
                  <a16:creationId xmlns:a16="http://schemas.microsoft.com/office/drawing/2014/main" xmlns="" id="{6327977E-3CCD-4707-B59D-8CAC8B9891EC}"/>
                </a:ext>
              </a:extLst>
            </p:cNvPr>
            <p:cNvSpPr/>
            <p:nvPr/>
          </p:nvSpPr>
          <p:spPr bwMode="auto">
            <a:xfrm>
              <a:off x="4768283" y="1194004"/>
              <a:ext cx="52564" cy="82700"/>
            </a:xfrm>
            <a:custGeom>
              <a:avLst/>
              <a:gdLst>
                <a:gd name="T0" fmla="*/ 10 w 23"/>
                <a:gd name="T1" fmla="*/ 6 h 36"/>
                <a:gd name="T2" fmla="*/ 3 w 23"/>
                <a:gd name="T3" fmla="*/ 10 h 36"/>
                <a:gd name="T4" fmla="*/ 3 w 23"/>
                <a:gd name="T5" fmla="*/ 30 h 36"/>
                <a:gd name="T6" fmla="*/ 19 w 23"/>
                <a:gd name="T7" fmla="*/ 30 h 36"/>
                <a:gd name="T8" fmla="*/ 18 w 23"/>
                <a:gd name="T9" fmla="*/ 14 h 36"/>
                <a:gd name="T10" fmla="*/ 10 w 23"/>
                <a:gd name="T11" fmla="*/ 6 h 36"/>
              </a:gdLst>
              <a:ahLst/>
              <a:cxnLst>
                <a:cxn ang="0">
                  <a:pos x="T0" y="T1"/>
                </a:cxn>
                <a:cxn ang="0">
                  <a:pos x="T2" y="T3"/>
                </a:cxn>
                <a:cxn ang="0">
                  <a:pos x="T4" y="T5"/>
                </a:cxn>
                <a:cxn ang="0">
                  <a:pos x="T6" y="T7"/>
                </a:cxn>
                <a:cxn ang="0">
                  <a:pos x="T8" y="T9"/>
                </a:cxn>
                <a:cxn ang="0">
                  <a:pos x="T10" y="T11"/>
                </a:cxn>
              </a:cxnLst>
              <a:rect l="0" t="0" r="r" b="b"/>
              <a:pathLst>
                <a:path w="23" h="36">
                  <a:moveTo>
                    <a:pt x="10" y="6"/>
                  </a:moveTo>
                  <a:cubicBezTo>
                    <a:pt x="10" y="6"/>
                    <a:pt x="6" y="0"/>
                    <a:pt x="3" y="10"/>
                  </a:cubicBezTo>
                  <a:cubicBezTo>
                    <a:pt x="0" y="19"/>
                    <a:pt x="4" y="24"/>
                    <a:pt x="3" y="30"/>
                  </a:cubicBezTo>
                  <a:cubicBezTo>
                    <a:pt x="2" y="36"/>
                    <a:pt x="15" y="34"/>
                    <a:pt x="19" y="30"/>
                  </a:cubicBezTo>
                  <a:cubicBezTo>
                    <a:pt x="23" y="27"/>
                    <a:pt x="23" y="18"/>
                    <a:pt x="18" y="14"/>
                  </a:cubicBezTo>
                  <a:cubicBezTo>
                    <a:pt x="12" y="9"/>
                    <a:pt x="10" y="6"/>
                    <a:pt x="10" y="6"/>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nchor="ctr"/>
            <a:lstStyle/>
            <a:p>
              <a:pPr algn="ctr"/>
              <a:endParaRPr>
                <a:solidFill>
                  <a:schemeClr val="accent1"/>
                </a:solidFill>
              </a:endParaRPr>
            </a:p>
          </p:txBody>
        </p:sp>
        <p:sp>
          <p:nvSpPr>
            <p:cNvPr id="82" name="îSḻiḋe">
              <a:extLst>
                <a:ext uri="{FF2B5EF4-FFF2-40B4-BE49-F238E27FC236}">
                  <a16:creationId xmlns:a16="http://schemas.microsoft.com/office/drawing/2014/main" xmlns="" id="{AA22A11B-68FA-4CED-B2E4-E0A59BD6C180}"/>
                </a:ext>
              </a:extLst>
            </p:cNvPr>
            <p:cNvSpPr/>
            <p:nvPr/>
          </p:nvSpPr>
          <p:spPr bwMode="auto">
            <a:xfrm>
              <a:off x="4726932" y="1285815"/>
              <a:ext cx="61675" cy="80598"/>
            </a:xfrm>
            <a:custGeom>
              <a:avLst/>
              <a:gdLst>
                <a:gd name="T0" fmla="*/ 8 w 27"/>
                <a:gd name="T1" fmla="*/ 31 h 35"/>
                <a:gd name="T2" fmla="*/ 21 w 27"/>
                <a:gd name="T3" fmla="*/ 25 h 35"/>
                <a:gd name="T4" fmla="*/ 16 w 27"/>
                <a:gd name="T5" fmla="*/ 8 h 35"/>
                <a:gd name="T6" fmla="*/ 8 w 27"/>
                <a:gd name="T7" fmla="*/ 4 h 35"/>
                <a:gd name="T8" fmla="*/ 2 w 27"/>
                <a:gd name="T9" fmla="*/ 19 h 35"/>
                <a:gd name="T10" fmla="*/ 8 w 27"/>
                <a:gd name="T11" fmla="*/ 31 h 35"/>
              </a:gdLst>
              <a:ahLst/>
              <a:cxnLst>
                <a:cxn ang="0">
                  <a:pos x="T0" y="T1"/>
                </a:cxn>
                <a:cxn ang="0">
                  <a:pos x="T2" y="T3"/>
                </a:cxn>
                <a:cxn ang="0">
                  <a:pos x="T4" y="T5"/>
                </a:cxn>
                <a:cxn ang="0">
                  <a:pos x="T6" y="T7"/>
                </a:cxn>
                <a:cxn ang="0">
                  <a:pos x="T8" y="T9"/>
                </a:cxn>
                <a:cxn ang="0">
                  <a:pos x="T10" y="T11"/>
                </a:cxn>
              </a:cxnLst>
              <a:rect l="0" t="0" r="r" b="b"/>
              <a:pathLst>
                <a:path w="27" h="35">
                  <a:moveTo>
                    <a:pt x="8" y="31"/>
                  </a:moveTo>
                  <a:cubicBezTo>
                    <a:pt x="8" y="31"/>
                    <a:pt x="15" y="35"/>
                    <a:pt x="21" y="25"/>
                  </a:cubicBezTo>
                  <a:cubicBezTo>
                    <a:pt x="27" y="14"/>
                    <a:pt x="16" y="8"/>
                    <a:pt x="16" y="8"/>
                  </a:cubicBezTo>
                  <a:cubicBezTo>
                    <a:pt x="16" y="8"/>
                    <a:pt x="13" y="0"/>
                    <a:pt x="8" y="4"/>
                  </a:cubicBezTo>
                  <a:cubicBezTo>
                    <a:pt x="3" y="7"/>
                    <a:pt x="0" y="13"/>
                    <a:pt x="2" y="19"/>
                  </a:cubicBezTo>
                  <a:cubicBezTo>
                    <a:pt x="5" y="25"/>
                    <a:pt x="7" y="23"/>
                    <a:pt x="8" y="31"/>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nchor="ctr"/>
            <a:lstStyle/>
            <a:p>
              <a:pPr algn="ctr"/>
              <a:endParaRPr>
                <a:solidFill>
                  <a:schemeClr val="accent1"/>
                </a:solidFill>
              </a:endParaRPr>
            </a:p>
          </p:txBody>
        </p:sp>
        <p:sp>
          <p:nvSpPr>
            <p:cNvPr id="83" name="í$ḻîḓè">
              <a:extLst>
                <a:ext uri="{FF2B5EF4-FFF2-40B4-BE49-F238E27FC236}">
                  <a16:creationId xmlns:a16="http://schemas.microsoft.com/office/drawing/2014/main" xmlns="" id="{67808758-399D-4C77-AA4D-90DF06EE620C}"/>
                </a:ext>
              </a:extLst>
            </p:cNvPr>
            <p:cNvSpPr/>
            <p:nvPr/>
          </p:nvSpPr>
          <p:spPr bwMode="auto">
            <a:xfrm>
              <a:off x="4635121" y="1341182"/>
              <a:ext cx="160495" cy="198341"/>
            </a:xfrm>
            <a:custGeom>
              <a:avLst/>
              <a:gdLst>
                <a:gd name="T0" fmla="*/ 63 w 70"/>
                <a:gd name="T1" fmla="*/ 12 h 86"/>
                <a:gd name="T2" fmla="*/ 15 w 70"/>
                <a:gd name="T3" fmla="*/ 58 h 86"/>
                <a:gd name="T4" fmla="*/ 17 w 70"/>
                <a:gd name="T5" fmla="*/ 76 h 86"/>
                <a:gd name="T6" fmla="*/ 33 w 70"/>
                <a:gd name="T7" fmla="*/ 73 h 86"/>
                <a:gd name="T8" fmla="*/ 70 w 70"/>
                <a:gd name="T9" fmla="*/ 14 h 86"/>
                <a:gd name="T10" fmla="*/ 70 w 70"/>
                <a:gd name="T11" fmla="*/ 10 h 86"/>
                <a:gd name="T12" fmla="*/ 63 w 70"/>
                <a:gd name="T13" fmla="*/ 12 h 86"/>
              </a:gdLst>
              <a:ahLst/>
              <a:cxnLst>
                <a:cxn ang="0">
                  <a:pos x="T0" y="T1"/>
                </a:cxn>
                <a:cxn ang="0">
                  <a:pos x="T2" y="T3"/>
                </a:cxn>
                <a:cxn ang="0">
                  <a:pos x="T4" y="T5"/>
                </a:cxn>
                <a:cxn ang="0">
                  <a:pos x="T6" y="T7"/>
                </a:cxn>
                <a:cxn ang="0">
                  <a:pos x="T8" y="T9"/>
                </a:cxn>
                <a:cxn ang="0">
                  <a:pos x="T10" y="T11"/>
                </a:cxn>
                <a:cxn ang="0">
                  <a:pos x="T12" y="T13"/>
                </a:cxn>
              </a:cxnLst>
              <a:rect l="0" t="0" r="r" b="b"/>
              <a:pathLst>
                <a:path w="70" h="86">
                  <a:moveTo>
                    <a:pt x="63" y="12"/>
                  </a:moveTo>
                  <a:cubicBezTo>
                    <a:pt x="56" y="25"/>
                    <a:pt x="29" y="52"/>
                    <a:pt x="15" y="58"/>
                  </a:cubicBezTo>
                  <a:cubicBezTo>
                    <a:pt x="0" y="64"/>
                    <a:pt x="17" y="76"/>
                    <a:pt x="17" y="76"/>
                  </a:cubicBezTo>
                  <a:cubicBezTo>
                    <a:pt x="17" y="76"/>
                    <a:pt x="24" y="86"/>
                    <a:pt x="33" y="73"/>
                  </a:cubicBezTo>
                  <a:cubicBezTo>
                    <a:pt x="43" y="60"/>
                    <a:pt x="59" y="40"/>
                    <a:pt x="70" y="14"/>
                  </a:cubicBezTo>
                  <a:cubicBezTo>
                    <a:pt x="70" y="12"/>
                    <a:pt x="70" y="10"/>
                    <a:pt x="70" y="10"/>
                  </a:cubicBezTo>
                  <a:cubicBezTo>
                    <a:pt x="70" y="10"/>
                    <a:pt x="70" y="0"/>
                    <a:pt x="63" y="12"/>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nchor="ctr"/>
            <a:lstStyle/>
            <a:p>
              <a:pPr algn="ctr"/>
              <a:endParaRPr>
                <a:solidFill>
                  <a:schemeClr val="accent1"/>
                </a:solidFill>
              </a:endParaRPr>
            </a:p>
          </p:txBody>
        </p:sp>
        <p:sp>
          <p:nvSpPr>
            <p:cNvPr id="84" name="ïŝḷíḍe">
              <a:extLst>
                <a:ext uri="{FF2B5EF4-FFF2-40B4-BE49-F238E27FC236}">
                  <a16:creationId xmlns:a16="http://schemas.microsoft.com/office/drawing/2014/main" xmlns="" id="{88414F96-592C-4634-802C-CE0DFB40894A}"/>
                </a:ext>
              </a:extLst>
            </p:cNvPr>
            <p:cNvSpPr/>
            <p:nvPr/>
          </p:nvSpPr>
          <p:spPr bwMode="auto">
            <a:xfrm>
              <a:off x="4850282" y="1255679"/>
              <a:ext cx="119845" cy="108632"/>
            </a:xfrm>
            <a:custGeom>
              <a:avLst/>
              <a:gdLst>
                <a:gd name="T0" fmla="*/ 37 w 52"/>
                <a:gd name="T1" fmla="*/ 2 h 47"/>
                <a:gd name="T2" fmla="*/ 10 w 52"/>
                <a:gd name="T3" fmla="*/ 11 h 47"/>
                <a:gd name="T4" fmla="*/ 6 w 52"/>
                <a:gd name="T5" fmla="*/ 21 h 47"/>
                <a:gd name="T6" fmla="*/ 19 w 52"/>
                <a:gd name="T7" fmla="*/ 29 h 47"/>
                <a:gd name="T8" fmla="*/ 25 w 52"/>
                <a:gd name="T9" fmla="*/ 32 h 47"/>
                <a:gd name="T10" fmla="*/ 20 w 52"/>
                <a:gd name="T11" fmla="*/ 47 h 47"/>
                <a:gd name="T12" fmla="*/ 36 w 52"/>
                <a:gd name="T13" fmla="*/ 41 h 47"/>
                <a:gd name="T14" fmla="*/ 51 w 52"/>
                <a:gd name="T15" fmla="*/ 17 h 47"/>
                <a:gd name="T16" fmla="*/ 37 w 52"/>
                <a:gd name="T17" fmla="*/ 2 h 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52" h="47">
                  <a:moveTo>
                    <a:pt x="37" y="2"/>
                  </a:moveTo>
                  <a:cubicBezTo>
                    <a:pt x="27" y="5"/>
                    <a:pt x="10" y="11"/>
                    <a:pt x="10" y="11"/>
                  </a:cubicBezTo>
                  <a:cubicBezTo>
                    <a:pt x="10" y="11"/>
                    <a:pt x="0" y="14"/>
                    <a:pt x="6" y="21"/>
                  </a:cubicBezTo>
                  <a:cubicBezTo>
                    <a:pt x="12" y="28"/>
                    <a:pt x="12" y="33"/>
                    <a:pt x="19" y="29"/>
                  </a:cubicBezTo>
                  <a:cubicBezTo>
                    <a:pt x="27" y="26"/>
                    <a:pt x="27" y="28"/>
                    <a:pt x="25" y="32"/>
                  </a:cubicBezTo>
                  <a:cubicBezTo>
                    <a:pt x="24" y="36"/>
                    <a:pt x="19" y="43"/>
                    <a:pt x="20" y="47"/>
                  </a:cubicBezTo>
                  <a:cubicBezTo>
                    <a:pt x="20" y="47"/>
                    <a:pt x="32" y="46"/>
                    <a:pt x="36" y="41"/>
                  </a:cubicBezTo>
                  <a:cubicBezTo>
                    <a:pt x="39" y="35"/>
                    <a:pt x="50" y="24"/>
                    <a:pt x="51" y="17"/>
                  </a:cubicBezTo>
                  <a:cubicBezTo>
                    <a:pt x="52" y="9"/>
                    <a:pt x="46" y="0"/>
                    <a:pt x="37" y="2"/>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nchor="ctr"/>
            <a:lstStyle/>
            <a:p>
              <a:pPr algn="ctr"/>
              <a:endParaRPr>
                <a:solidFill>
                  <a:schemeClr val="accent1"/>
                </a:solidFill>
              </a:endParaRPr>
            </a:p>
          </p:txBody>
        </p:sp>
        <p:sp>
          <p:nvSpPr>
            <p:cNvPr id="85" name="íṩļiḋe">
              <a:extLst>
                <a:ext uri="{FF2B5EF4-FFF2-40B4-BE49-F238E27FC236}">
                  <a16:creationId xmlns:a16="http://schemas.microsoft.com/office/drawing/2014/main" xmlns="" id="{2B878D9A-9EF1-49F2-8614-8562EDA917DA}"/>
                </a:ext>
              </a:extLst>
            </p:cNvPr>
            <p:cNvSpPr/>
            <p:nvPr/>
          </p:nvSpPr>
          <p:spPr bwMode="auto">
            <a:xfrm>
              <a:off x="4839068" y="1362208"/>
              <a:ext cx="100922" cy="66581"/>
            </a:xfrm>
            <a:custGeom>
              <a:avLst/>
              <a:gdLst>
                <a:gd name="T0" fmla="*/ 31 w 44"/>
                <a:gd name="T1" fmla="*/ 3 h 29"/>
                <a:gd name="T2" fmla="*/ 8 w 44"/>
                <a:gd name="T3" fmla="*/ 9 h 29"/>
                <a:gd name="T4" fmla="*/ 7 w 44"/>
                <a:gd name="T5" fmla="*/ 20 h 29"/>
                <a:gd name="T6" fmla="*/ 31 w 44"/>
                <a:gd name="T7" fmla="*/ 23 h 29"/>
                <a:gd name="T8" fmla="*/ 44 w 44"/>
                <a:gd name="T9" fmla="*/ 2 h 29"/>
                <a:gd name="T10" fmla="*/ 31 w 44"/>
                <a:gd name="T11" fmla="*/ 3 h 29"/>
              </a:gdLst>
              <a:ahLst/>
              <a:cxnLst>
                <a:cxn ang="0">
                  <a:pos x="T0" y="T1"/>
                </a:cxn>
                <a:cxn ang="0">
                  <a:pos x="T2" y="T3"/>
                </a:cxn>
                <a:cxn ang="0">
                  <a:pos x="T4" y="T5"/>
                </a:cxn>
                <a:cxn ang="0">
                  <a:pos x="T6" y="T7"/>
                </a:cxn>
                <a:cxn ang="0">
                  <a:pos x="T8" y="T9"/>
                </a:cxn>
                <a:cxn ang="0">
                  <a:pos x="T10" y="T11"/>
                </a:cxn>
              </a:cxnLst>
              <a:rect l="0" t="0" r="r" b="b"/>
              <a:pathLst>
                <a:path w="44" h="29">
                  <a:moveTo>
                    <a:pt x="31" y="3"/>
                  </a:moveTo>
                  <a:cubicBezTo>
                    <a:pt x="24" y="6"/>
                    <a:pt x="8" y="9"/>
                    <a:pt x="8" y="9"/>
                  </a:cubicBezTo>
                  <a:cubicBezTo>
                    <a:pt x="8" y="9"/>
                    <a:pt x="0" y="13"/>
                    <a:pt x="7" y="20"/>
                  </a:cubicBezTo>
                  <a:cubicBezTo>
                    <a:pt x="13" y="27"/>
                    <a:pt x="22" y="29"/>
                    <a:pt x="31" y="23"/>
                  </a:cubicBezTo>
                  <a:cubicBezTo>
                    <a:pt x="41" y="17"/>
                    <a:pt x="43" y="13"/>
                    <a:pt x="44" y="2"/>
                  </a:cubicBezTo>
                  <a:cubicBezTo>
                    <a:pt x="44" y="2"/>
                    <a:pt x="38" y="0"/>
                    <a:pt x="31" y="3"/>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nchor="ctr"/>
            <a:lstStyle/>
            <a:p>
              <a:pPr algn="ctr"/>
              <a:endParaRPr>
                <a:solidFill>
                  <a:schemeClr val="accent1"/>
                </a:solidFill>
              </a:endParaRPr>
            </a:p>
          </p:txBody>
        </p:sp>
        <p:sp>
          <p:nvSpPr>
            <p:cNvPr id="86" name="îṡlïḍé">
              <a:extLst>
                <a:ext uri="{FF2B5EF4-FFF2-40B4-BE49-F238E27FC236}">
                  <a16:creationId xmlns:a16="http://schemas.microsoft.com/office/drawing/2014/main" xmlns="" id="{BA6753FD-87B7-494E-8898-284631CEF488}"/>
                </a:ext>
              </a:extLst>
            </p:cNvPr>
            <p:cNvSpPr/>
            <p:nvPr/>
          </p:nvSpPr>
          <p:spPr bwMode="auto">
            <a:xfrm>
              <a:off x="5091374" y="1186995"/>
              <a:ext cx="250203" cy="276135"/>
            </a:xfrm>
            <a:custGeom>
              <a:avLst/>
              <a:gdLst>
                <a:gd name="T0" fmla="*/ 108 w 109"/>
                <a:gd name="T1" fmla="*/ 54 h 120"/>
                <a:gd name="T2" fmla="*/ 97 w 109"/>
                <a:gd name="T3" fmla="*/ 52 h 120"/>
                <a:gd name="T4" fmla="*/ 84 w 109"/>
                <a:gd name="T5" fmla="*/ 58 h 120"/>
                <a:gd name="T6" fmla="*/ 89 w 109"/>
                <a:gd name="T7" fmla="*/ 43 h 120"/>
                <a:gd name="T8" fmla="*/ 85 w 109"/>
                <a:gd name="T9" fmla="*/ 10 h 120"/>
                <a:gd name="T10" fmla="*/ 70 w 109"/>
                <a:gd name="T11" fmla="*/ 16 h 120"/>
                <a:gd name="T12" fmla="*/ 68 w 109"/>
                <a:gd name="T13" fmla="*/ 53 h 120"/>
                <a:gd name="T14" fmla="*/ 53 w 109"/>
                <a:gd name="T15" fmla="*/ 72 h 120"/>
                <a:gd name="T16" fmla="*/ 11 w 109"/>
                <a:gd name="T17" fmla="*/ 79 h 120"/>
                <a:gd name="T18" fmla="*/ 2 w 109"/>
                <a:gd name="T19" fmla="*/ 89 h 120"/>
                <a:gd name="T20" fmla="*/ 20 w 109"/>
                <a:gd name="T21" fmla="*/ 100 h 120"/>
                <a:gd name="T22" fmla="*/ 31 w 109"/>
                <a:gd name="T23" fmla="*/ 98 h 120"/>
                <a:gd name="T24" fmla="*/ 41 w 109"/>
                <a:gd name="T25" fmla="*/ 94 h 120"/>
                <a:gd name="T26" fmla="*/ 49 w 109"/>
                <a:gd name="T27" fmla="*/ 90 h 120"/>
                <a:gd name="T28" fmla="*/ 54 w 109"/>
                <a:gd name="T29" fmla="*/ 92 h 120"/>
                <a:gd name="T30" fmla="*/ 32 w 109"/>
                <a:gd name="T31" fmla="*/ 110 h 120"/>
                <a:gd name="T32" fmla="*/ 35 w 109"/>
                <a:gd name="T33" fmla="*/ 119 h 120"/>
                <a:gd name="T34" fmla="*/ 70 w 109"/>
                <a:gd name="T35" fmla="*/ 92 h 120"/>
                <a:gd name="T36" fmla="*/ 89 w 109"/>
                <a:gd name="T37" fmla="*/ 72 h 120"/>
                <a:gd name="T38" fmla="*/ 108 w 109"/>
                <a:gd name="T39" fmla="*/ 54 h 1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109" h="120">
                  <a:moveTo>
                    <a:pt x="108" y="54"/>
                  </a:moveTo>
                  <a:cubicBezTo>
                    <a:pt x="109" y="45"/>
                    <a:pt x="101" y="49"/>
                    <a:pt x="97" y="52"/>
                  </a:cubicBezTo>
                  <a:cubicBezTo>
                    <a:pt x="94" y="54"/>
                    <a:pt x="86" y="57"/>
                    <a:pt x="84" y="58"/>
                  </a:cubicBezTo>
                  <a:cubicBezTo>
                    <a:pt x="84" y="58"/>
                    <a:pt x="86" y="48"/>
                    <a:pt x="89" y="43"/>
                  </a:cubicBezTo>
                  <a:cubicBezTo>
                    <a:pt x="92" y="37"/>
                    <a:pt x="96" y="21"/>
                    <a:pt x="85" y="10"/>
                  </a:cubicBezTo>
                  <a:cubicBezTo>
                    <a:pt x="74" y="0"/>
                    <a:pt x="72" y="5"/>
                    <a:pt x="70" y="16"/>
                  </a:cubicBezTo>
                  <a:cubicBezTo>
                    <a:pt x="67" y="26"/>
                    <a:pt x="72" y="36"/>
                    <a:pt x="68" y="53"/>
                  </a:cubicBezTo>
                  <a:cubicBezTo>
                    <a:pt x="64" y="70"/>
                    <a:pt x="64" y="68"/>
                    <a:pt x="53" y="72"/>
                  </a:cubicBezTo>
                  <a:cubicBezTo>
                    <a:pt x="42" y="76"/>
                    <a:pt x="27" y="81"/>
                    <a:pt x="11" y="79"/>
                  </a:cubicBezTo>
                  <a:cubicBezTo>
                    <a:pt x="3" y="78"/>
                    <a:pt x="0" y="75"/>
                    <a:pt x="2" y="89"/>
                  </a:cubicBezTo>
                  <a:cubicBezTo>
                    <a:pt x="2" y="89"/>
                    <a:pt x="4" y="97"/>
                    <a:pt x="20" y="100"/>
                  </a:cubicBezTo>
                  <a:cubicBezTo>
                    <a:pt x="24" y="101"/>
                    <a:pt x="27" y="99"/>
                    <a:pt x="31" y="98"/>
                  </a:cubicBezTo>
                  <a:cubicBezTo>
                    <a:pt x="35" y="98"/>
                    <a:pt x="38" y="96"/>
                    <a:pt x="41" y="94"/>
                  </a:cubicBezTo>
                  <a:cubicBezTo>
                    <a:pt x="46" y="92"/>
                    <a:pt x="49" y="90"/>
                    <a:pt x="49" y="90"/>
                  </a:cubicBezTo>
                  <a:cubicBezTo>
                    <a:pt x="49" y="90"/>
                    <a:pt x="55" y="89"/>
                    <a:pt x="54" y="92"/>
                  </a:cubicBezTo>
                  <a:cubicBezTo>
                    <a:pt x="53" y="95"/>
                    <a:pt x="47" y="104"/>
                    <a:pt x="32" y="110"/>
                  </a:cubicBezTo>
                  <a:cubicBezTo>
                    <a:pt x="17" y="116"/>
                    <a:pt x="29" y="120"/>
                    <a:pt x="35" y="119"/>
                  </a:cubicBezTo>
                  <a:cubicBezTo>
                    <a:pt x="40" y="118"/>
                    <a:pt x="61" y="116"/>
                    <a:pt x="70" y="92"/>
                  </a:cubicBezTo>
                  <a:cubicBezTo>
                    <a:pt x="80" y="69"/>
                    <a:pt x="89" y="72"/>
                    <a:pt x="89" y="72"/>
                  </a:cubicBezTo>
                  <a:cubicBezTo>
                    <a:pt x="89" y="72"/>
                    <a:pt x="107" y="63"/>
                    <a:pt x="108" y="5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nchor="ctr"/>
            <a:lstStyle/>
            <a:p>
              <a:pPr algn="ctr"/>
              <a:endParaRPr>
                <a:solidFill>
                  <a:schemeClr val="accent1"/>
                </a:solidFill>
              </a:endParaRPr>
            </a:p>
          </p:txBody>
        </p:sp>
        <p:sp>
          <p:nvSpPr>
            <p:cNvPr id="87" name="iS1îḓè">
              <a:extLst>
                <a:ext uri="{FF2B5EF4-FFF2-40B4-BE49-F238E27FC236}">
                  <a16:creationId xmlns:a16="http://schemas.microsoft.com/office/drawing/2014/main" xmlns="" id="{8EA27291-7EFF-4BCA-AA01-EB2429305A3A}"/>
                </a:ext>
              </a:extLst>
            </p:cNvPr>
            <p:cNvSpPr/>
            <p:nvPr/>
          </p:nvSpPr>
          <p:spPr bwMode="auto">
            <a:xfrm>
              <a:off x="5288313" y="1394447"/>
              <a:ext cx="71487" cy="82700"/>
            </a:xfrm>
            <a:custGeom>
              <a:avLst/>
              <a:gdLst>
                <a:gd name="T0" fmla="*/ 17 w 31"/>
                <a:gd name="T1" fmla="*/ 6 h 36"/>
                <a:gd name="T2" fmla="*/ 3 w 31"/>
                <a:gd name="T3" fmla="*/ 7 h 36"/>
                <a:gd name="T4" fmla="*/ 9 w 31"/>
                <a:gd name="T5" fmla="*/ 27 h 36"/>
                <a:gd name="T6" fmla="*/ 12 w 31"/>
                <a:gd name="T7" fmla="*/ 36 h 36"/>
                <a:gd name="T8" fmla="*/ 26 w 31"/>
                <a:gd name="T9" fmla="*/ 17 h 36"/>
                <a:gd name="T10" fmla="*/ 17 w 31"/>
                <a:gd name="T11" fmla="*/ 6 h 36"/>
              </a:gdLst>
              <a:ahLst/>
              <a:cxnLst>
                <a:cxn ang="0">
                  <a:pos x="T0" y="T1"/>
                </a:cxn>
                <a:cxn ang="0">
                  <a:pos x="T2" y="T3"/>
                </a:cxn>
                <a:cxn ang="0">
                  <a:pos x="T4" y="T5"/>
                </a:cxn>
                <a:cxn ang="0">
                  <a:pos x="T6" y="T7"/>
                </a:cxn>
                <a:cxn ang="0">
                  <a:pos x="T8" y="T9"/>
                </a:cxn>
                <a:cxn ang="0">
                  <a:pos x="T10" y="T11"/>
                </a:cxn>
              </a:cxnLst>
              <a:rect l="0" t="0" r="r" b="b"/>
              <a:pathLst>
                <a:path w="31" h="36">
                  <a:moveTo>
                    <a:pt x="17" y="6"/>
                  </a:moveTo>
                  <a:cubicBezTo>
                    <a:pt x="17" y="6"/>
                    <a:pt x="6" y="0"/>
                    <a:pt x="3" y="7"/>
                  </a:cubicBezTo>
                  <a:cubicBezTo>
                    <a:pt x="0" y="14"/>
                    <a:pt x="6" y="23"/>
                    <a:pt x="9" y="27"/>
                  </a:cubicBezTo>
                  <a:cubicBezTo>
                    <a:pt x="12" y="31"/>
                    <a:pt x="5" y="36"/>
                    <a:pt x="12" y="36"/>
                  </a:cubicBezTo>
                  <a:cubicBezTo>
                    <a:pt x="20" y="36"/>
                    <a:pt x="31" y="33"/>
                    <a:pt x="26" y="17"/>
                  </a:cubicBezTo>
                  <a:cubicBezTo>
                    <a:pt x="23" y="10"/>
                    <a:pt x="17" y="6"/>
                    <a:pt x="17" y="6"/>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nchor="ctr"/>
            <a:lstStyle/>
            <a:p>
              <a:pPr algn="ctr"/>
              <a:endParaRPr>
                <a:solidFill>
                  <a:schemeClr val="accent1"/>
                </a:solidFill>
              </a:endParaRPr>
            </a:p>
          </p:txBody>
        </p:sp>
        <p:sp>
          <p:nvSpPr>
            <p:cNvPr id="88" name="íṡḷiḑê">
              <a:extLst>
                <a:ext uri="{FF2B5EF4-FFF2-40B4-BE49-F238E27FC236}">
                  <a16:creationId xmlns:a16="http://schemas.microsoft.com/office/drawing/2014/main" xmlns="" id="{CC1054B6-00CB-4594-A2B8-E9A0593D46DF}"/>
                </a:ext>
              </a:extLst>
            </p:cNvPr>
            <p:cNvSpPr/>
            <p:nvPr/>
          </p:nvSpPr>
          <p:spPr bwMode="auto">
            <a:xfrm>
              <a:off x="5490157" y="1294926"/>
              <a:ext cx="41350" cy="64478"/>
            </a:xfrm>
            <a:custGeom>
              <a:avLst/>
              <a:gdLst>
                <a:gd name="T0" fmla="*/ 11 w 18"/>
                <a:gd name="T1" fmla="*/ 27 h 28"/>
                <a:gd name="T2" fmla="*/ 17 w 18"/>
                <a:gd name="T3" fmla="*/ 10 h 28"/>
                <a:gd name="T4" fmla="*/ 14 w 18"/>
                <a:gd name="T5" fmla="*/ 4 h 28"/>
                <a:gd name="T6" fmla="*/ 8 w 18"/>
                <a:gd name="T7" fmla="*/ 0 h 28"/>
                <a:gd name="T8" fmla="*/ 1 w 18"/>
                <a:gd name="T9" fmla="*/ 12 h 28"/>
                <a:gd name="T10" fmla="*/ 11 w 18"/>
                <a:gd name="T11" fmla="*/ 27 h 28"/>
              </a:gdLst>
              <a:ahLst/>
              <a:cxnLst>
                <a:cxn ang="0">
                  <a:pos x="T0" y="T1"/>
                </a:cxn>
                <a:cxn ang="0">
                  <a:pos x="T2" y="T3"/>
                </a:cxn>
                <a:cxn ang="0">
                  <a:pos x="T4" y="T5"/>
                </a:cxn>
                <a:cxn ang="0">
                  <a:pos x="T6" y="T7"/>
                </a:cxn>
                <a:cxn ang="0">
                  <a:pos x="T8" y="T9"/>
                </a:cxn>
                <a:cxn ang="0">
                  <a:pos x="T10" y="T11"/>
                </a:cxn>
              </a:cxnLst>
              <a:rect l="0" t="0" r="r" b="b"/>
              <a:pathLst>
                <a:path w="18" h="28">
                  <a:moveTo>
                    <a:pt x="11" y="27"/>
                  </a:moveTo>
                  <a:cubicBezTo>
                    <a:pt x="15" y="25"/>
                    <a:pt x="18" y="21"/>
                    <a:pt x="17" y="10"/>
                  </a:cubicBezTo>
                  <a:cubicBezTo>
                    <a:pt x="16" y="7"/>
                    <a:pt x="15" y="6"/>
                    <a:pt x="14" y="4"/>
                  </a:cubicBezTo>
                  <a:cubicBezTo>
                    <a:pt x="11" y="2"/>
                    <a:pt x="9" y="0"/>
                    <a:pt x="8" y="0"/>
                  </a:cubicBezTo>
                  <a:cubicBezTo>
                    <a:pt x="6" y="0"/>
                    <a:pt x="0" y="2"/>
                    <a:pt x="1" y="12"/>
                  </a:cubicBezTo>
                  <a:cubicBezTo>
                    <a:pt x="2" y="21"/>
                    <a:pt x="7" y="28"/>
                    <a:pt x="11" y="27"/>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nchor="ctr"/>
            <a:lstStyle/>
            <a:p>
              <a:pPr algn="ctr"/>
              <a:endParaRPr>
                <a:solidFill>
                  <a:schemeClr val="accent1"/>
                </a:solidFill>
              </a:endParaRPr>
            </a:p>
          </p:txBody>
        </p:sp>
        <p:sp>
          <p:nvSpPr>
            <p:cNvPr id="89" name="iṩ1íḓê">
              <a:extLst>
                <a:ext uri="{FF2B5EF4-FFF2-40B4-BE49-F238E27FC236}">
                  <a16:creationId xmlns:a16="http://schemas.microsoft.com/office/drawing/2014/main" xmlns="" id="{203ED823-C0E5-4BBB-A922-7A3D4167DB72}"/>
                </a:ext>
              </a:extLst>
            </p:cNvPr>
            <p:cNvSpPr/>
            <p:nvPr/>
          </p:nvSpPr>
          <p:spPr bwMode="auto">
            <a:xfrm>
              <a:off x="5464927" y="1142842"/>
              <a:ext cx="275434" cy="373553"/>
            </a:xfrm>
            <a:custGeom>
              <a:avLst/>
              <a:gdLst>
                <a:gd name="T0" fmla="*/ 100 w 120"/>
                <a:gd name="T1" fmla="*/ 60 h 162"/>
                <a:gd name="T2" fmla="*/ 107 w 120"/>
                <a:gd name="T3" fmla="*/ 27 h 162"/>
                <a:gd name="T4" fmla="*/ 95 w 120"/>
                <a:gd name="T5" fmla="*/ 23 h 162"/>
                <a:gd name="T6" fmla="*/ 91 w 120"/>
                <a:gd name="T7" fmla="*/ 3 h 162"/>
                <a:gd name="T8" fmla="*/ 84 w 120"/>
                <a:gd name="T9" fmla="*/ 9 h 162"/>
                <a:gd name="T10" fmla="*/ 77 w 120"/>
                <a:gd name="T11" fmla="*/ 19 h 162"/>
                <a:gd name="T12" fmla="*/ 69 w 120"/>
                <a:gd name="T13" fmla="*/ 19 h 162"/>
                <a:gd name="T14" fmla="*/ 56 w 120"/>
                <a:gd name="T15" fmla="*/ 28 h 162"/>
                <a:gd name="T16" fmla="*/ 60 w 120"/>
                <a:gd name="T17" fmla="*/ 33 h 162"/>
                <a:gd name="T18" fmla="*/ 59 w 120"/>
                <a:gd name="T19" fmla="*/ 43 h 162"/>
                <a:gd name="T20" fmla="*/ 50 w 120"/>
                <a:gd name="T21" fmla="*/ 52 h 162"/>
                <a:gd name="T22" fmla="*/ 52 w 120"/>
                <a:gd name="T23" fmla="*/ 60 h 162"/>
                <a:gd name="T24" fmla="*/ 48 w 120"/>
                <a:gd name="T25" fmla="*/ 56 h 162"/>
                <a:gd name="T26" fmla="*/ 32 w 120"/>
                <a:gd name="T27" fmla="*/ 37 h 162"/>
                <a:gd name="T28" fmla="*/ 26 w 120"/>
                <a:gd name="T29" fmla="*/ 50 h 162"/>
                <a:gd name="T30" fmla="*/ 33 w 120"/>
                <a:gd name="T31" fmla="*/ 76 h 162"/>
                <a:gd name="T32" fmla="*/ 45 w 120"/>
                <a:gd name="T33" fmla="*/ 77 h 162"/>
                <a:gd name="T34" fmla="*/ 58 w 120"/>
                <a:gd name="T35" fmla="*/ 72 h 162"/>
                <a:gd name="T36" fmla="*/ 62 w 120"/>
                <a:gd name="T37" fmla="*/ 75 h 162"/>
                <a:gd name="T38" fmla="*/ 22 w 120"/>
                <a:gd name="T39" fmla="*/ 101 h 162"/>
                <a:gd name="T40" fmla="*/ 25 w 120"/>
                <a:gd name="T41" fmla="*/ 111 h 162"/>
                <a:gd name="T42" fmla="*/ 55 w 120"/>
                <a:gd name="T43" fmla="*/ 100 h 162"/>
                <a:gd name="T44" fmla="*/ 59 w 120"/>
                <a:gd name="T45" fmla="*/ 103 h 162"/>
                <a:gd name="T46" fmla="*/ 39 w 120"/>
                <a:gd name="T47" fmla="*/ 119 h 162"/>
                <a:gd name="T48" fmla="*/ 12 w 120"/>
                <a:gd name="T49" fmla="*/ 128 h 162"/>
                <a:gd name="T50" fmla="*/ 7 w 120"/>
                <a:gd name="T51" fmla="*/ 136 h 162"/>
                <a:gd name="T52" fmla="*/ 30 w 120"/>
                <a:gd name="T53" fmla="*/ 141 h 162"/>
                <a:gd name="T54" fmla="*/ 55 w 120"/>
                <a:gd name="T55" fmla="*/ 136 h 162"/>
                <a:gd name="T56" fmla="*/ 43 w 120"/>
                <a:gd name="T57" fmla="*/ 148 h 162"/>
                <a:gd name="T58" fmla="*/ 50 w 120"/>
                <a:gd name="T59" fmla="*/ 158 h 162"/>
                <a:gd name="T60" fmla="*/ 71 w 120"/>
                <a:gd name="T61" fmla="*/ 149 h 162"/>
                <a:gd name="T62" fmla="*/ 71 w 120"/>
                <a:gd name="T63" fmla="*/ 125 h 162"/>
                <a:gd name="T64" fmla="*/ 79 w 120"/>
                <a:gd name="T65" fmla="*/ 120 h 162"/>
                <a:gd name="T66" fmla="*/ 75 w 120"/>
                <a:gd name="T67" fmla="*/ 102 h 162"/>
                <a:gd name="T68" fmla="*/ 96 w 120"/>
                <a:gd name="T69" fmla="*/ 86 h 162"/>
                <a:gd name="T70" fmla="*/ 102 w 120"/>
                <a:gd name="T71" fmla="*/ 75 h 162"/>
                <a:gd name="T72" fmla="*/ 100 w 120"/>
                <a:gd name="T73" fmla="*/ 60 h 162"/>
                <a:gd name="T74" fmla="*/ 90 w 120"/>
                <a:gd name="T75" fmla="*/ 49 h 162"/>
                <a:gd name="T76" fmla="*/ 86 w 120"/>
                <a:gd name="T77" fmla="*/ 53 h 162"/>
                <a:gd name="T78" fmla="*/ 83 w 120"/>
                <a:gd name="T79" fmla="*/ 53 h 162"/>
                <a:gd name="T80" fmla="*/ 80 w 120"/>
                <a:gd name="T81" fmla="*/ 48 h 162"/>
                <a:gd name="T82" fmla="*/ 89 w 120"/>
                <a:gd name="T83" fmla="*/ 44 h 162"/>
                <a:gd name="T84" fmla="*/ 90 w 120"/>
                <a:gd name="T85" fmla="*/ 49 h 1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120" h="162">
                  <a:moveTo>
                    <a:pt x="100" y="60"/>
                  </a:moveTo>
                  <a:cubicBezTo>
                    <a:pt x="108" y="50"/>
                    <a:pt x="120" y="40"/>
                    <a:pt x="107" y="27"/>
                  </a:cubicBezTo>
                  <a:cubicBezTo>
                    <a:pt x="107" y="27"/>
                    <a:pt x="105" y="24"/>
                    <a:pt x="95" y="23"/>
                  </a:cubicBezTo>
                  <a:cubicBezTo>
                    <a:pt x="95" y="23"/>
                    <a:pt x="105" y="8"/>
                    <a:pt x="91" y="3"/>
                  </a:cubicBezTo>
                  <a:cubicBezTo>
                    <a:pt x="91" y="3"/>
                    <a:pt x="88" y="0"/>
                    <a:pt x="84" y="9"/>
                  </a:cubicBezTo>
                  <a:cubicBezTo>
                    <a:pt x="80" y="17"/>
                    <a:pt x="77" y="17"/>
                    <a:pt x="77" y="19"/>
                  </a:cubicBezTo>
                  <a:cubicBezTo>
                    <a:pt x="77" y="21"/>
                    <a:pt x="74" y="21"/>
                    <a:pt x="69" y="19"/>
                  </a:cubicBezTo>
                  <a:cubicBezTo>
                    <a:pt x="64" y="17"/>
                    <a:pt x="56" y="19"/>
                    <a:pt x="56" y="28"/>
                  </a:cubicBezTo>
                  <a:cubicBezTo>
                    <a:pt x="56" y="28"/>
                    <a:pt x="56" y="31"/>
                    <a:pt x="60" y="33"/>
                  </a:cubicBezTo>
                  <a:cubicBezTo>
                    <a:pt x="63" y="36"/>
                    <a:pt x="66" y="37"/>
                    <a:pt x="59" y="43"/>
                  </a:cubicBezTo>
                  <a:cubicBezTo>
                    <a:pt x="53" y="49"/>
                    <a:pt x="50" y="40"/>
                    <a:pt x="50" y="52"/>
                  </a:cubicBezTo>
                  <a:cubicBezTo>
                    <a:pt x="50" y="52"/>
                    <a:pt x="57" y="57"/>
                    <a:pt x="52" y="60"/>
                  </a:cubicBezTo>
                  <a:cubicBezTo>
                    <a:pt x="47" y="63"/>
                    <a:pt x="48" y="59"/>
                    <a:pt x="48" y="56"/>
                  </a:cubicBezTo>
                  <a:cubicBezTo>
                    <a:pt x="48" y="59"/>
                    <a:pt x="43" y="42"/>
                    <a:pt x="32" y="37"/>
                  </a:cubicBezTo>
                  <a:cubicBezTo>
                    <a:pt x="30" y="37"/>
                    <a:pt x="24" y="37"/>
                    <a:pt x="26" y="50"/>
                  </a:cubicBezTo>
                  <a:cubicBezTo>
                    <a:pt x="28" y="63"/>
                    <a:pt x="32" y="66"/>
                    <a:pt x="33" y="76"/>
                  </a:cubicBezTo>
                  <a:cubicBezTo>
                    <a:pt x="33" y="87"/>
                    <a:pt x="43" y="82"/>
                    <a:pt x="45" y="77"/>
                  </a:cubicBezTo>
                  <a:cubicBezTo>
                    <a:pt x="46" y="72"/>
                    <a:pt x="58" y="72"/>
                    <a:pt x="58" y="72"/>
                  </a:cubicBezTo>
                  <a:cubicBezTo>
                    <a:pt x="58" y="72"/>
                    <a:pt x="68" y="71"/>
                    <a:pt x="62" y="75"/>
                  </a:cubicBezTo>
                  <a:cubicBezTo>
                    <a:pt x="56" y="80"/>
                    <a:pt x="22" y="101"/>
                    <a:pt x="22" y="101"/>
                  </a:cubicBezTo>
                  <a:cubicBezTo>
                    <a:pt x="22" y="101"/>
                    <a:pt x="9" y="108"/>
                    <a:pt x="25" y="111"/>
                  </a:cubicBezTo>
                  <a:cubicBezTo>
                    <a:pt x="42" y="113"/>
                    <a:pt x="55" y="100"/>
                    <a:pt x="55" y="100"/>
                  </a:cubicBezTo>
                  <a:cubicBezTo>
                    <a:pt x="55" y="100"/>
                    <a:pt x="61" y="95"/>
                    <a:pt x="59" y="103"/>
                  </a:cubicBezTo>
                  <a:cubicBezTo>
                    <a:pt x="56" y="111"/>
                    <a:pt x="39" y="119"/>
                    <a:pt x="39" y="119"/>
                  </a:cubicBezTo>
                  <a:cubicBezTo>
                    <a:pt x="39" y="119"/>
                    <a:pt x="23" y="125"/>
                    <a:pt x="12" y="128"/>
                  </a:cubicBezTo>
                  <a:cubicBezTo>
                    <a:pt x="0" y="130"/>
                    <a:pt x="4" y="130"/>
                    <a:pt x="7" y="136"/>
                  </a:cubicBezTo>
                  <a:cubicBezTo>
                    <a:pt x="10" y="143"/>
                    <a:pt x="21" y="147"/>
                    <a:pt x="30" y="141"/>
                  </a:cubicBezTo>
                  <a:cubicBezTo>
                    <a:pt x="38" y="135"/>
                    <a:pt x="56" y="129"/>
                    <a:pt x="55" y="136"/>
                  </a:cubicBezTo>
                  <a:cubicBezTo>
                    <a:pt x="55" y="143"/>
                    <a:pt x="54" y="145"/>
                    <a:pt x="43" y="148"/>
                  </a:cubicBezTo>
                  <a:cubicBezTo>
                    <a:pt x="32" y="152"/>
                    <a:pt x="37" y="154"/>
                    <a:pt x="50" y="158"/>
                  </a:cubicBezTo>
                  <a:cubicBezTo>
                    <a:pt x="63" y="162"/>
                    <a:pt x="71" y="157"/>
                    <a:pt x="71" y="149"/>
                  </a:cubicBezTo>
                  <a:cubicBezTo>
                    <a:pt x="71" y="140"/>
                    <a:pt x="71" y="125"/>
                    <a:pt x="71" y="125"/>
                  </a:cubicBezTo>
                  <a:cubicBezTo>
                    <a:pt x="71" y="125"/>
                    <a:pt x="76" y="121"/>
                    <a:pt x="79" y="120"/>
                  </a:cubicBezTo>
                  <a:cubicBezTo>
                    <a:pt x="82" y="119"/>
                    <a:pt x="85" y="103"/>
                    <a:pt x="75" y="102"/>
                  </a:cubicBezTo>
                  <a:cubicBezTo>
                    <a:pt x="75" y="102"/>
                    <a:pt x="81" y="90"/>
                    <a:pt x="96" y="86"/>
                  </a:cubicBezTo>
                  <a:cubicBezTo>
                    <a:pt x="96" y="86"/>
                    <a:pt x="102" y="84"/>
                    <a:pt x="102" y="75"/>
                  </a:cubicBezTo>
                  <a:cubicBezTo>
                    <a:pt x="102" y="66"/>
                    <a:pt x="91" y="70"/>
                    <a:pt x="100" y="60"/>
                  </a:cubicBezTo>
                  <a:close/>
                  <a:moveTo>
                    <a:pt x="90" y="49"/>
                  </a:moveTo>
                  <a:cubicBezTo>
                    <a:pt x="88" y="51"/>
                    <a:pt x="86" y="53"/>
                    <a:pt x="86" y="53"/>
                  </a:cubicBezTo>
                  <a:cubicBezTo>
                    <a:pt x="85" y="59"/>
                    <a:pt x="85" y="55"/>
                    <a:pt x="83" y="53"/>
                  </a:cubicBezTo>
                  <a:cubicBezTo>
                    <a:pt x="80" y="51"/>
                    <a:pt x="80" y="48"/>
                    <a:pt x="80" y="48"/>
                  </a:cubicBezTo>
                  <a:cubicBezTo>
                    <a:pt x="81" y="38"/>
                    <a:pt x="89" y="44"/>
                    <a:pt x="89" y="44"/>
                  </a:cubicBezTo>
                  <a:cubicBezTo>
                    <a:pt x="89" y="44"/>
                    <a:pt x="92" y="48"/>
                    <a:pt x="90" y="49"/>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nchor="ctr"/>
            <a:lstStyle/>
            <a:p>
              <a:pPr algn="ctr"/>
              <a:endParaRPr>
                <a:solidFill>
                  <a:schemeClr val="accent1"/>
                </a:solidFill>
              </a:endParaRPr>
            </a:p>
          </p:txBody>
        </p:sp>
        <p:sp>
          <p:nvSpPr>
            <p:cNvPr id="90" name="ïşľïďé">
              <a:extLst>
                <a:ext uri="{FF2B5EF4-FFF2-40B4-BE49-F238E27FC236}">
                  <a16:creationId xmlns:a16="http://schemas.microsoft.com/office/drawing/2014/main" xmlns="" id="{D301BC67-8C42-4C7C-B749-3998A0EDA169}"/>
                </a:ext>
              </a:extLst>
            </p:cNvPr>
            <p:cNvSpPr/>
            <p:nvPr/>
          </p:nvSpPr>
          <p:spPr bwMode="auto">
            <a:xfrm>
              <a:off x="4199193" y="1624325"/>
              <a:ext cx="73589" cy="92512"/>
            </a:xfrm>
            <a:custGeom>
              <a:avLst/>
              <a:gdLst>
                <a:gd name="T0" fmla="*/ 0 w 105"/>
                <a:gd name="T1" fmla="*/ 132 h 132"/>
                <a:gd name="T2" fmla="*/ 0 w 105"/>
                <a:gd name="T3" fmla="*/ 109 h 132"/>
                <a:gd name="T4" fmla="*/ 69 w 105"/>
                <a:gd name="T5" fmla="*/ 23 h 132"/>
                <a:gd name="T6" fmla="*/ 7 w 105"/>
                <a:gd name="T7" fmla="*/ 23 h 132"/>
                <a:gd name="T8" fmla="*/ 7 w 105"/>
                <a:gd name="T9" fmla="*/ 0 h 132"/>
                <a:gd name="T10" fmla="*/ 102 w 105"/>
                <a:gd name="T11" fmla="*/ 0 h 132"/>
                <a:gd name="T12" fmla="*/ 102 w 105"/>
                <a:gd name="T13" fmla="*/ 23 h 132"/>
                <a:gd name="T14" fmla="*/ 33 w 105"/>
                <a:gd name="T15" fmla="*/ 112 h 132"/>
                <a:gd name="T16" fmla="*/ 105 w 105"/>
                <a:gd name="T17" fmla="*/ 112 h 132"/>
                <a:gd name="T18" fmla="*/ 105 w 105"/>
                <a:gd name="T19" fmla="*/ 132 h 132"/>
                <a:gd name="T20" fmla="*/ 0 w 105"/>
                <a:gd name="T21" fmla="*/ 132 h 1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05" h="132">
                  <a:moveTo>
                    <a:pt x="0" y="132"/>
                  </a:moveTo>
                  <a:lnTo>
                    <a:pt x="0" y="109"/>
                  </a:lnTo>
                  <a:lnTo>
                    <a:pt x="69" y="23"/>
                  </a:lnTo>
                  <a:lnTo>
                    <a:pt x="7" y="23"/>
                  </a:lnTo>
                  <a:lnTo>
                    <a:pt x="7" y="0"/>
                  </a:lnTo>
                  <a:lnTo>
                    <a:pt x="102" y="0"/>
                  </a:lnTo>
                  <a:lnTo>
                    <a:pt x="102" y="23"/>
                  </a:lnTo>
                  <a:lnTo>
                    <a:pt x="33" y="112"/>
                  </a:lnTo>
                  <a:lnTo>
                    <a:pt x="105" y="112"/>
                  </a:lnTo>
                  <a:lnTo>
                    <a:pt x="105" y="132"/>
                  </a:lnTo>
                  <a:lnTo>
                    <a:pt x="0" y="132"/>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nchor="ctr"/>
            <a:lstStyle/>
            <a:p>
              <a:pPr algn="ctr"/>
              <a:endParaRPr>
                <a:solidFill>
                  <a:schemeClr val="accent1"/>
                </a:solidFill>
              </a:endParaRPr>
            </a:p>
          </p:txBody>
        </p:sp>
        <p:sp>
          <p:nvSpPr>
            <p:cNvPr id="91" name="ïśḷïḍê">
              <a:extLst>
                <a:ext uri="{FF2B5EF4-FFF2-40B4-BE49-F238E27FC236}">
                  <a16:creationId xmlns:a16="http://schemas.microsoft.com/office/drawing/2014/main" xmlns="" id="{E63E7E34-F019-41D5-A2CD-14FDC410D84A}"/>
                </a:ext>
              </a:extLst>
            </p:cNvPr>
            <p:cNvSpPr/>
            <p:nvPr/>
          </p:nvSpPr>
          <p:spPr bwMode="auto">
            <a:xfrm>
              <a:off x="4291004" y="1624325"/>
              <a:ext cx="73589" cy="92512"/>
            </a:xfrm>
            <a:custGeom>
              <a:avLst/>
              <a:gdLst>
                <a:gd name="T0" fmla="*/ 0 w 105"/>
                <a:gd name="T1" fmla="*/ 132 h 132"/>
                <a:gd name="T2" fmla="*/ 0 w 105"/>
                <a:gd name="T3" fmla="*/ 0 h 132"/>
                <a:gd name="T4" fmla="*/ 30 w 105"/>
                <a:gd name="T5" fmla="*/ 0 h 132"/>
                <a:gd name="T6" fmla="*/ 30 w 105"/>
                <a:gd name="T7" fmla="*/ 53 h 132"/>
                <a:gd name="T8" fmla="*/ 79 w 105"/>
                <a:gd name="T9" fmla="*/ 53 h 132"/>
                <a:gd name="T10" fmla="*/ 79 w 105"/>
                <a:gd name="T11" fmla="*/ 0 h 132"/>
                <a:gd name="T12" fmla="*/ 105 w 105"/>
                <a:gd name="T13" fmla="*/ 0 h 132"/>
                <a:gd name="T14" fmla="*/ 105 w 105"/>
                <a:gd name="T15" fmla="*/ 132 h 132"/>
                <a:gd name="T16" fmla="*/ 79 w 105"/>
                <a:gd name="T17" fmla="*/ 132 h 132"/>
                <a:gd name="T18" fmla="*/ 79 w 105"/>
                <a:gd name="T19" fmla="*/ 76 h 132"/>
                <a:gd name="T20" fmla="*/ 30 w 105"/>
                <a:gd name="T21" fmla="*/ 76 h 132"/>
                <a:gd name="T22" fmla="*/ 30 w 105"/>
                <a:gd name="T23" fmla="*/ 132 h 132"/>
                <a:gd name="T24" fmla="*/ 0 w 105"/>
                <a:gd name="T25" fmla="*/ 132 h 1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05" h="132">
                  <a:moveTo>
                    <a:pt x="0" y="132"/>
                  </a:moveTo>
                  <a:lnTo>
                    <a:pt x="0" y="0"/>
                  </a:lnTo>
                  <a:lnTo>
                    <a:pt x="30" y="0"/>
                  </a:lnTo>
                  <a:lnTo>
                    <a:pt x="30" y="53"/>
                  </a:lnTo>
                  <a:lnTo>
                    <a:pt x="79" y="53"/>
                  </a:lnTo>
                  <a:lnTo>
                    <a:pt x="79" y="0"/>
                  </a:lnTo>
                  <a:lnTo>
                    <a:pt x="105" y="0"/>
                  </a:lnTo>
                  <a:lnTo>
                    <a:pt x="105" y="132"/>
                  </a:lnTo>
                  <a:lnTo>
                    <a:pt x="79" y="132"/>
                  </a:lnTo>
                  <a:lnTo>
                    <a:pt x="79" y="76"/>
                  </a:lnTo>
                  <a:lnTo>
                    <a:pt x="30" y="76"/>
                  </a:lnTo>
                  <a:lnTo>
                    <a:pt x="30" y="132"/>
                  </a:lnTo>
                  <a:lnTo>
                    <a:pt x="0" y="132"/>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nchor="ctr"/>
            <a:lstStyle/>
            <a:p>
              <a:pPr algn="ctr"/>
              <a:endParaRPr>
                <a:solidFill>
                  <a:schemeClr val="accent1"/>
                </a:solidFill>
              </a:endParaRPr>
            </a:p>
          </p:txBody>
        </p:sp>
        <p:sp>
          <p:nvSpPr>
            <p:cNvPr id="92" name="ïṡḷíḑé">
              <a:extLst>
                <a:ext uri="{FF2B5EF4-FFF2-40B4-BE49-F238E27FC236}">
                  <a16:creationId xmlns:a16="http://schemas.microsoft.com/office/drawing/2014/main" xmlns="" id="{42C71FF1-03B4-4D86-8194-7739F9E730B9}"/>
                </a:ext>
              </a:extLst>
            </p:cNvPr>
            <p:cNvSpPr/>
            <p:nvPr/>
          </p:nvSpPr>
          <p:spPr bwMode="auto">
            <a:xfrm>
              <a:off x="4391926" y="1624325"/>
              <a:ext cx="68683" cy="92512"/>
            </a:xfrm>
            <a:custGeom>
              <a:avLst/>
              <a:gdLst>
                <a:gd name="T0" fmla="*/ 0 w 98"/>
                <a:gd name="T1" fmla="*/ 132 h 132"/>
                <a:gd name="T2" fmla="*/ 0 w 98"/>
                <a:gd name="T3" fmla="*/ 0 h 132"/>
                <a:gd name="T4" fmla="*/ 95 w 98"/>
                <a:gd name="T5" fmla="*/ 0 h 132"/>
                <a:gd name="T6" fmla="*/ 95 w 98"/>
                <a:gd name="T7" fmla="*/ 23 h 132"/>
                <a:gd name="T8" fmla="*/ 26 w 98"/>
                <a:gd name="T9" fmla="*/ 23 h 132"/>
                <a:gd name="T10" fmla="*/ 26 w 98"/>
                <a:gd name="T11" fmla="*/ 53 h 132"/>
                <a:gd name="T12" fmla="*/ 92 w 98"/>
                <a:gd name="T13" fmla="*/ 53 h 132"/>
                <a:gd name="T14" fmla="*/ 92 w 98"/>
                <a:gd name="T15" fmla="*/ 76 h 132"/>
                <a:gd name="T16" fmla="*/ 26 w 98"/>
                <a:gd name="T17" fmla="*/ 76 h 132"/>
                <a:gd name="T18" fmla="*/ 26 w 98"/>
                <a:gd name="T19" fmla="*/ 112 h 132"/>
                <a:gd name="T20" fmla="*/ 98 w 98"/>
                <a:gd name="T21" fmla="*/ 112 h 132"/>
                <a:gd name="T22" fmla="*/ 98 w 98"/>
                <a:gd name="T23" fmla="*/ 132 h 132"/>
                <a:gd name="T24" fmla="*/ 0 w 98"/>
                <a:gd name="T25" fmla="*/ 132 h 1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98" h="132">
                  <a:moveTo>
                    <a:pt x="0" y="132"/>
                  </a:moveTo>
                  <a:lnTo>
                    <a:pt x="0" y="0"/>
                  </a:lnTo>
                  <a:lnTo>
                    <a:pt x="95" y="0"/>
                  </a:lnTo>
                  <a:lnTo>
                    <a:pt x="95" y="23"/>
                  </a:lnTo>
                  <a:lnTo>
                    <a:pt x="26" y="23"/>
                  </a:lnTo>
                  <a:lnTo>
                    <a:pt x="26" y="53"/>
                  </a:lnTo>
                  <a:lnTo>
                    <a:pt x="92" y="53"/>
                  </a:lnTo>
                  <a:lnTo>
                    <a:pt x="92" y="76"/>
                  </a:lnTo>
                  <a:lnTo>
                    <a:pt x="26" y="76"/>
                  </a:lnTo>
                  <a:lnTo>
                    <a:pt x="26" y="112"/>
                  </a:lnTo>
                  <a:lnTo>
                    <a:pt x="98" y="112"/>
                  </a:lnTo>
                  <a:lnTo>
                    <a:pt x="98" y="132"/>
                  </a:lnTo>
                  <a:lnTo>
                    <a:pt x="0" y="132"/>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nchor="ctr"/>
            <a:lstStyle/>
            <a:p>
              <a:pPr algn="ctr"/>
              <a:endParaRPr>
                <a:solidFill>
                  <a:schemeClr val="accent1"/>
                </a:solidFill>
              </a:endParaRPr>
            </a:p>
          </p:txBody>
        </p:sp>
        <p:sp>
          <p:nvSpPr>
            <p:cNvPr id="93" name="iśḻíde">
              <a:extLst>
                <a:ext uri="{FF2B5EF4-FFF2-40B4-BE49-F238E27FC236}">
                  <a16:creationId xmlns:a16="http://schemas.microsoft.com/office/drawing/2014/main" xmlns="" id="{CC8ABDEB-A6A4-43B9-BE23-62EEB646AD28}"/>
                </a:ext>
              </a:extLst>
            </p:cNvPr>
            <p:cNvSpPr/>
            <p:nvPr/>
          </p:nvSpPr>
          <p:spPr bwMode="auto">
            <a:xfrm>
              <a:off x="4476729" y="1624325"/>
              <a:ext cx="59572" cy="94615"/>
            </a:xfrm>
            <a:custGeom>
              <a:avLst/>
              <a:gdLst>
                <a:gd name="T0" fmla="*/ 18 w 26"/>
                <a:gd name="T1" fmla="*/ 0 h 41"/>
                <a:gd name="T2" fmla="*/ 26 w 26"/>
                <a:gd name="T3" fmla="*/ 0 h 41"/>
                <a:gd name="T4" fmla="*/ 26 w 26"/>
                <a:gd name="T5" fmla="*/ 26 h 41"/>
                <a:gd name="T6" fmla="*/ 25 w 26"/>
                <a:gd name="T7" fmla="*/ 33 h 41"/>
                <a:gd name="T8" fmla="*/ 20 w 26"/>
                <a:gd name="T9" fmla="*/ 39 h 41"/>
                <a:gd name="T10" fmla="*/ 12 w 26"/>
                <a:gd name="T11" fmla="*/ 41 h 41"/>
                <a:gd name="T12" fmla="*/ 3 w 26"/>
                <a:gd name="T13" fmla="*/ 38 h 41"/>
                <a:gd name="T14" fmla="*/ 0 w 26"/>
                <a:gd name="T15" fmla="*/ 28 h 41"/>
                <a:gd name="T16" fmla="*/ 8 w 26"/>
                <a:gd name="T17" fmla="*/ 27 h 41"/>
                <a:gd name="T18" fmla="*/ 9 w 26"/>
                <a:gd name="T19" fmla="*/ 32 h 41"/>
                <a:gd name="T20" fmla="*/ 13 w 26"/>
                <a:gd name="T21" fmla="*/ 34 h 41"/>
                <a:gd name="T22" fmla="*/ 16 w 26"/>
                <a:gd name="T23" fmla="*/ 33 h 41"/>
                <a:gd name="T24" fmla="*/ 18 w 26"/>
                <a:gd name="T25" fmla="*/ 26 h 41"/>
                <a:gd name="T26" fmla="*/ 18 w 26"/>
                <a:gd name="T27" fmla="*/ 0 h 4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26" h="41">
                  <a:moveTo>
                    <a:pt x="18" y="0"/>
                  </a:moveTo>
                  <a:cubicBezTo>
                    <a:pt x="26" y="0"/>
                    <a:pt x="26" y="0"/>
                    <a:pt x="26" y="0"/>
                  </a:cubicBezTo>
                  <a:cubicBezTo>
                    <a:pt x="26" y="26"/>
                    <a:pt x="26" y="26"/>
                    <a:pt x="26" y="26"/>
                  </a:cubicBezTo>
                  <a:cubicBezTo>
                    <a:pt x="26" y="29"/>
                    <a:pt x="25" y="32"/>
                    <a:pt x="25" y="33"/>
                  </a:cubicBezTo>
                  <a:cubicBezTo>
                    <a:pt x="24" y="36"/>
                    <a:pt x="23" y="37"/>
                    <a:pt x="20" y="39"/>
                  </a:cubicBezTo>
                  <a:cubicBezTo>
                    <a:pt x="18" y="40"/>
                    <a:pt x="16" y="41"/>
                    <a:pt x="12" y="41"/>
                  </a:cubicBezTo>
                  <a:cubicBezTo>
                    <a:pt x="8" y="41"/>
                    <a:pt x="5" y="40"/>
                    <a:pt x="3" y="38"/>
                  </a:cubicBezTo>
                  <a:cubicBezTo>
                    <a:pt x="1" y="35"/>
                    <a:pt x="0" y="32"/>
                    <a:pt x="0" y="28"/>
                  </a:cubicBezTo>
                  <a:cubicBezTo>
                    <a:pt x="8" y="27"/>
                    <a:pt x="8" y="27"/>
                    <a:pt x="8" y="27"/>
                  </a:cubicBezTo>
                  <a:cubicBezTo>
                    <a:pt x="8" y="29"/>
                    <a:pt x="8" y="31"/>
                    <a:pt x="9" y="32"/>
                  </a:cubicBezTo>
                  <a:cubicBezTo>
                    <a:pt x="10" y="33"/>
                    <a:pt x="11" y="34"/>
                    <a:pt x="13" y="34"/>
                  </a:cubicBezTo>
                  <a:cubicBezTo>
                    <a:pt x="14" y="34"/>
                    <a:pt x="16" y="34"/>
                    <a:pt x="16" y="33"/>
                  </a:cubicBezTo>
                  <a:cubicBezTo>
                    <a:pt x="17" y="32"/>
                    <a:pt x="18" y="29"/>
                    <a:pt x="18" y="26"/>
                  </a:cubicBezTo>
                  <a:lnTo>
                    <a:pt x="18" y="0"/>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nchor="ctr"/>
            <a:lstStyle/>
            <a:p>
              <a:pPr algn="ctr"/>
              <a:endParaRPr>
                <a:solidFill>
                  <a:schemeClr val="accent1"/>
                </a:solidFill>
              </a:endParaRPr>
            </a:p>
          </p:txBody>
        </p:sp>
        <p:sp>
          <p:nvSpPr>
            <p:cNvPr id="94" name="í$ḻîdê">
              <a:extLst>
                <a:ext uri="{FF2B5EF4-FFF2-40B4-BE49-F238E27FC236}">
                  <a16:creationId xmlns:a16="http://schemas.microsoft.com/office/drawing/2014/main" xmlns="" id="{BA99969F-9A92-47F2-A703-3F50EC1E2D9F}"/>
                </a:ext>
              </a:extLst>
            </p:cNvPr>
            <p:cNvSpPr/>
            <p:nvPr/>
          </p:nvSpPr>
          <p:spPr bwMode="auto">
            <a:xfrm>
              <a:off x="4561532" y="1624325"/>
              <a:ext cx="18222" cy="92512"/>
            </a:xfrm>
            <a:prstGeom prst="rect">
              <a:avLst/>
            </a:prstGeom>
            <a:grpFill/>
            <a:ln>
              <a:noFill/>
            </a:ln>
            <a:extLst>
              <a:ext uri="{91240B29-F687-4F45-9708-019B960494DF}">
                <a14:hiddenLine xmlns="" xmlns:a14="http://schemas.microsoft.com/office/drawing/2010/main" w="9525">
                  <a:solidFill>
                    <a:srgbClr val="000000"/>
                  </a:solidFill>
                  <a:miter lim="800000"/>
                  <a:headEnd/>
                  <a:tailEnd/>
                </a14:hiddenLine>
              </a:ext>
            </a:extLst>
          </p:spPr>
          <p:txBody>
            <a:bodyPr anchor="ctr"/>
            <a:lstStyle/>
            <a:p>
              <a:pPr algn="ctr"/>
              <a:endParaRPr>
                <a:solidFill>
                  <a:schemeClr val="accent1"/>
                </a:solidFill>
              </a:endParaRPr>
            </a:p>
          </p:txBody>
        </p:sp>
        <p:sp>
          <p:nvSpPr>
            <p:cNvPr id="95" name="iṩḷídé">
              <a:extLst>
                <a:ext uri="{FF2B5EF4-FFF2-40B4-BE49-F238E27FC236}">
                  <a16:creationId xmlns:a16="http://schemas.microsoft.com/office/drawing/2014/main" xmlns="" id="{21EC1E02-3BD3-4B05-B580-4497A87485D8}"/>
                </a:ext>
              </a:extLst>
            </p:cNvPr>
            <p:cNvSpPr/>
            <p:nvPr/>
          </p:nvSpPr>
          <p:spPr bwMode="auto">
            <a:xfrm>
              <a:off x="4595874" y="1624325"/>
              <a:ext cx="91811" cy="92512"/>
            </a:xfrm>
            <a:custGeom>
              <a:avLst/>
              <a:gdLst>
                <a:gd name="T0" fmla="*/ 131 w 131"/>
                <a:gd name="T1" fmla="*/ 132 h 132"/>
                <a:gd name="T2" fmla="*/ 102 w 131"/>
                <a:gd name="T3" fmla="*/ 132 h 132"/>
                <a:gd name="T4" fmla="*/ 92 w 131"/>
                <a:gd name="T5" fmla="*/ 102 h 132"/>
                <a:gd name="T6" fmla="*/ 40 w 131"/>
                <a:gd name="T7" fmla="*/ 102 h 132"/>
                <a:gd name="T8" fmla="*/ 26 w 131"/>
                <a:gd name="T9" fmla="*/ 132 h 132"/>
                <a:gd name="T10" fmla="*/ 0 w 131"/>
                <a:gd name="T11" fmla="*/ 132 h 132"/>
                <a:gd name="T12" fmla="*/ 49 w 131"/>
                <a:gd name="T13" fmla="*/ 0 h 132"/>
                <a:gd name="T14" fmla="*/ 79 w 131"/>
                <a:gd name="T15" fmla="*/ 0 h 132"/>
                <a:gd name="T16" fmla="*/ 131 w 131"/>
                <a:gd name="T17" fmla="*/ 132 h 132"/>
                <a:gd name="T18" fmla="*/ 131 w 131"/>
                <a:gd name="T19" fmla="*/ 132 h 132"/>
                <a:gd name="T20" fmla="*/ 82 w 131"/>
                <a:gd name="T21" fmla="*/ 83 h 132"/>
                <a:gd name="T22" fmla="*/ 66 w 131"/>
                <a:gd name="T23" fmla="*/ 33 h 132"/>
                <a:gd name="T24" fmla="*/ 46 w 131"/>
                <a:gd name="T25" fmla="*/ 83 h 132"/>
                <a:gd name="T26" fmla="*/ 82 w 131"/>
                <a:gd name="T27" fmla="*/ 83 h 1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31" h="132">
                  <a:moveTo>
                    <a:pt x="131" y="132"/>
                  </a:moveTo>
                  <a:lnTo>
                    <a:pt x="102" y="132"/>
                  </a:lnTo>
                  <a:lnTo>
                    <a:pt x="92" y="102"/>
                  </a:lnTo>
                  <a:lnTo>
                    <a:pt x="40" y="102"/>
                  </a:lnTo>
                  <a:lnTo>
                    <a:pt x="26" y="132"/>
                  </a:lnTo>
                  <a:lnTo>
                    <a:pt x="0" y="132"/>
                  </a:lnTo>
                  <a:lnTo>
                    <a:pt x="49" y="0"/>
                  </a:lnTo>
                  <a:lnTo>
                    <a:pt x="79" y="0"/>
                  </a:lnTo>
                  <a:lnTo>
                    <a:pt x="131" y="132"/>
                  </a:lnTo>
                  <a:lnTo>
                    <a:pt x="131" y="132"/>
                  </a:lnTo>
                  <a:close/>
                  <a:moveTo>
                    <a:pt x="82" y="83"/>
                  </a:moveTo>
                  <a:lnTo>
                    <a:pt x="66" y="33"/>
                  </a:lnTo>
                  <a:lnTo>
                    <a:pt x="46" y="83"/>
                  </a:lnTo>
                  <a:lnTo>
                    <a:pt x="82" y="83"/>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nchor="ctr"/>
            <a:lstStyle/>
            <a:p>
              <a:pPr algn="ctr"/>
              <a:endParaRPr>
                <a:solidFill>
                  <a:schemeClr val="accent1"/>
                </a:solidFill>
              </a:endParaRPr>
            </a:p>
          </p:txBody>
        </p:sp>
        <p:sp>
          <p:nvSpPr>
            <p:cNvPr id="96" name="iślíḓè">
              <a:extLst>
                <a:ext uri="{FF2B5EF4-FFF2-40B4-BE49-F238E27FC236}">
                  <a16:creationId xmlns:a16="http://schemas.microsoft.com/office/drawing/2014/main" xmlns="" id="{9A2778B1-0BA6-4067-9572-058195694710}"/>
                </a:ext>
              </a:extLst>
            </p:cNvPr>
            <p:cNvSpPr/>
            <p:nvPr/>
          </p:nvSpPr>
          <p:spPr bwMode="auto">
            <a:xfrm>
              <a:off x="4703805" y="1624325"/>
              <a:ext cx="73589" cy="92512"/>
            </a:xfrm>
            <a:custGeom>
              <a:avLst/>
              <a:gdLst>
                <a:gd name="T0" fmla="*/ 0 w 105"/>
                <a:gd name="T1" fmla="*/ 132 h 132"/>
                <a:gd name="T2" fmla="*/ 0 w 105"/>
                <a:gd name="T3" fmla="*/ 0 h 132"/>
                <a:gd name="T4" fmla="*/ 26 w 105"/>
                <a:gd name="T5" fmla="*/ 0 h 132"/>
                <a:gd name="T6" fmla="*/ 82 w 105"/>
                <a:gd name="T7" fmla="*/ 89 h 132"/>
                <a:gd name="T8" fmla="*/ 82 w 105"/>
                <a:gd name="T9" fmla="*/ 0 h 132"/>
                <a:gd name="T10" fmla="*/ 105 w 105"/>
                <a:gd name="T11" fmla="*/ 0 h 132"/>
                <a:gd name="T12" fmla="*/ 105 w 105"/>
                <a:gd name="T13" fmla="*/ 132 h 132"/>
                <a:gd name="T14" fmla="*/ 79 w 105"/>
                <a:gd name="T15" fmla="*/ 132 h 132"/>
                <a:gd name="T16" fmla="*/ 26 w 105"/>
                <a:gd name="T17" fmla="*/ 46 h 132"/>
                <a:gd name="T18" fmla="*/ 26 w 105"/>
                <a:gd name="T19" fmla="*/ 132 h 132"/>
                <a:gd name="T20" fmla="*/ 0 w 105"/>
                <a:gd name="T21" fmla="*/ 132 h 1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05" h="132">
                  <a:moveTo>
                    <a:pt x="0" y="132"/>
                  </a:moveTo>
                  <a:lnTo>
                    <a:pt x="0" y="0"/>
                  </a:lnTo>
                  <a:lnTo>
                    <a:pt x="26" y="0"/>
                  </a:lnTo>
                  <a:lnTo>
                    <a:pt x="82" y="89"/>
                  </a:lnTo>
                  <a:lnTo>
                    <a:pt x="82" y="0"/>
                  </a:lnTo>
                  <a:lnTo>
                    <a:pt x="105" y="0"/>
                  </a:lnTo>
                  <a:lnTo>
                    <a:pt x="105" y="132"/>
                  </a:lnTo>
                  <a:lnTo>
                    <a:pt x="79" y="132"/>
                  </a:lnTo>
                  <a:lnTo>
                    <a:pt x="26" y="46"/>
                  </a:lnTo>
                  <a:lnTo>
                    <a:pt x="26" y="132"/>
                  </a:lnTo>
                  <a:lnTo>
                    <a:pt x="0" y="132"/>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nchor="ctr"/>
            <a:lstStyle/>
            <a:p>
              <a:pPr algn="ctr"/>
              <a:endParaRPr>
                <a:solidFill>
                  <a:schemeClr val="accent1"/>
                </a:solidFill>
              </a:endParaRPr>
            </a:p>
          </p:txBody>
        </p:sp>
        <p:sp>
          <p:nvSpPr>
            <p:cNvPr id="97" name="îṥ1ïḋe">
              <a:extLst>
                <a:ext uri="{FF2B5EF4-FFF2-40B4-BE49-F238E27FC236}">
                  <a16:creationId xmlns:a16="http://schemas.microsoft.com/office/drawing/2014/main" xmlns="" id="{C2923D8F-37FE-41F6-BEEB-BD49B86F1012}"/>
                </a:ext>
              </a:extLst>
            </p:cNvPr>
            <p:cNvSpPr/>
            <p:nvPr/>
          </p:nvSpPr>
          <p:spPr bwMode="auto">
            <a:xfrm>
              <a:off x="4799821" y="1624325"/>
              <a:ext cx="87606" cy="94615"/>
            </a:xfrm>
            <a:custGeom>
              <a:avLst/>
              <a:gdLst>
                <a:gd name="T0" fmla="*/ 20 w 38"/>
                <a:gd name="T1" fmla="*/ 26 h 41"/>
                <a:gd name="T2" fmla="*/ 20 w 38"/>
                <a:gd name="T3" fmla="*/ 19 h 41"/>
                <a:gd name="T4" fmla="*/ 38 w 38"/>
                <a:gd name="T5" fmla="*/ 19 h 41"/>
                <a:gd name="T6" fmla="*/ 38 w 38"/>
                <a:gd name="T7" fmla="*/ 35 h 41"/>
                <a:gd name="T8" fmla="*/ 30 w 38"/>
                <a:gd name="T9" fmla="*/ 39 h 41"/>
                <a:gd name="T10" fmla="*/ 21 w 38"/>
                <a:gd name="T11" fmla="*/ 41 h 41"/>
                <a:gd name="T12" fmla="*/ 10 w 38"/>
                <a:gd name="T13" fmla="*/ 38 h 41"/>
                <a:gd name="T14" fmla="*/ 3 w 38"/>
                <a:gd name="T15" fmla="*/ 31 h 41"/>
                <a:gd name="T16" fmla="*/ 0 w 38"/>
                <a:gd name="T17" fmla="*/ 20 h 41"/>
                <a:gd name="T18" fmla="*/ 3 w 38"/>
                <a:gd name="T19" fmla="*/ 9 h 41"/>
                <a:gd name="T20" fmla="*/ 11 w 38"/>
                <a:gd name="T21" fmla="*/ 2 h 41"/>
                <a:gd name="T22" fmla="*/ 20 w 38"/>
                <a:gd name="T23" fmla="*/ 0 h 41"/>
                <a:gd name="T24" fmla="*/ 32 w 38"/>
                <a:gd name="T25" fmla="*/ 3 h 41"/>
                <a:gd name="T26" fmla="*/ 37 w 38"/>
                <a:gd name="T27" fmla="*/ 11 h 41"/>
                <a:gd name="T28" fmla="*/ 29 w 38"/>
                <a:gd name="T29" fmla="*/ 13 h 41"/>
                <a:gd name="T30" fmla="*/ 26 w 38"/>
                <a:gd name="T31" fmla="*/ 8 h 41"/>
                <a:gd name="T32" fmla="*/ 20 w 38"/>
                <a:gd name="T33" fmla="*/ 7 h 41"/>
                <a:gd name="T34" fmla="*/ 12 w 38"/>
                <a:gd name="T35" fmla="*/ 10 h 41"/>
                <a:gd name="T36" fmla="*/ 9 w 38"/>
                <a:gd name="T37" fmla="*/ 20 h 41"/>
                <a:gd name="T38" fmla="*/ 12 w 38"/>
                <a:gd name="T39" fmla="*/ 31 h 41"/>
                <a:gd name="T40" fmla="*/ 20 w 38"/>
                <a:gd name="T41" fmla="*/ 34 h 41"/>
                <a:gd name="T42" fmla="*/ 25 w 38"/>
                <a:gd name="T43" fmla="*/ 33 h 41"/>
                <a:gd name="T44" fmla="*/ 29 w 38"/>
                <a:gd name="T45" fmla="*/ 31 h 41"/>
                <a:gd name="T46" fmla="*/ 29 w 38"/>
                <a:gd name="T47" fmla="*/ 26 h 41"/>
                <a:gd name="T48" fmla="*/ 20 w 38"/>
                <a:gd name="T49" fmla="*/ 26 h 4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38" h="41">
                  <a:moveTo>
                    <a:pt x="20" y="26"/>
                  </a:moveTo>
                  <a:cubicBezTo>
                    <a:pt x="20" y="19"/>
                    <a:pt x="20" y="19"/>
                    <a:pt x="20" y="19"/>
                  </a:cubicBezTo>
                  <a:cubicBezTo>
                    <a:pt x="38" y="19"/>
                    <a:pt x="38" y="19"/>
                    <a:pt x="38" y="19"/>
                  </a:cubicBezTo>
                  <a:cubicBezTo>
                    <a:pt x="38" y="35"/>
                    <a:pt x="38" y="35"/>
                    <a:pt x="38" y="35"/>
                  </a:cubicBezTo>
                  <a:cubicBezTo>
                    <a:pt x="36" y="36"/>
                    <a:pt x="33" y="38"/>
                    <a:pt x="30" y="39"/>
                  </a:cubicBezTo>
                  <a:cubicBezTo>
                    <a:pt x="27" y="40"/>
                    <a:pt x="24" y="41"/>
                    <a:pt x="21" y="41"/>
                  </a:cubicBezTo>
                  <a:cubicBezTo>
                    <a:pt x="16" y="41"/>
                    <a:pt x="13" y="40"/>
                    <a:pt x="10" y="38"/>
                  </a:cubicBezTo>
                  <a:cubicBezTo>
                    <a:pt x="6" y="37"/>
                    <a:pt x="4" y="34"/>
                    <a:pt x="3" y="31"/>
                  </a:cubicBezTo>
                  <a:cubicBezTo>
                    <a:pt x="1" y="28"/>
                    <a:pt x="0" y="24"/>
                    <a:pt x="0" y="20"/>
                  </a:cubicBezTo>
                  <a:cubicBezTo>
                    <a:pt x="0" y="16"/>
                    <a:pt x="1" y="12"/>
                    <a:pt x="3" y="9"/>
                  </a:cubicBezTo>
                  <a:cubicBezTo>
                    <a:pt x="5" y="6"/>
                    <a:pt x="7" y="3"/>
                    <a:pt x="11" y="2"/>
                  </a:cubicBezTo>
                  <a:cubicBezTo>
                    <a:pt x="13" y="0"/>
                    <a:pt x="16" y="0"/>
                    <a:pt x="20" y="0"/>
                  </a:cubicBezTo>
                  <a:cubicBezTo>
                    <a:pt x="25" y="0"/>
                    <a:pt x="29" y="1"/>
                    <a:pt x="32" y="3"/>
                  </a:cubicBezTo>
                  <a:cubicBezTo>
                    <a:pt x="34" y="5"/>
                    <a:pt x="36" y="8"/>
                    <a:pt x="37" y="11"/>
                  </a:cubicBezTo>
                  <a:cubicBezTo>
                    <a:pt x="29" y="13"/>
                    <a:pt x="29" y="13"/>
                    <a:pt x="29" y="13"/>
                  </a:cubicBezTo>
                  <a:cubicBezTo>
                    <a:pt x="29" y="11"/>
                    <a:pt x="27" y="9"/>
                    <a:pt x="26" y="8"/>
                  </a:cubicBezTo>
                  <a:cubicBezTo>
                    <a:pt x="24" y="7"/>
                    <a:pt x="22" y="7"/>
                    <a:pt x="20" y="7"/>
                  </a:cubicBezTo>
                  <a:cubicBezTo>
                    <a:pt x="17" y="7"/>
                    <a:pt x="14" y="8"/>
                    <a:pt x="12" y="10"/>
                  </a:cubicBezTo>
                  <a:cubicBezTo>
                    <a:pt x="10" y="12"/>
                    <a:pt x="9" y="16"/>
                    <a:pt x="9" y="20"/>
                  </a:cubicBezTo>
                  <a:cubicBezTo>
                    <a:pt x="9" y="25"/>
                    <a:pt x="10" y="28"/>
                    <a:pt x="12" y="31"/>
                  </a:cubicBezTo>
                  <a:cubicBezTo>
                    <a:pt x="14" y="33"/>
                    <a:pt x="17" y="34"/>
                    <a:pt x="20" y="34"/>
                  </a:cubicBezTo>
                  <a:cubicBezTo>
                    <a:pt x="22" y="34"/>
                    <a:pt x="23" y="34"/>
                    <a:pt x="25" y="33"/>
                  </a:cubicBezTo>
                  <a:cubicBezTo>
                    <a:pt x="27" y="32"/>
                    <a:pt x="28" y="32"/>
                    <a:pt x="29" y="31"/>
                  </a:cubicBezTo>
                  <a:cubicBezTo>
                    <a:pt x="29" y="26"/>
                    <a:pt x="29" y="26"/>
                    <a:pt x="29" y="26"/>
                  </a:cubicBezTo>
                  <a:lnTo>
                    <a:pt x="20" y="26"/>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nchor="ctr"/>
            <a:lstStyle/>
            <a:p>
              <a:pPr algn="ctr"/>
              <a:endParaRPr>
                <a:solidFill>
                  <a:schemeClr val="accent1"/>
                </a:solidFill>
              </a:endParaRPr>
            </a:p>
          </p:txBody>
        </p:sp>
        <p:sp>
          <p:nvSpPr>
            <p:cNvPr id="98" name="iṧḷídè">
              <a:extLst>
                <a:ext uri="{FF2B5EF4-FFF2-40B4-BE49-F238E27FC236}">
                  <a16:creationId xmlns:a16="http://schemas.microsoft.com/office/drawing/2014/main" xmlns="" id="{326D2230-641A-4DCD-A266-B1CF64B8D611}"/>
                </a:ext>
              </a:extLst>
            </p:cNvPr>
            <p:cNvSpPr/>
            <p:nvPr/>
          </p:nvSpPr>
          <p:spPr bwMode="auto">
            <a:xfrm>
              <a:off x="4937888" y="1624325"/>
              <a:ext cx="72888" cy="94615"/>
            </a:xfrm>
            <a:custGeom>
              <a:avLst/>
              <a:gdLst>
                <a:gd name="T0" fmla="*/ 0 w 32"/>
                <a:gd name="T1" fmla="*/ 0 h 41"/>
                <a:gd name="T2" fmla="*/ 9 w 32"/>
                <a:gd name="T3" fmla="*/ 0 h 41"/>
                <a:gd name="T4" fmla="*/ 9 w 32"/>
                <a:gd name="T5" fmla="*/ 22 h 41"/>
                <a:gd name="T6" fmla="*/ 9 w 32"/>
                <a:gd name="T7" fmla="*/ 29 h 41"/>
                <a:gd name="T8" fmla="*/ 11 w 32"/>
                <a:gd name="T9" fmla="*/ 33 h 41"/>
                <a:gd name="T10" fmla="*/ 17 w 32"/>
                <a:gd name="T11" fmla="*/ 34 h 41"/>
                <a:gd name="T12" fmla="*/ 22 w 32"/>
                <a:gd name="T13" fmla="*/ 33 h 41"/>
                <a:gd name="T14" fmla="*/ 24 w 32"/>
                <a:gd name="T15" fmla="*/ 29 h 41"/>
                <a:gd name="T16" fmla="*/ 24 w 32"/>
                <a:gd name="T17" fmla="*/ 22 h 41"/>
                <a:gd name="T18" fmla="*/ 24 w 32"/>
                <a:gd name="T19" fmla="*/ 0 h 41"/>
                <a:gd name="T20" fmla="*/ 32 w 32"/>
                <a:gd name="T21" fmla="*/ 0 h 41"/>
                <a:gd name="T22" fmla="*/ 32 w 32"/>
                <a:gd name="T23" fmla="*/ 21 h 41"/>
                <a:gd name="T24" fmla="*/ 32 w 32"/>
                <a:gd name="T25" fmla="*/ 32 h 41"/>
                <a:gd name="T26" fmla="*/ 29 w 32"/>
                <a:gd name="T27" fmla="*/ 37 h 41"/>
                <a:gd name="T28" fmla="*/ 25 w 32"/>
                <a:gd name="T29" fmla="*/ 40 h 41"/>
                <a:gd name="T30" fmla="*/ 17 w 32"/>
                <a:gd name="T31" fmla="*/ 41 h 41"/>
                <a:gd name="T32" fmla="*/ 8 w 32"/>
                <a:gd name="T33" fmla="*/ 40 h 41"/>
                <a:gd name="T34" fmla="*/ 4 w 32"/>
                <a:gd name="T35" fmla="*/ 36 h 41"/>
                <a:gd name="T36" fmla="*/ 1 w 32"/>
                <a:gd name="T37" fmla="*/ 32 h 41"/>
                <a:gd name="T38" fmla="*/ 0 w 32"/>
                <a:gd name="T39" fmla="*/ 22 h 41"/>
                <a:gd name="T40" fmla="*/ 0 w 32"/>
                <a:gd name="T41" fmla="*/ 0 h 4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32" h="41">
                  <a:moveTo>
                    <a:pt x="0" y="0"/>
                  </a:moveTo>
                  <a:cubicBezTo>
                    <a:pt x="9" y="0"/>
                    <a:pt x="9" y="0"/>
                    <a:pt x="9" y="0"/>
                  </a:cubicBezTo>
                  <a:cubicBezTo>
                    <a:pt x="9" y="22"/>
                    <a:pt x="9" y="22"/>
                    <a:pt x="9" y="22"/>
                  </a:cubicBezTo>
                  <a:cubicBezTo>
                    <a:pt x="9" y="25"/>
                    <a:pt x="9" y="28"/>
                    <a:pt x="9" y="29"/>
                  </a:cubicBezTo>
                  <a:cubicBezTo>
                    <a:pt x="9" y="30"/>
                    <a:pt x="10" y="32"/>
                    <a:pt x="11" y="33"/>
                  </a:cubicBezTo>
                  <a:cubicBezTo>
                    <a:pt x="13" y="34"/>
                    <a:pt x="14" y="34"/>
                    <a:pt x="17" y="34"/>
                  </a:cubicBezTo>
                  <a:cubicBezTo>
                    <a:pt x="19" y="34"/>
                    <a:pt x="21" y="34"/>
                    <a:pt x="22" y="33"/>
                  </a:cubicBezTo>
                  <a:cubicBezTo>
                    <a:pt x="23" y="32"/>
                    <a:pt x="24" y="31"/>
                    <a:pt x="24" y="29"/>
                  </a:cubicBezTo>
                  <a:cubicBezTo>
                    <a:pt x="24" y="28"/>
                    <a:pt x="24" y="26"/>
                    <a:pt x="24" y="22"/>
                  </a:cubicBezTo>
                  <a:cubicBezTo>
                    <a:pt x="24" y="0"/>
                    <a:pt x="24" y="0"/>
                    <a:pt x="24" y="0"/>
                  </a:cubicBezTo>
                  <a:cubicBezTo>
                    <a:pt x="32" y="0"/>
                    <a:pt x="32" y="0"/>
                    <a:pt x="32" y="0"/>
                  </a:cubicBezTo>
                  <a:cubicBezTo>
                    <a:pt x="32" y="21"/>
                    <a:pt x="32" y="21"/>
                    <a:pt x="32" y="21"/>
                  </a:cubicBezTo>
                  <a:cubicBezTo>
                    <a:pt x="32" y="26"/>
                    <a:pt x="32" y="30"/>
                    <a:pt x="32" y="32"/>
                  </a:cubicBezTo>
                  <a:cubicBezTo>
                    <a:pt x="31" y="34"/>
                    <a:pt x="30" y="35"/>
                    <a:pt x="29" y="37"/>
                  </a:cubicBezTo>
                  <a:cubicBezTo>
                    <a:pt x="28" y="38"/>
                    <a:pt x="27" y="39"/>
                    <a:pt x="25" y="40"/>
                  </a:cubicBezTo>
                  <a:cubicBezTo>
                    <a:pt x="23" y="41"/>
                    <a:pt x="20" y="41"/>
                    <a:pt x="17" y="41"/>
                  </a:cubicBezTo>
                  <a:cubicBezTo>
                    <a:pt x="13" y="41"/>
                    <a:pt x="10" y="41"/>
                    <a:pt x="8" y="40"/>
                  </a:cubicBezTo>
                  <a:cubicBezTo>
                    <a:pt x="6" y="39"/>
                    <a:pt x="5" y="38"/>
                    <a:pt x="4" y="36"/>
                  </a:cubicBezTo>
                  <a:cubicBezTo>
                    <a:pt x="2" y="35"/>
                    <a:pt x="2" y="33"/>
                    <a:pt x="1" y="32"/>
                  </a:cubicBezTo>
                  <a:cubicBezTo>
                    <a:pt x="1" y="30"/>
                    <a:pt x="0" y="26"/>
                    <a:pt x="0" y="22"/>
                  </a:cubicBezTo>
                  <a:lnTo>
                    <a:pt x="0" y="0"/>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nchor="ctr"/>
            <a:lstStyle/>
            <a:p>
              <a:pPr algn="ctr"/>
              <a:endParaRPr>
                <a:solidFill>
                  <a:schemeClr val="accent1"/>
                </a:solidFill>
              </a:endParaRPr>
            </a:p>
          </p:txBody>
        </p:sp>
        <p:sp>
          <p:nvSpPr>
            <p:cNvPr id="99" name="ïṩḷíḍé">
              <a:extLst>
                <a:ext uri="{FF2B5EF4-FFF2-40B4-BE49-F238E27FC236}">
                  <a16:creationId xmlns:a16="http://schemas.microsoft.com/office/drawing/2014/main" xmlns="" id="{1A0A507C-2D40-443E-AA88-A0C4A9F69F1F}"/>
                </a:ext>
              </a:extLst>
            </p:cNvPr>
            <p:cNvSpPr/>
            <p:nvPr/>
          </p:nvSpPr>
          <p:spPr bwMode="auto">
            <a:xfrm>
              <a:off x="5038810" y="1624325"/>
              <a:ext cx="72888" cy="92512"/>
            </a:xfrm>
            <a:custGeom>
              <a:avLst/>
              <a:gdLst>
                <a:gd name="T0" fmla="*/ 0 w 104"/>
                <a:gd name="T1" fmla="*/ 132 h 132"/>
                <a:gd name="T2" fmla="*/ 0 w 104"/>
                <a:gd name="T3" fmla="*/ 0 h 132"/>
                <a:gd name="T4" fmla="*/ 26 w 104"/>
                <a:gd name="T5" fmla="*/ 0 h 132"/>
                <a:gd name="T6" fmla="*/ 78 w 104"/>
                <a:gd name="T7" fmla="*/ 89 h 132"/>
                <a:gd name="T8" fmla="*/ 78 w 104"/>
                <a:gd name="T9" fmla="*/ 0 h 132"/>
                <a:gd name="T10" fmla="*/ 104 w 104"/>
                <a:gd name="T11" fmla="*/ 0 h 132"/>
                <a:gd name="T12" fmla="*/ 104 w 104"/>
                <a:gd name="T13" fmla="*/ 132 h 132"/>
                <a:gd name="T14" fmla="*/ 78 w 104"/>
                <a:gd name="T15" fmla="*/ 132 h 132"/>
                <a:gd name="T16" fmla="*/ 23 w 104"/>
                <a:gd name="T17" fmla="*/ 46 h 132"/>
                <a:gd name="T18" fmla="*/ 23 w 104"/>
                <a:gd name="T19" fmla="*/ 132 h 132"/>
                <a:gd name="T20" fmla="*/ 0 w 104"/>
                <a:gd name="T21" fmla="*/ 132 h 1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04" h="132">
                  <a:moveTo>
                    <a:pt x="0" y="132"/>
                  </a:moveTo>
                  <a:lnTo>
                    <a:pt x="0" y="0"/>
                  </a:lnTo>
                  <a:lnTo>
                    <a:pt x="26" y="0"/>
                  </a:lnTo>
                  <a:lnTo>
                    <a:pt x="78" y="89"/>
                  </a:lnTo>
                  <a:lnTo>
                    <a:pt x="78" y="0"/>
                  </a:lnTo>
                  <a:lnTo>
                    <a:pt x="104" y="0"/>
                  </a:lnTo>
                  <a:lnTo>
                    <a:pt x="104" y="132"/>
                  </a:lnTo>
                  <a:lnTo>
                    <a:pt x="78" y="132"/>
                  </a:lnTo>
                  <a:lnTo>
                    <a:pt x="23" y="46"/>
                  </a:lnTo>
                  <a:lnTo>
                    <a:pt x="23" y="132"/>
                  </a:lnTo>
                  <a:lnTo>
                    <a:pt x="0" y="132"/>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nchor="ctr"/>
            <a:lstStyle/>
            <a:p>
              <a:pPr algn="ctr"/>
              <a:endParaRPr>
                <a:solidFill>
                  <a:schemeClr val="accent1"/>
                </a:solidFill>
              </a:endParaRPr>
            </a:p>
          </p:txBody>
        </p:sp>
        <p:sp>
          <p:nvSpPr>
            <p:cNvPr id="100" name="ï$liḓê">
              <a:extLst>
                <a:ext uri="{FF2B5EF4-FFF2-40B4-BE49-F238E27FC236}">
                  <a16:creationId xmlns:a16="http://schemas.microsoft.com/office/drawing/2014/main" xmlns="" id="{C55D3847-0136-4E19-AA3B-C8AC3E000918}"/>
                </a:ext>
              </a:extLst>
            </p:cNvPr>
            <p:cNvSpPr/>
            <p:nvPr/>
          </p:nvSpPr>
          <p:spPr bwMode="auto">
            <a:xfrm>
              <a:off x="5136929" y="1624325"/>
              <a:ext cx="18923" cy="92512"/>
            </a:xfrm>
            <a:prstGeom prst="rect">
              <a:avLst/>
            </a:prstGeom>
            <a:grpFill/>
            <a:ln>
              <a:noFill/>
            </a:ln>
            <a:extLst>
              <a:ext uri="{91240B29-F687-4F45-9708-019B960494DF}">
                <a14:hiddenLine xmlns="" xmlns:a14="http://schemas.microsoft.com/office/drawing/2010/main" w="9525">
                  <a:solidFill>
                    <a:srgbClr val="000000"/>
                  </a:solidFill>
                  <a:miter lim="800000"/>
                  <a:headEnd/>
                  <a:tailEnd/>
                </a14:hiddenLine>
              </a:ext>
            </a:extLst>
          </p:spPr>
          <p:txBody>
            <a:bodyPr anchor="ctr"/>
            <a:lstStyle/>
            <a:p>
              <a:pPr algn="ctr"/>
              <a:endParaRPr>
                <a:solidFill>
                  <a:schemeClr val="accent1"/>
                </a:solidFill>
              </a:endParaRPr>
            </a:p>
          </p:txBody>
        </p:sp>
        <p:sp>
          <p:nvSpPr>
            <p:cNvPr id="101" name="iṩlidè">
              <a:extLst>
                <a:ext uri="{FF2B5EF4-FFF2-40B4-BE49-F238E27FC236}">
                  <a16:creationId xmlns:a16="http://schemas.microsoft.com/office/drawing/2014/main" xmlns="" id="{B81B7044-51D5-4B60-91C8-100F16F568D5}"/>
                </a:ext>
              </a:extLst>
            </p:cNvPr>
            <p:cNvSpPr/>
            <p:nvPr/>
          </p:nvSpPr>
          <p:spPr bwMode="auto">
            <a:xfrm>
              <a:off x="5171271" y="1624325"/>
              <a:ext cx="84803" cy="92512"/>
            </a:xfrm>
            <a:custGeom>
              <a:avLst/>
              <a:gdLst>
                <a:gd name="T0" fmla="*/ 46 w 121"/>
                <a:gd name="T1" fmla="*/ 132 h 132"/>
                <a:gd name="T2" fmla="*/ 0 w 121"/>
                <a:gd name="T3" fmla="*/ 0 h 132"/>
                <a:gd name="T4" fmla="*/ 30 w 121"/>
                <a:gd name="T5" fmla="*/ 0 h 132"/>
                <a:gd name="T6" fmla="*/ 63 w 121"/>
                <a:gd name="T7" fmla="*/ 99 h 132"/>
                <a:gd name="T8" fmla="*/ 92 w 121"/>
                <a:gd name="T9" fmla="*/ 0 h 132"/>
                <a:gd name="T10" fmla="*/ 121 w 121"/>
                <a:gd name="T11" fmla="*/ 0 h 132"/>
                <a:gd name="T12" fmla="*/ 76 w 121"/>
                <a:gd name="T13" fmla="*/ 132 h 132"/>
                <a:gd name="T14" fmla="*/ 46 w 121"/>
                <a:gd name="T15" fmla="*/ 132 h 13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21" h="132">
                  <a:moveTo>
                    <a:pt x="46" y="132"/>
                  </a:moveTo>
                  <a:lnTo>
                    <a:pt x="0" y="0"/>
                  </a:lnTo>
                  <a:lnTo>
                    <a:pt x="30" y="0"/>
                  </a:lnTo>
                  <a:lnTo>
                    <a:pt x="63" y="99"/>
                  </a:lnTo>
                  <a:lnTo>
                    <a:pt x="92" y="0"/>
                  </a:lnTo>
                  <a:lnTo>
                    <a:pt x="121" y="0"/>
                  </a:lnTo>
                  <a:lnTo>
                    <a:pt x="76" y="132"/>
                  </a:lnTo>
                  <a:lnTo>
                    <a:pt x="46" y="132"/>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nchor="ctr"/>
            <a:lstStyle/>
            <a:p>
              <a:pPr algn="ctr"/>
              <a:endParaRPr>
                <a:solidFill>
                  <a:schemeClr val="accent1"/>
                </a:solidFill>
              </a:endParaRPr>
            </a:p>
          </p:txBody>
        </p:sp>
        <p:sp>
          <p:nvSpPr>
            <p:cNvPr id="102" name="íṧļîḓé">
              <a:extLst>
                <a:ext uri="{FF2B5EF4-FFF2-40B4-BE49-F238E27FC236}">
                  <a16:creationId xmlns:a16="http://schemas.microsoft.com/office/drawing/2014/main" xmlns="" id="{746FBDFE-A14C-4BB2-AF3F-6CACB9FAF703}"/>
                </a:ext>
              </a:extLst>
            </p:cNvPr>
            <p:cNvSpPr/>
            <p:nvPr/>
          </p:nvSpPr>
          <p:spPr bwMode="auto">
            <a:xfrm>
              <a:off x="5272193" y="1624325"/>
              <a:ext cx="71487" cy="92512"/>
            </a:xfrm>
            <a:custGeom>
              <a:avLst/>
              <a:gdLst>
                <a:gd name="T0" fmla="*/ 0 w 102"/>
                <a:gd name="T1" fmla="*/ 132 h 132"/>
                <a:gd name="T2" fmla="*/ 0 w 102"/>
                <a:gd name="T3" fmla="*/ 0 h 132"/>
                <a:gd name="T4" fmla="*/ 99 w 102"/>
                <a:gd name="T5" fmla="*/ 0 h 132"/>
                <a:gd name="T6" fmla="*/ 99 w 102"/>
                <a:gd name="T7" fmla="*/ 23 h 132"/>
                <a:gd name="T8" fmla="*/ 27 w 102"/>
                <a:gd name="T9" fmla="*/ 23 h 132"/>
                <a:gd name="T10" fmla="*/ 27 w 102"/>
                <a:gd name="T11" fmla="*/ 53 h 132"/>
                <a:gd name="T12" fmla="*/ 92 w 102"/>
                <a:gd name="T13" fmla="*/ 53 h 132"/>
                <a:gd name="T14" fmla="*/ 92 w 102"/>
                <a:gd name="T15" fmla="*/ 76 h 132"/>
                <a:gd name="T16" fmla="*/ 27 w 102"/>
                <a:gd name="T17" fmla="*/ 76 h 132"/>
                <a:gd name="T18" fmla="*/ 27 w 102"/>
                <a:gd name="T19" fmla="*/ 112 h 132"/>
                <a:gd name="T20" fmla="*/ 102 w 102"/>
                <a:gd name="T21" fmla="*/ 112 h 132"/>
                <a:gd name="T22" fmla="*/ 102 w 102"/>
                <a:gd name="T23" fmla="*/ 132 h 132"/>
                <a:gd name="T24" fmla="*/ 0 w 102"/>
                <a:gd name="T25" fmla="*/ 132 h 1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02" h="132">
                  <a:moveTo>
                    <a:pt x="0" y="132"/>
                  </a:moveTo>
                  <a:lnTo>
                    <a:pt x="0" y="0"/>
                  </a:lnTo>
                  <a:lnTo>
                    <a:pt x="99" y="0"/>
                  </a:lnTo>
                  <a:lnTo>
                    <a:pt x="99" y="23"/>
                  </a:lnTo>
                  <a:lnTo>
                    <a:pt x="27" y="23"/>
                  </a:lnTo>
                  <a:lnTo>
                    <a:pt x="27" y="53"/>
                  </a:lnTo>
                  <a:lnTo>
                    <a:pt x="92" y="53"/>
                  </a:lnTo>
                  <a:lnTo>
                    <a:pt x="92" y="76"/>
                  </a:lnTo>
                  <a:lnTo>
                    <a:pt x="27" y="76"/>
                  </a:lnTo>
                  <a:lnTo>
                    <a:pt x="27" y="112"/>
                  </a:lnTo>
                  <a:lnTo>
                    <a:pt x="102" y="112"/>
                  </a:lnTo>
                  <a:lnTo>
                    <a:pt x="102" y="132"/>
                  </a:lnTo>
                  <a:lnTo>
                    <a:pt x="0" y="132"/>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nchor="ctr"/>
            <a:lstStyle/>
            <a:p>
              <a:pPr algn="ctr"/>
              <a:endParaRPr>
                <a:solidFill>
                  <a:schemeClr val="accent1"/>
                </a:solidFill>
              </a:endParaRPr>
            </a:p>
          </p:txBody>
        </p:sp>
        <p:sp>
          <p:nvSpPr>
            <p:cNvPr id="103" name="iṩḻîḑè">
              <a:extLst>
                <a:ext uri="{FF2B5EF4-FFF2-40B4-BE49-F238E27FC236}">
                  <a16:creationId xmlns:a16="http://schemas.microsoft.com/office/drawing/2014/main" xmlns="" id="{260C5C8F-84D5-4691-A2A2-6A00CD54E882}"/>
                </a:ext>
              </a:extLst>
            </p:cNvPr>
            <p:cNvSpPr/>
            <p:nvPr/>
          </p:nvSpPr>
          <p:spPr bwMode="auto">
            <a:xfrm>
              <a:off x="5366808" y="1624325"/>
              <a:ext cx="79897" cy="92512"/>
            </a:xfrm>
            <a:custGeom>
              <a:avLst/>
              <a:gdLst>
                <a:gd name="T0" fmla="*/ 0 w 35"/>
                <a:gd name="T1" fmla="*/ 40 h 40"/>
                <a:gd name="T2" fmla="*/ 0 w 35"/>
                <a:gd name="T3" fmla="*/ 0 h 40"/>
                <a:gd name="T4" fmla="*/ 17 w 35"/>
                <a:gd name="T5" fmla="*/ 0 h 40"/>
                <a:gd name="T6" fmla="*/ 26 w 35"/>
                <a:gd name="T7" fmla="*/ 1 h 40"/>
                <a:gd name="T8" fmla="*/ 30 w 35"/>
                <a:gd name="T9" fmla="*/ 5 h 40"/>
                <a:gd name="T10" fmla="*/ 32 w 35"/>
                <a:gd name="T11" fmla="*/ 12 h 40"/>
                <a:gd name="T12" fmla="*/ 30 w 35"/>
                <a:gd name="T13" fmla="*/ 19 h 40"/>
                <a:gd name="T14" fmla="*/ 22 w 35"/>
                <a:gd name="T15" fmla="*/ 23 h 40"/>
                <a:gd name="T16" fmla="*/ 26 w 35"/>
                <a:gd name="T17" fmla="*/ 26 h 40"/>
                <a:gd name="T18" fmla="*/ 31 w 35"/>
                <a:gd name="T19" fmla="*/ 33 h 40"/>
                <a:gd name="T20" fmla="*/ 35 w 35"/>
                <a:gd name="T21" fmla="*/ 40 h 40"/>
                <a:gd name="T22" fmla="*/ 26 w 35"/>
                <a:gd name="T23" fmla="*/ 40 h 40"/>
                <a:gd name="T24" fmla="*/ 20 w 35"/>
                <a:gd name="T25" fmla="*/ 32 h 40"/>
                <a:gd name="T26" fmla="*/ 16 w 35"/>
                <a:gd name="T27" fmla="*/ 26 h 40"/>
                <a:gd name="T28" fmla="*/ 13 w 35"/>
                <a:gd name="T29" fmla="*/ 24 h 40"/>
                <a:gd name="T30" fmla="*/ 9 w 35"/>
                <a:gd name="T31" fmla="*/ 24 h 40"/>
                <a:gd name="T32" fmla="*/ 8 w 35"/>
                <a:gd name="T33" fmla="*/ 24 h 40"/>
                <a:gd name="T34" fmla="*/ 8 w 35"/>
                <a:gd name="T35" fmla="*/ 40 h 40"/>
                <a:gd name="T36" fmla="*/ 0 w 35"/>
                <a:gd name="T37" fmla="*/ 40 h 40"/>
                <a:gd name="T38" fmla="*/ 8 w 35"/>
                <a:gd name="T39" fmla="*/ 17 h 40"/>
                <a:gd name="T40" fmla="*/ 14 w 35"/>
                <a:gd name="T41" fmla="*/ 17 h 40"/>
                <a:gd name="T42" fmla="*/ 21 w 35"/>
                <a:gd name="T43" fmla="*/ 17 h 40"/>
                <a:gd name="T44" fmla="*/ 23 w 35"/>
                <a:gd name="T45" fmla="*/ 15 h 40"/>
                <a:gd name="T46" fmla="*/ 24 w 35"/>
                <a:gd name="T47" fmla="*/ 12 h 40"/>
                <a:gd name="T48" fmla="*/ 23 w 35"/>
                <a:gd name="T49" fmla="*/ 9 h 40"/>
                <a:gd name="T50" fmla="*/ 20 w 35"/>
                <a:gd name="T51" fmla="*/ 7 h 40"/>
                <a:gd name="T52" fmla="*/ 14 w 35"/>
                <a:gd name="T53" fmla="*/ 7 h 40"/>
                <a:gd name="T54" fmla="*/ 8 w 35"/>
                <a:gd name="T55" fmla="*/ 7 h 40"/>
                <a:gd name="T56" fmla="*/ 8 w 35"/>
                <a:gd name="T57" fmla="*/ 17 h 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35" h="40">
                  <a:moveTo>
                    <a:pt x="0" y="40"/>
                  </a:moveTo>
                  <a:cubicBezTo>
                    <a:pt x="0" y="0"/>
                    <a:pt x="0" y="0"/>
                    <a:pt x="0" y="0"/>
                  </a:cubicBezTo>
                  <a:cubicBezTo>
                    <a:pt x="17" y="0"/>
                    <a:pt x="17" y="0"/>
                    <a:pt x="17" y="0"/>
                  </a:cubicBezTo>
                  <a:cubicBezTo>
                    <a:pt x="21" y="0"/>
                    <a:pt x="24" y="1"/>
                    <a:pt x="26" y="1"/>
                  </a:cubicBezTo>
                  <a:cubicBezTo>
                    <a:pt x="28" y="2"/>
                    <a:pt x="29" y="3"/>
                    <a:pt x="30" y="5"/>
                  </a:cubicBezTo>
                  <a:cubicBezTo>
                    <a:pt x="32" y="7"/>
                    <a:pt x="32" y="9"/>
                    <a:pt x="32" y="12"/>
                  </a:cubicBezTo>
                  <a:cubicBezTo>
                    <a:pt x="32" y="15"/>
                    <a:pt x="31" y="17"/>
                    <a:pt x="30" y="19"/>
                  </a:cubicBezTo>
                  <a:cubicBezTo>
                    <a:pt x="28" y="21"/>
                    <a:pt x="25" y="22"/>
                    <a:pt x="22" y="23"/>
                  </a:cubicBezTo>
                  <a:cubicBezTo>
                    <a:pt x="23" y="24"/>
                    <a:pt x="25" y="25"/>
                    <a:pt x="26" y="26"/>
                  </a:cubicBezTo>
                  <a:cubicBezTo>
                    <a:pt x="27" y="27"/>
                    <a:pt x="29" y="29"/>
                    <a:pt x="31" y="33"/>
                  </a:cubicBezTo>
                  <a:cubicBezTo>
                    <a:pt x="35" y="40"/>
                    <a:pt x="35" y="40"/>
                    <a:pt x="35" y="40"/>
                  </a:cubicBezTo>
                  <a:cubicBezTo>
                    <a:pt x="26" y="40"/>
                    <a:pt x="26" y="40"/>
                    <a:pt x="26" y="40"/>
                  </a:cubicBezTo>
                  <a:cubicBezTo>
                    <a:pt x="20" y="32"/>
                    <a:pt x="20" y="32"/>
                    <a:pt x="20" y="32"/>
                  </a:cubicBezTo>
                  <a:cubicBezTo>
                    <a:pt x="18" y="29"/>
                    <a:pt x="17" y="27"/>
                    <a:pt x="16" y="26"/>
                  </a:cubicBezTo>
                  <a:cubicBezTo>
                    <a:pt x="15" y="25"/>
                    <a:pt x="14" y="24"/>
                    <a:pt x="13" y="24"/>
                  </a:cubicBezTo>
                  <a:cubicBezTo>
                    <a:pt x="12" y="24"/>
                    <a:pt x="11" y="24"/>
                    <a:pt x="9" y="24"/>
                  </a:cubicBezTo>
                  <a:cubicBezTo>
                    <a:pt x="8" y="24"/>
                    <a:pt x="8" y="24"/>
                    <a:pt x="8" y="24"/>
                  </a:cubicBezTo>
                  <a:cubicBezTo>
                    <a:pt x="8" y="40"/>
                    <a:pt x="8" y="40"/>
                    <a:pt x="8" y="40"/>
                  </a:cubicBezTo>
                  <a:cubicBezTo>
                    <a:pt x="0" y="40"/>
                    <a:pt x="0" y="40"/>
                    <a:pt x="0" y="40"/>
                  </a:cubicBezTo>
                  <a:close/>
                  <a:moveTo>
                    <a:pt x="8" y="17"/>
                  </a:moveTo>
                  <a:cubicBezTo>
                    <a:pt x="14" y="17"/>
                    <a:pt x="14" y="17"/>
                    <a:pt x="14" y="17"/>
                  </a:cubicBezTo>
                  <a:cubicBezTo>
                    <a:pt x="17" y="17"/>
                    <a:pt x="20" y="17"/>
                    <a:pt x="21" y="17"/>
                  </a:cubicBezTo>
                  <a:cubicBezTo>
                    <a:pt x="22" y="16"/>
                    <a:pt x="23" y="16"/>
                    <a:pt x="23" y="15"/>
                  </a:cubicBezTo>
                  <a:cubicBezTo>
                    <a:pt x="24" y="14"/>
                    <a:pt x="24" y="13"/>
                    <a:pt x="24" y="12"/>
                  </a:cubicBezTo>
                  <a:cubicBezTo>
                    <a:pt x="24" y="11"/>
                    <a:pt x="24" y="10"/>
                    <a:pt x="23" y="9"/>
                  </a:cubicBezTo>
                  <a:cubicBezTo>
                    <a:pt x="22" y="8"/>
                    <a:pt x="21" y="8"/>
                    <a:pt x="20" y="7"/>
                  </a:cubicBezTo>
                  <a:cubicBezTo>
                    <a:pt x="19" y="7"/>
                    <a:pt x="17" y="7"/>
                    <a:pt x="14" y="7"/>
                  </a:cubicBezTo>
                  <a:cubicBezTo>
                    <a:pt x="8" y="7"/>
                    <a:pt x="8" y="7"/>
                    <a:pt x="8" y="7"/>
                  </a:cubicBezTo>
                  <a:lnTo>
                    <a:pt x="8" y="17"/>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nchor="ctr"/>
            <a:lstStyle/>
            <a:p>
              <a:pPr algn="ctr"/>
              <a:endParaRPr>
                <a:solidFill>
                  <a:schemeClr val="accent1"/>
                </a:solidFill>
              </a:endParaRPr>
            </a:p>
          </p:txBody>
        </p:sp>
        <p:sp>
          <p:nvSpPr>
            <p:cNvPr id="104" name="ïṣľíḑé">
              <a:extLst>
                <a:ext uri="{FF2B5EF4-FFF2-40B4-BE49-F238E27FC236}">
                  <a16:creationId xmlns:a16="http://schemas.microsoft.com/office/drawing/2014/main" xmlns="" id="{34CECB6F-A4C2-4020-BD27-8D2C545FA011}"/>
                </a:ext>
              </a:extLst>
            </p:cNvPr>
            <p:cNvSpPr/>
            <p:nvPr/>
          </p:nvSpPr>
          <p:spPr bwMode="auto">
            <a:xfrm>
              <a:off x="5460722" y="1624325"/>
              <a:ext cx="72888" cy="94615"/>
            </a:xfrm>
            <a:custGeom>
              <a:avLst/>
              <a:gdLst>
                <a:gd name="T0" fmla="*/ 0 w 32"/>
                <a:gd name="T1" fmla="*/ 27 h 41"/>
                <a:gd name="T2" fmla="*/ 8 w 32"/>
                <a:gd name="T3" fmla="*/ 27 h 41"/>
                <a:gd name="T4" fmla="*/ 11 w 32"/>
                <a:gd name="T5" fmla="*/ 32 h 41"/>
                <a:gd name="T6" fmla="*/ 16 w 32"/>
                <a:gd name="T7" fmla="*/ 34 h 41"/>
                <a:gd name="T8" fmla="*/ 22 w 32"/>
                <a:gd name="T9" fmla="*/ 33 h 41"/>
                <a:gd name="T10" fmla="*/ 24 w 32"/>
                <a:gd name="T11" fmla="*/ 29 h 41"/>
                <a:gd name="T12" fmla="*/ 23 w 32"/>
                <a:gd name="T13" fmla="*/ 26 h 41"/>
                <a:gd name="T14" fmla="*/ 21 w 32"/>
                <a:gd name="T15" fmla="*/ 25 h 41"/>
                <a:gd name="T16" fmla="*/ 14 w 32"/>
                <a:gd name="T17" fmla="*/ 23 h 41"/>
                <a:gd name="T18" fmla="*/ 5 w 32"/>
                <a:gd name="T19" fmla="*/ 19 h 41"/>
                <a:gd name="T20" fmla="*/ 1 w 32"/>
                <a:gd name="T21" fmla="*/ 11 h 41"/>
                <a:gd name="T22" fmla="*/ 3 w 32"/>
                <a:gd name="T23" fmla="*/ 5 h 41"/>
                <a:gd name="T24" fmla="*/ 8 w 32"/>
                <a:gd name="T25" fmla="*/ 1 h 41"/>
                <a:gd name="T26" fmla="*/ 16 w 32"/>
                <a:gd name="T27" fmla="*/ 0 h 41"/>
                <a:gd name="T28" fmla="*/ 27 w 32"/>
                <a:gd name="T29" fmla="*/ 3 h 41"/>
                <a:gd name="T30" fmla="*/ 31 w 32"/>
                <a:gd name="T31" fmla="*/ 12 h 41"/>
                <a:gd name="T32" fmla="*/ 23 w 32"/>
                <a:gd name="T33" fmla="*/ 12 h 41"/>
                <a:gd name="T34" fmla="*/ 21 w 32"/>
                <a:gd name="T35" fmla="*/ 8 h 41"/>
                <a:gd name="T36" fmla="*/ 16 w 32"/>
                <a:gd name="T37" fmla="*/ 6 h 41"/>
                <a:gd name="T38" fmla="*/ 10 w 32"/>
                <a:gd name="T39" fmla="*/ 8 h 41"/>
                <a:gd name="T40" fmla="*/ 9 w 32"/>
                <a:gd name="T41" fmla="*/ 10 h 41"/>
                <a:gd name="T42" fmla="*/ 10 w 32"/>
                <a:gd name="T43" fmla="*/ 13 h 41"/>
                <a:gd name="T44" fmla="*/ 18 w 32"/>
                <a:gd name="T45" fmla="*/ 15 h 41"/>
                <a:gd name="T46" fmla="*/ 26 w 32"/>
                <a:gd name="T47" fmla="*/ 18 h 41"/>
                <a:gd name="T48" fmla="*/ 31 w 32"/>
                <a:gd name="T49" fmla="*/ 22 h 41"/>
                <a:gd name="T50" fmla="*/ 32 w 32"/>
                <a:gd name="T51" fmla="*/ 29 h 41"/>
                <a:gd name="T52" fmla="*/ 30 w 32"/>
                <a:gd name="T53" fmla="*/ 35 h 41"/>
                <a:gd name="T54" fmla="*/ 25 w 32"/>
                <a:gd name="T55" fmla="*/ 40 h 41"/>
                <a:gd name="T56" fmla="*/ 16 w 32"/>
                <a:gd name="T57" fmla="*/ 41 h 41"/>
                <a:gd name="T58" fmla="*/ 5 w 32"/>
                <a:gd name="T59" fmla="*/ 38 h 41"/>
                <a:gd name="T60" fmla="*/ 0 w 32"/>
                <a:gd name="T61" fmla="*/ 27 h 4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32" h="41">
                  <a:moveTo>
                    <a:pt x="0" y="27"/>
                  </a:moveTo>
                  <a:cubicBezTo>
                    <a:pt x="8" y="27"/>
                    <a:pt x="8" y="27"/>
                    <a:pt x="8" y="27"/>
                  </a:cubicBezTo>
                  <a:cubicBezTo>
                    <a:pt x="8" y="29"/>
                    <a:pt x="9" y="31"/>
                    <a:pt x="11" y="32"/>
                  </a:cubicBezTo>
                  <a:cubicBezTo>
                    <a:pt x="12" y="34"/>
                    <a:pt x="14" y="34"/>
                    <a:pt x="16" y="34"/>
                  </a:cubicBezTo>
                  <a:cubicBezTo>
                    <a:pt x="19" y="34"/>
                    <a:pt x="21" y="34"/>
                    <a:pt x="22" y="33"/>
                  </a:cubicBezTo>
                  <a:cubicBezTo>
                    <a:pt x="24" y="31"/>
                    <a:pt x="24" y="30"/>
                    <a:pt x="24" y="29"/>
                  </a:cubicBezTo>
                  <a:cubicBezTo>
                    <a:pt x="24" y="28"/>
                    <a:pt x="24" y="27"/>
                    <a:pt x="23" y="26"/>
                  </a:cubicBezTo>
                  <a:cubicBezTo>
                    <a:pt x="23" y="26"/>
                    <a:pt x="22" y="25"/>
                    <a:pt x="21" y="25"/>
                  </a:cubicBezTo>
                  <a:cubicBezTo>
                    <a:pt x="20" y="24"/>
                    <a:pt x="17" y="24"/>
                    <a:pt x="14" y="23"/>
                  </a:cubicBezTo>
                  <a:cubicBezTo>
                    <a:pt x="10" y="22"/>
                    <a:pt x="7" y="20"/>
                    <a:pt x="5" y="19"/>
                  </a:cubicBezTo>
                  <a:cubicBezTo>
                    <a:pt x="3" y="17"/>
                    <a:pt x="1" y="14"/>
                    <a:pt x="1" y="11"/>
                  </a:cubicBezTo>
                  <a:cubicBezTo>
                    <a:pt x="1" y="9"/>
                    <a:pt x="2" y="7"/>
                    <a:pt x="3" y="5"/>
                  </a:cubicBezTo>
                  <a:cubicBezTo>
                    <a:pt x="4" y="3"/>
                    <a:pt x="6" y="2"/>
                    <a:pt x="8" y="1"/>
                  </a:cubicBezTo>
                  <a:cubicBezTo>
                    <a:pt x="10" y="0"/>
                    <a:pt x="13" y="0"/>
                    <a:pt x="16" y="0"/>
                  </a:cubicBezTo>
                  <a:cubicBezTo>
                    <a:pt x="21" y="0"/>
                    <a:pt x="25" y="1"/>
                    <a:pt x="27" y="3"/>
                  </a:cubicBezTo>
                  <a:cubicBezTo>
                    <a:pt x="30" y="5"/>
                    <a:pt x="31" y="8"/>
                    <a:pt x="31" y="12"/>
                  </a:cubicBezTo>
                  <a:cubicBezTo>
                    <a:pt x="23" y="12"/>
                    <a:pt x="23" y="12"/>
                    <a:pt x="23" y="12"/>
                  </a:cubicBezTo>
                  <a:cubicBezTo>
                    <a:pt x="23" y="10"/>
                    <a:pt x="22" y="9"/>
                    <a:pt x="21" y="8"/>
                  </a:cubicBezTo>
                  <a:cubicBezTo>
                    <a:pt x="20" y="7"/>
                    <a:pt x="18" y="6"/>
                    <a:pt x="16" y="6"/>
                  </a:cubicBezTo>
                  <a:cubicBezTo>
                    <a:pt x="13" y="6"/>
                    <a:pt x="12" y="7"/>
                    <a:pt x="10" y="8"/>
                  </a:cubicBezTo>
                  <a:cubicBezTo>
                    <a:pt x="9" y="8"/>
                    <a:pt x="9" y="9"/>
                    <a:pt x="9" y="10"/>
                  </a:cubicBezTo>
                  <a:cubicBezTo>
                    <a:pt x="9" y="11"/>
                    <a:pt x="9" y="12"/>
                    <a:pt x="10" y="13"/>
                  </a:cubicBezTo>
                  <a:cubicBezTo>
                    <a:pt x="11" y="14"/>
                    <a:pt x="14" y="14"/>
                    <a:pt x="18" y="15"/>
                  </a:cubicBezTo>
                  <a:cubicBezTo>
                    <a:pt x="22" y="16"/>
                    <a:pt x="24" y="17"/>
                    <a:pt x="26" y="18"/>
                  </a:cubicBezTo>
                  <a:cubicBezTo>
                    <a:pt x="28" y="19"/>
                    <a:pt x="30" y="21"/>
                    <a:pt x="31" y="22"/>
                  </a:cubicBezTo>
                  <a:cubicBezTo>
                    <a:pt x="32" y="24"/>
                    <a:pt x="32" y="26"/>
                    <a:pt x="32" y="29"/>
                  </a:cubicBezTo>
                  <a:cubicBezTo>
                    <a:pt x="32" y="31"/>
                    <a:pt x="32" y="33"/>
                    <a:pt x="30" y="35"/>
                  </a:cubicBezTo>
                  <a:cubicBezTo>
                    <a:pt x="29" y="37"/>
                    <a:pt x="27" y="39"/>
                    <a:pt x="25" y="40"/>
                  </a:cubicBezTo>
                  <a:cubicBezTo>
                    <a:pt x="23" y="41"/>
                    <a:pt x="20" y="41"/>
                    <a:pt x="16" y="41"/>
                  </a:cubicBezTo>
                  <a:cubicBezTo>
                    <a:pt x="11" y="41"/>
                    <a:pt x="7" y="40"/>
                    <a:pt x="5" y="38"/>
                  </a:cubicBezTo>
                  <a:cubicBezTo>
                    <a:pt x="2" y="35"/>
                    <a:pt x="0" y="32"/>
                    <a:pt x="0" y="27"/>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nchor="ctr"/>
            <a:lstStyle/>
            <a:p>
              <a:pPr algn="ctr"/>
              <a:endParaRPr>
                <a:solidFill>
                  <a:schemeClr val="accent1"/>
                </a:solidFill>
              </a:endParaRPr>
            </a:p>
          </p:txBody>
        </p:sp>
        <p:sp>
          <p:nvSpPr>
            <p:cNvPr id="105" name="îşḻîḑè">
              <a:extLst>
                <a:ext uri="{FF2B5EF4-FFF2-40B4-BE49-F238E27FC236}">
                  <a16:creationId xmlns:a16="http://schemas.microsoft.com/office/drawing/2014/main" xmlns="" id="{493903AF-5D79-451F-9AF2-AAB77CD19EFA}"/>
                </a:ext>
              </a:extLst>
            </p:cNvPr>
            <p:cNvSpPr/>
            <p:nvPr/>
          </p:nvSpPr>
          <p:spPr bwMode="auto">
            <a:xfrm>
              <a:off x="5556738" y="1624325"/>
              <a:ext cx="18222" cy="92512"/>
            </a:xfrm>
            <a:prstGeom prst="rect">
              <a:avLst/>
            </a:prstGeom>
            <a:grpFill/>
            <a:ln>
              <a:noFill/>
            </a:ln>
            <a:extLst>
              <a:ext uri="{91240B29-F687-4F45-9708-019B960494DF}">
                <a14:hiddenLine xmlns="" xmlns:a14="http://schemas.microsoft.com/office/drawing/2010/main" w="9525">
                  <a:solidFill>
                    <a:srgbClr val="000000"/>
                  </a:solidFill>
                  <a:miter lim="800000"/>
                  <a:headEnd/>
                  <a:tailEnd/>
                </a14:hiddenLine>
              </a:ext>
            </a:extLst>
          </p:spPr>
          <p:txBody>
            <a:bodyPr anchor="ctr"/>
            <a:lstStyle/>
            <a:p>
              <a:pPr algn="ctr"/>
              <a:endParaRPr>
                <a:solidFill>
                  <a:schemeClr val="accent1"/>
                </a:solidFill>
              </a:endParaRPr>
            </a:p>
          </p:txBody>
        </p:sp>
        <p:sp>
          <p:nvSpPr>
            <p:cNvPr id="106" name="iṣḷiḓê">
              <a:extLst>
                <a:ext uri="{FF2B5EF4-FFF2-40B4-BE49-F238E27FC236}">
                  <a16:creationId xmlns:a16="http://schemas.microsoft.com/office/drawing/2014/main" xmlns="" id="{B946549A-BEF3-4F64-A12E-3549B7118BE8}"/>
                </a:ext>
              </a:extLst>
            </p:cNvPr>
            <p:cNvSpPr/>
            <p:nvPr/>
          </p:nvSpPr>
          <p:spPr bwMode="auto">
            <a:xfrm>
              <a:off x="5593182" y="1624325"/>
              <a:ext cx="73589" cy="92512"/>
            </a:xfrm>
            <a:custGeom>
              <a:avLst/>
              <a:gdLst>
                <a:gd name="T0" fmla="*/ 40 w 105"/>
                <a:gd name="T1" fmla="*/ 132 h 132"/>
                <a:gd name="T2" fmla="*/ 40 w 105"/>
                <a:gd name="T3" fmla="*/ 23 h 132"/>
                <a:gd name="T4" fmla="*/ 0 w 105"/>
                <a:gd name="T5" fmla="*/ 23 h 132"/>
                <a:gd name="T6" fmla="*/ 0 w 105"/>
                <a:gd name="T7" fmla="*/ 0 h 132"/>
                <a:gd name="T8" fmla="*/ 105 w 105"/>
                <a:gd name="T9" fmla="*/ 0 h 132"/>
                <a:gd name="T10" fmla="*/ 105 w 105"/>
                <a:gd name="T11" fmla="*/ 23 h 132"/>
                <a:gd name="T12" fmla="*/ 66 w 105"/>
                <a:gd name="T13" fmla="*/ 23 h 132"/>
                <a:gd name="T14" fmla="*/ 66 w 105"/>
                <a:gd name="T15" fmla="*/ 132 h 132"/>
                <a:gd name="T16" fmla="*/ 40 w 105"/>
                <a:gd name="T17" fmla="*/ 132 h 1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05" h="132">
                  <a:moveTo>
                    <a:pt x="40" y="132"/>
                  </a:moveTo>
                  <a:lnTo>
                    <a:pt x="40" y="23"/>
                  </a:lnTo>
                  <a:lnTo>
                    <a:pt x="0" y="23"/>
                  </a:lnTo>
                  <a:lnTo>
                    <a:pt x="0" y="0"/>
                  </a:lnTo>
                  <a:lnTo>
                    <a:pt x="105" y="0"/>
                  </a:lnTo>
                  <a:lnTo>
                    <a:pt x="105" y="23"/>
                  </a:lnTo>
                  <a:lnTo>
                    <a:pt x="66" y="23"/>
                  </a:lnTo>
                  <a:lnTo>
                    <a:pt x="66" y="132"/>
                  </a:lnTo>
                  <a:lnTo>
                    <a:pt x="40" y="132"/>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nchor="ctr"/>
            <a:lstStyle/>
            <a:p>
              <a:pPr algn="ctr"/>
              <a:endParaRPr>
                <a:solidFill>
                  <a:schemeClr val="accent1"/>
                </a:solidFill>
              </a:endParaRPr>
            </a:p>
          </p:txBody>
        </p:sp>
        <p:sp>
          <p:nvSpPr>
            <p:cNvPr id="107" name="işļídè">
              <a:extLst>
                <a:ext uri="{FF2B5EF4-FFF2-40B4-BE49-F238E27FC236}">
                  <a16:creationId xmlns:a16="http://schemas.microsoft.com/office/drawing/2014/main" xmlns="" id="{8340BFE0-B7AB-4C90-A0E6-08D61354312B}"/>
                </a:ext>
              </a:extLst>
            </p:cNvPr>
            <p:cNvSpPr/>
            <p:nvPr/>
          </p:nvSpPr>
          <p:spPr bwMode="auto">
            <a:xfrm>
              <a:off x="5675882" y="1624325"/>
              <a:ext cx="84803" cy="92512"/>
            </a:xfrm>
            <a:custGeom>
              <a:avLst/>
              <a:gdLst>
                <a:gd name="T0" fmla="*/ 46 w 121"/>
                <a:gd name="T1" fmla="*/ 132 h 132"/>
                <a:gd name="T2" fmla="*/ 46 w 121"/>
                <a:gd name="T3" fmla="*/ 79 h 132"/>
                <a:gd name="T4" fmla="*/ 0 w 121"/>
                <a:gd name="T5" fmla="*/ 0 h 132"/>
                <a:gd name="T6" fmla="*/ 30 w 121"/>
                <a:gd name="T7" fmla="*/ 0 h 132"/>
                <a:gd name="T8" fmla="*/ 62 w 121"/>
                <a:gd name="T9" fmla="*/ 53 h 132"/>
                <a:gd name="T10" fmla="*/ 92 w 121"/>
                <a:gd name="T11" fmla="*/ 0 h 132"/>
                <a:gd name="T12" fmla="*/ 121 w 121"/>
                <a:gd name="T13" fmla="*/ 0 h 132"/>
                <a:gd name="T14" fmla="*/ 75 w 121"/>
                <a:gd name="T15" fmla="*/ 79 h 132"/>
                <a:gd name="T16" fmla="*/ 75 w 121"/>
                <a:gd name="T17" fmla="*/ 132 h 132"/>
                <a:gd name="T18" fmla="*/ 46 w 121"/>
                <a:gd name="T19" fmla="*/ 132 h 1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21" h="132">
                  <a:moveTo>
                    <a:pt x="46" y="132"/>
                  </a:moveTo>
                  <a:lnTo>
                    <a:pt x="46" y="79"/>
                  </a:lnTo>
                  <a:lnTo>
                    <a:pt x="0" y="0"/>
                  </a:lnTo>
                  <a:lnTo>
                    <a:pt x="30" y="0"/>
                  </a:lnTo>
                  <a:lnTo>
                    <a:pt x="62" y="53"/>
                  </a:lnTo>
                  <a:lnTo>
                    <a:pt x="92" y="0"/>
                  </a:lnTo>
                  <a:lnTo>
                    <a:pt x="121" y="0"/>
                  </a:lnTo>
                  <a:lnTo>
                    <a:pt x="75" y="79"/>
                  </a:lnTo>
                  <a:lnTo>
                    <a:pt x="75" y="132"/>
                  </a:lnTo>
                  <a:lnTo>
                    <a:pt x="46" y="132"/>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nchor="ctr"/>
            <a:lstStyle/>
            <a:p>
              <a:pPr algn="ctr"/>
              <a:endParaRPr>
                <a:solidFill>
                  <a:schemeClr val="accent1"/>
                </a:solidFill>
              </a:endParaRPr>
            </a:p>
          </p:txBody>
        </p:sp>
      </p:grpSp>
    </p:spTree>
    <p:extLst>
      <p:ext uri="{BB962C8B-B14F-4D97-AF65-F5344CB8AC3E}">
        <p14:creationId xmlns="" xmlns:p14="http://schemas.microsoft.com/office/powerpoint/2010/main" val="1474195153"/>
      </p:ext>
    </p:extLst>
  </p:cSld>
  <p:clrMapOvr>
    <a:masterClrMapping/>
  </p:clrMapOvr>
  <mc:AlternateContent xmlns:mc="http://schemas.openxmlformats.org/markup-compatibility/2006">
    <mc:Choice xmlns="" xmlns:p14="http://schemas.microsoft.com/office/powerpoint/2010/main" Requires="p14">
      <p:transition spd="slow" p14:dur="1600">
        <p14:conveyor dir="l"/>
      </p:transition>
    </mc:Choice>
    <mc:Fallback>
      <p:transition spd="slow">
        <p:fade/>
      </p:transition>
    </mc:Fallback>
  </mc:AlternateContent>
  <p:timing>
    <p:tnLst>
      <p:par>
        <p:cTn id="1" dur="indefinite" restart="never" nodeType="tmRoot"/>
      </p:par>
    </p:tnLst>
  </p:timing>
  <p:extLst mod="1">
    <p:ext uri="{DCECCB84-F9BA-43D5-87BE-67443E8EF086}">
      <p15:sldGuideLst xmlns="" xmlns:p15="http://schemas.microsoft.com/office/powerpoint/2012/main">
        <p15:guide id="1" pos="2880" userDrawn="1">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userDrawn="1">
  <p:cSld name="标题和内容">
    <p:spTree>
      <p:nvGrpSpPr>
        <p:cNvPr id="1" name=""/>
        <p:cNvGrpSpPr/>
        <p:nvPr/>
      </p:nvGrpSpPr>
      <p:grpSpPr>
        <a:xfrm>
          <a:off x="0" y="0"/>
          <a:ext cx="0" cy="0"/>
          <a:chOff x="0" y="0"/>
          <a:chExt cx="0" cy="0"/>
        </a:xfrm>
      </p:grpSpPr>
    </p:spTree>
    <p:extLst>
      <p:ext uri="{BB962C8B-B14F-4D97-AF65-F5344CB8AC3E}">
        <p14:creationId xmlns="" xmlns:p14="http://schemas.microsoft.com/office/powerpoint/2010/main" val="4141265883"/>
      </p:ext>
    </p:extLst>
  </p:cSld>
  <p:clrMapOvr>
    <a:masterClrMapping/>
  </p:clrMapOvr>
  <mc:AlternateContent xmlns:mc="http://schemas.openxmlformats.org/markup-compatibility/2006">
    <mc:Choice xmlns="" xmlns:p14="http://schemas.microsoft.com/office/powerpoint/2010/main" Requires="p14">
      <p:transition spd="slow" p14:dur="1600">
        <p14:conveyor dir="l"/>
      </p:transition>
    </mc:Choice>
    <mc:Fallback>
      <p:transition spd="slow">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type="secHead" preserve="1">
  <p:cSld name="节标题">
    <p:spTree>
      <p:nvGrpSpPr>
        <p:cNvPr id="1" name=""/>
        <p:cNvGrpSpPr/>
        <p:nvPr/>
      </p:nvGrpSpPr>
      <p:grpSpPr>
        <a:xfrm>
          <a:off x="0" y="0"/>
          <a:ext cx="0" cy="0"/>
          <a:chOff x="0" y="0"/>
          <a:chExt cx="0" cy="0"/>
        </a:xfrm>
      </p:grpSpPr>
      <p:sp>
        <p:nvSpPr>
          <p:cNvPr id="2" name="Title 1"/>
          <p:cNvSpPr>
            <a:spLocks noGrp="1"/>
          </p:cNvSpPr>
          <p:nvPr>
            <p:ph type="title"/>
          </p:nvPr>
        </p:nvSpPr>
        <p:spPr>
          <a:xfrm>
            <a:off x="623888" y="1282304"/>
            <a:ext cx="7886700" cy="2139553"/>
          </a:xfrm>
        </p:spPr>
        <p:txBody>
          <a:bodyPr anchor="b"/>
          <a:lstStyle>
            <a:lvl1pPr>
              <a:defRPr sz="4500"/>
            </a:lvl1pPr>
          </a:lstStyle>
          <a:p>
            <a:r>
              <a:rPr lang="zh-CN" altLang="en-US"/>
              <a:t>单击此处编辑母版标题样式</a:t>
            </a:r>
            <a:endParaRPr lang="en-US" dirty="0"/>
          </a:p>
        </p:txBody>
      </p:sp>
      <p:sp>
        <p:nvSpPr>
          <p:cNvPr id="3" name="Text Placeholder 2"/>
          <p:cNvSpPr>
            <a:spLocks noGrp="1"/>
          </p:cNvSpPr>
          <p:nvPr>
            <p:ph type="body" idx="1"/>
          </p:nvPr>
        </p:nvSpPr>
        <p:spPr>
          <a:xfrm>
            <a:off x="623888" y="3442098"/>
            <a:ext cx="7886700" cy="1125140"/>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zh-CN" altLang="en-US"/>
              <a:t>单击此处编辑母版文本样式</a:t>
            </a:r>
          </a:p>
        </p:txBody>
      </p:sp>
      <p:sp>
        <p:nvSpPr>
          <p:cNvPr id="4" name="Date Placeholder 3"/>
          <p:cNvSpPr>
            <a:spLocks noGrp="1"/>
          </p:cNvSpPr>
          <p:nvPr>
            <p:ph type="dt" sz="half" idx="10"/>
          </p:nvPr>
        </p:nvSpPr>
        <p:spPr/>
        <p:txBody>
          <a:bodyPr/>
          <a:lstStyle/>
          <a:p>
            <a:fld id="{AC698C12-413D-45C0-9AD9-C72A6D11CD69}" type="datetime1">
              <a:rPr lang="zh-CN" altLang="en-US" smtClean="0"/>
              <a:pPr/>
              <a:t>2019/5/10</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ACBECEF1-1935-4692-9C86-5FD89D9EDF46}" type="slidenum">
              <a:rPr lang="zh-CN" altLang="en-US" smtClean="0"/>
              <a:pPr/>
              <a:t>‹#›</a:t>
            </a:fld>
            <a:endParaRPr lang="zh-CN" altLang="en-US"/>
          </a:p>
        </p:txBody>
      </p:sp>
    </p:spTree>
    <p:extLst>
      <p:ext uri="{BB962C8B-B14F-4D97-AF65-F5344CB8AC3E}">
        <p14:creationId xmlns="" xmlns:p14="http://schemas.microsoft.com/office/powerpoint/2010/main" val="680613237"/>
      </p:ext>
    </p:extLst>
  </p:cSld>
  <p:clrMapOvr>
    <a:masterClrMapping/>
  </p:clrMapOvr>
  <mc:AlternateContent xmlns:mc="http://schemas.openxmlformats.org/markup-compatibility/2006">
    <mc:Choice xmlns="" xmlns:p14="http://schemas.microsoft.com/office/powerpoint/2010/main" Requires="p14">
      <p:transition spd="slow" p14:dur="1600">
        <p14:conveyor dir="l"/>
      </p:transition>
    </mc:Choice>
    <mc:Fallback>
      <p:transition spd="slow">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twoObj" preserve="1">
  <p:cSld name="两栏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Content Placeholder 2"/>
          <p:cNvSpPr>
            <a:spLocks noGrp="1"/>
          </p:cNvSpPr>
          <p:nvPr>
            <p:ph sz="half" idx="1"/>
          </p:nvPr>
        </p:nvSpPr>
        <p:spPr>
          <a:xfrm>
            <a:off x="628650" y="1369219"/>
            <a:ext cx="3886200" cy="3263504"/>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Content Placeholder 3"/>
          <p:cNvSpPr>
            <a:spLocks noGrp="1"/>
          </p:cNvSpPr>
          <p:nvPr>
            <p:ph sz="half" idx="2"/>
          </p:nvPr>
        </p:nvSpPr>
        <p:spPr>
          <a:xfrm>
            <a:off x="4629150" y="1369219"/>
            <a:ext cx="3886200" cy="3263504"/>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5" name="Date Placeholder 4"/>
          <p:cNvSpPr>
            <a:spLocks noGrp="1"/>
          </p:cNvSpPr>
          <p:nvPr>
            <p:ph type="dt" sz="half" idx="10"/>
          </p:nvPr>
        </p:nvSpPr>
        <p:spPr/>
        <p:txBody>
          <a:bodyPr/>
          <a:lstStyle/>
          <a:p>
            <a:fld id="{158AF178-7028-46B8-B227-1B7A5FDAC3B5}" type="datetime1">
              <a:rPr lang="zh-CN" altLang="en-US" smtClean="0"/>
              <a:pPr/>
              <a:t>2019/5/10</a:t>
            </a:fld>
            <a:endParaRPr lang="zh-CN" altLang="en-US"/>
          </a:p>
        </p:txBody>
      </p:sp>
      <p:sp>
        <p:nvSpPr>
          <p:cNvPr id="6" name="Footer Placeholder 5"/>
          <p:cNvSpPr>
            <a:spLocks noGrp="1"/>
          </p:cNvSpPr>
          <p:nvPr>
            <p:ph type="ftr" sz="quarter" idx="11"/>
          </p:nvPr>
        </p:nvSpPr>
        <p:spPr/>
        <p:txBody>
          <a:bodyPr/>
          <a:lstStyle/>
          <a:p>
            <a:endParaRPr lang="zh-CN" altLang="en-US"/>
          </a:p>
        </p:txBody>
      </p:sp>
      <p:sp>
        <p:nvSpPr>
          <p:cNvPr id="7" name="Slide Number Placeholder 6"/>
          <p:cNvSpPr>
            <a:spLocks noGrp="1"/>
          </p:cNvSpPr>
          <p:nvPr>
            <p:ph type="sldNum" sz="quarter" idx="12"/>
          </p:nvPr>
        </p:nvSpPr>
        <p:spPr/>
        <p:txBody>
          <a:bodyPr/>
          <a:lstStyle/>
          <a:p>
            <a:fld id="{ACBECEF1-1935-4692-9C86-5FD89D9EDF46}" type="slidenum">
              <a:rPr lang="zh-CN" altLang="en-US" smtClean="0"/>
              <a:pPr/>
              <a:t>‹#›</a:t>
            </a:fld>
            <a:endParaRPr lang="zh-CN" altLang="en-US"/>
          </a:p>
        </p:txBody>
      </p:sp>
    </p:spTree>
    <p:extLst>
      <p:ext uri="{BB962C8B-B14F-4D97-AF65-F5344CB8AC3E}">
        <p14:creationId xmlns="" xmlns:p14="http://schemas.microsoft.com/office/powerpoint/2010/main" val="4066107679"/>
      </p:ext>
    </p:extLst>
  </p:cSld>
  <p:clrMapOvr>
    <a:masterClrMapping/>
  </p:clrMapOvr>
  <mc:AlternateContent xmlns:mc="http://schemas.openxmlformats.org/markup-compatibility/2006">
    <mc:Choice xmlns="" xmlns:p14="http://schemas.microsoft.com/office/powerpoint/2010/main" Requires="p14">
      <p:transition spd="slow" p14:dur="1600">
        <p14:conveyor dir="l"/>
      </p:transition>
    </mc:Choice>
    <mc:Fallback>
      <p:transition spd="slow">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twoTxTwoObj" preserve="1">
  <p:cSld name="比较">
    <p:spTree>
      <p:nvGrpSpPr>
        <p:cNvPr id="1" name=""/>
        <p:cNvGrpSpPr/>
        <p:nvPr/>
      </p:nvGrpSpPr>
      <p:grpSpPr>
        <a:xfrm>
          <a:off x="0" y="0"/>
          <a:ext cx="0" cy="0"/>
          <a:chOff x="0" y="0"/>
          <a:chExt cx="0" cy="0"/>
        </a:xfrm>
      </p:grpSpPr>
      <p:sp>
        <p:nvSpPr>
          <p:cNvPr id="2" name="Title 1"/>
          <p:cNvSpPr>
            <a:spLocks noGrp="1"/>
          </p:cNvSpPr>
          <p:nvPr>
            <p:ph type="title"/>
          </p:nvPr>
        </p:nvSpPr>
        <p:spPr>
          <a:xfrm>
            <a:off x="629841" y="273844"/>
            <a:ext cx="7886700" cy="994172"/>
          </a:xfrm>
        </p:spPr>
        <p:txBody>
          <a:bodyPr/>
          <a:lstStyle/>
          <a:p>
            <a:r>
              <a:rPr lang="zh-CN" altLang="en-US"/>
              <a:t>单击此处编辑母版标题样式</a:t>
            </a:r>
            <a:endParaRPr lang="en-US" dirty="0"/>
          </a:p>
        </p:txBody>
      </p:sp>
      <p:sp>
        <p:nvSpPr>
          <p:cNvPr id="3" name="Text Placeholder 2"/>
          <p:cNvSpPr>
            <a:spLocks noGrp="1"/>
          </p:cNvSpPr>
          <p:nvPr>
            <p:ph type="body" idx="1"/>
          </p:nvPr>
        </p:nvSpPr>
        <p:spPr>
          <a:xfrm>
            <a:off x="629842" y="1260872"/>
            <a:ext cx="3868340" cy="617934"/>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zh-CN" altLang="en-US"/>
              <a:t>单击此处编辑母版文本样式</a:t>
            </a:r>
          </a:p>
        </p:txBody>
      </p:sp>
      <p:sp>
        <p:nvSpPr>
          <p:cNvPr id="4" name="Content Placeholder 3"/>
          <p:cNvSpPr>
            <a:spLocks noGrp="1"/>
          </p:cNvSpPr>
          <p:nvPr>
            <p:ph sz="half" idx="2"/>
          </p:nvPr>
        </p:nvSpPr>
        <p:spPr>
          <a:xfrm>
            <a:off x="629842" y="1878806"/>
            <a:ext cx="3868340" cy="2763441"/>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5" name="Text Placeholder 4"/>
          <p:cNvSpPr>
            <a:spLocks noGrp="1"/>
          </p:cNvSpPr>
          <p:nvPr>
            <p:ph type="body" sz="quarter" idx="3"/>
          </p:nvPr>
        </p:nvSpPr>
        <p:spPr>
          <a:xfrm>
            <a:off x="4629150" y="1260872"/>
            <a:ext cx="3887391" cy="617934"/>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zh-CN" altLang="en-US"/>
              <a:t>单击此处编辑母版文本样式</a:t>
            </a:r>
          </a:p>
        </p:txBody>
      </p:sp>
      <p:sp>
        <p:nvSpPr>
          <p:cNvPr id="6" name="Content Placeholder 5"/>
          <p:cNvSpPr>
            <a:spLocks noGrp="1"/>
          </p:cNvSpPr>
          <p:nvPr>
            <p:ph sz="quarter" idx="4"/>
          </p:nvPr>
        </p:nvSpPr>
        <p:spPr>
          <a:xfrm>
            <a:off x="4629150" y="1878806"/>
            <a:ext cx="3887391" cy="2763441"/>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7" name="Date Placeholder 6"/>
          <p:cNvSpPr>
            <a:spLocks noGrp="1"/>
          </p:cNvSpPr>
          <p:nvPr>
            <p:ph type="dt" sz="half" idx="10"/>
          </p:nvPr>
        </p:nvSpPr>
        <p:spPr/>
        <p:txBody>
          <a:bodyPr/>
          <a:lstStyle/>
          <a:p>
            <a:fld id="{4CCFC36B-FEB6-4842-88BA-8D822531BFD4}" type="datetime1">
              <a:rPr lang="zh-CN" altLang="en-US" smtClean="0"/>
              <a:pPr/>
              <a:t>2019/5/10</a:t>
            </a:fld>
            <a:endParaRPr lang="zh-CN" altLang="en-US"/>
          </a:p>
        </p:txBody>
      </p:sp>
      <p:sp>
        <p:nvSpPr>
          <p:cNvPr id="8" name="Footer Placeholder 7"/>
          <p:cNvSpPr>
            <a:spLocks noGrp="1"/>
          </p:cNvSpPr>
          <p:nvPr>
            <p:ph type="ftr" sz="quarter" idx="11"/>
          </p:nvPr>
        </p:nvSpPr>
        <p:spPr/>
        <p:txBody>
          <a:bodyPr/>
          <a:lstStyle/>
          <a:p>
            <a:endParaRPr lang="zh-CN" altLang="en-US"/>
          </a:p>
        </p:txBody>
      </p:sp>
      <p:sp>
        <p:nvSpPr>
          <p:cNvPr id="9" name="Slide Number Placeholder 8"/>
          <p:cNvSpPr>
            <a:spLocks noGrp="1"/>
          </p:cNvSpPr>
          <p:nvPr>
            <p:ph type="sldNum" sz="quarter" idx="12"/>
          </p:nvPr>
        </p:nvSpPr>
        <p:spPr/>
        <p:txBody>
          <a:bodyPr/>
          <a:lstStyle/>
          <a:p>
            <a:fld id="{ACBECEF1-1935-4692-9C86-5FD89D9EDF46}" type="slidenum">
              <a:rPr lang="zh-CN" altLang="en-US" smtClean="0"/>
              <a:pPr/>
              <a:t>‹#›</a:t>
            </a:fld>
            <a:endParaRPr lang="zh-CN" altLang="en-US"/>
          </a:p>
        </p:txBody>
      </p:sp>
    </p:spTree>
    <p:extLst>
      <p:ext uri="{BB962C8B-B14F-4D97-AF65-F5344CB8AC3E}">
        <p14:creationId xmlns="" xmlns:p14="http://schemas.microsoft.com/office/powerpoint/2010/main" val="2578712296"/>
      </p:ext>
    </p:extLst>
  </p:cSld>
  <p:clrMapOvr>
    <a:masterClrMapping/>
  </p:clrMapOvr>
  <mc:AlternateContent xmlns:mc="http://schemas.openxmlformats.org/markup-compatibility/2006">
    <mc:Choice xmlns="" xmlns:p14="http://schemas.microsoft.com/office/powerpoint/2010/main" Requires="p14">
      <p:transition spd="slow" p14:dur="1600">
        <p14:conveyor dir="l"/>
      </p:transition>
    </mc:Choice>
    <mc:Fallback>
      <p:transition spd="slow">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titleOnly" preserve="1">
  <p:cSld name="仅标题">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Date Placeholder 2"/>
          <p:cNvSpPr>
            <a:spLocks noGrp="1"/>
          </p:cNvSpPr>
          <p:nvPr>
            <p:ph type="dt" sz="half" idx="10"/>
          </p:nvPr>
        </p:nvSpPr>
        <p:spPr/>
        <p:txBody>
          <a:bodyPr/>
          <a:lstStyle/>
          <a:p>
            <a:fld id="{69414BC2-D1DD-4487-BC9B-263F1385394B}" type="datetime1">
              <a:rPr lang="zh-CN" altLang="en-US" smtClean="0"/>
              <a:pPr/>
              <a:t>2019/5/10</a:t>
            </a:fld>
            <a:endParaRPr lang="zh-CN" altLang="en-US"/>
          </a:p>
        </p:txBody>
      </p:sp>
      <p:sp>
        <p:nvSpPr>
          <p:cNvPr id="4" name="Footer Placeholder 3"/>
          <p:cNvSpPr>
            <a:spLocks noGrp="1"/>
          </p:cNvSpPr>
          <p:nvPr>
            <p:ph type="ftr" sz="quarter" idx="11"/>
          </p:nvPr>
        </p:nvSpPr>
        <p:spPr/>
        <p:txBody>
          <a:bodyPr/>
          <a:lstStyle/>
          <a:p>
            <a:endParaRPr lang="zh-CN" altLang="en-US"/>
          </a:p>
        </p:txBody>
      </p:sp>
      <p:sp>
        <p:nvSpPr>
          <p:cNvPr id="5" name="Slide Number Placeholder 4"/>
          <p:cNvSpPr>
            <a:spLocks noGrp="1"/>
          </p:cNvSpPr>
          <p:nvPr>
            <p:ph type="sldNum" sz="quarter" idx="12"/>
          </p:nvPr>
        </p:nvSpPr>
        <p:spPr/>
        <p:txBody>
          <a:bodyPr/>
          <a:lstStyle/>
          <a:p>
            <a:fld id="{ACBECEF1-1935-4692-9C86-5FD89D9EDF46}" type="slidenum">
              <a:rPr lang="zh-CN" altLang="en-US" smtClean="0"/>
              <a:pPr/>
              <a:t>‹#›</a:t>
            </a:fld>
            <a:endParaRPr lang="zh-CN" altLang="en-US"/>
          </a:p>
        </p:txBody>
      </p:sp>
    </p:spTree>
    <p:extLst>
      <p:ext uri="{BB962C8B-B14F-4D97-AF65-F5344CB8AC3E}">
        <p14:creationId xmlns="" xmlns:p14="http://schemas.microsoft.com/office/powerpoint/2010/main" val="1795831285"/>
      </p:ext>
    </p:extLst>
  </p:cSld>
  <p:clrMapOvr>
    <a:masterClrMapping/>
  </p:clrMapOvr>
  <mc:AlternateContent xmlns:mc="http://schemas.openxmlformats.org/markup-compatibility/2006">
    <mc:Choice xmlns="" xmlns:p14="http://schemas.microsoft.com/office/powerpoint/2010/main" Requires="p14">
      <p:transition spd="slow" p14:dur="1600">
        <p14:conveyor dir="l"/>
      </p:transition>
    </mc:Choice>
    <mc:Fallback>
      <p:transition spd="slow">
        <p:fade/>
      </p:transition>
    </mc:Fallback>
  </mc:AlternateContent>
  <p:timing>
    <p:tnLst>
      <p:par>
        <p:cTn id="1" dur="indefinite" restart="never" nodeType="tmRoot"/>
      </p:par>
    </p:tnLst>
  </p:timing>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type="blank" preserve="1">
  <p:cSld name="空白">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049A8EC-1E49-424C-BCFA-572FFAE717EA}" type="datetime1">
              <a:rPr lang="zh-CN" altLang="en-US" smtClean="0"/>
              <a:pPr/>
              <a:t>2019/5/10</a:t>
            </a:fld>
            <a:endParaRPr lang="zh-CN" altLang="en-US"/>
          </a:p>
        </p:txBody>
      </p:sp>
      <p:sp>
        <p:nvSpPr>
          <p:cNvPr id="3" name="Footer Placeholder 2"/>
          <p:cNvSpPr>
            <a:spLocks noGrp="1"/>
          </p:cNvSpPr>
          <p:nvPr>
            <p:ph type="ftr" sz="quarter" idx="11"/>
          </p:nvPr>
        </p:nvSpPr>
        <p:spPr/>
        <p:txBody>
          <a:bodyPr/>
          <a:lstStyle/>
          <a:p>
            <a:endParaRPr lang="zh-CN" altLang="en-US"/>
          </a:p>
        </p:txBody>
      </p:sp>
      <p:sp>
        <p:nvSpPr>
          <p:cNvPr id="4" name="Slide Number Placeholder 3"/>
          <p:cNvSpPr>
            <a:spLocks noGrp="1"/>
          </p:cNvSpPr>
          <p:nvPr>
            <p:ph type="sldNum" sz="quarter" idx="12"/>
          </p:nvPr>
        </p:nvSpPr>
        <p:spPr/>
        <p:txBody>
          <a:bodyPr/>
          <a:lstStyle/>
          <a:p>
            <a:fld id="{ACBECEF1-1935-4692-9C86-5FD89D9EDF46}" type="slidenum">
              <a:rPr lang="zh-CN" altLang="en-US" smtClean="0"/>
              <a:pPr/>
              <a:t>‹#›</a:t>
            </a:fld>
            <a:endParaRPr lang="zh-CN" altLang="en-US"/>
          </a:p>
        </p:txBody>
      </p:sp>
    </p:spTree>
    <p:extLst>
      <p:ext uri="{BB962C8B-B14F-4D97-AF65-F5344CB8AC3E}">
        <p14:creationId xmlns="" xmlns:p14="http://schemas.microsoft.com/office/powerpoint/2010/main" val="599718227"/>
      </p:ext>
    </p:extLst>
  </p:cSld>
  <p:clrMapOvr>
    <a:masterClrMapping/>
  </p:clrMapOvr>
  <mc:AlternateContent xmlns:mc="http://schemas.openxmlformats.org/markup-compatibility/2006">
    <mc:Choice xmlns="" xmlns:p14="http://schemas.microsoft.com/office/powerpoint/2010/main" Requires="p14">
      <p:transition spd="slow" p14:dur="1600">
        <p14:conveyor dir="l"/>
      </p:transition>
    </mc:Choice>
    <mc:Fallback>
      <p:transition spd="slow">
        <p:fade/>
      </p:transition>
    </mc:Fallback>
  </mc:AlternateContent>
  <p:timing>
    <p:tnLst>
      <p:par>
        <p:cTn id="1" dur="indefinite" restart="never" nodeType="tmRoot"/>
      </p:par>
    </p:tnLst>
  </p:timing>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objTx" preserve="1">
  <p:cSld name="内容与标题">
    <p:spTree>
      <p:nvGrpSpPr>
        <p:cNvPr id="1" name=""/>
        <p:cNvGrpSpPr/>
        <p:nvPr/>
      </p:nvGrpSpPr>
      <p:grpSpPr>
        <a:xfrm>
          <a:off x="0" y="0"/>
          <a:ext cx="0" cy="0"/>
          <a:chOff x="0" y="0"/>
          <a:chExt cx="0" cy="0"/>
        </a:xfrm>
      </p:grpSpPr>
      <p:sp>
        <p:nvSpPr>
          <p:cNvPr id="2" name="Title 1"/>
          <p:cNvSpPr>
            <a:spLocks noGrp="1"/>
          </p:cNvSpPr>
          <p:nvPr>
            <p:ph type="title"/>
          </p:nvPr>
        </p:nvSpPr>
        <p:spPr>
          <a:xfrm>
            <a:off x="629841" y="342900"/>
            <a:ext cx="2949178" cy="1200150"/>
          </a:xfrm>
        </p:spPr>
        <p:txBody>
          <a:bodyPr anchor="b"/>
          <a:lstStyle>
            <a:lvl1pPr>
              <a:defRPr sz="2400"/>
            </a:lvl1pPr>
          </a:lstStyle>
          <a:p>
            <a:r>
              <a:rPr lang="zh-CN" altLang="en-US"/>
              <a:t>单击此处编辑母版标题样式</a:t>
            </a:r>
            <a:endParaRPr lang="en-US" dirty="0"/>
          </a:p>
        </p:txBody>
      </p:sp>
      <p:sp>
        <p:nvSpPr>
          <p:cNvPr id="3" name="Content Placeholder 2"/>
          <p:cNvSpPr>
            <a:spLocks noGrp="1"/>
          </p:cNvSpPr>
          <p:nvPr>
            <p:ph idx="1"/>
          </p:nvPr>
        </p:nvSpPr>
        <p:spPr>
          <a:xfrm>
            <a:off x="3887391" y="740569"/>
            <a:ext cx="4629150" cy="3655219"/>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Text Placeholder 3"/>
          <p:cNvSpPr>
            <a:spLocks noGrp="1"/>
          </p:cNvSpPr>
          <p:nvPr>
            <p:ph type="body" sz="half" idx="2"/>
          </p:nvPr>
        </p:nvSpPr>
        <p:spPr>
          <a:xfrm>
            <a:off x="629841" y="1543050"/>
            <a:ext cx="2949178" cy="2858691"/>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zh-CN" altLang="en-US"/>
              <a:t>单击此处编辑母版文本样式</a:t>
            </a:r>
          </a:p>
        </p:txBody>
      </p:sp>
      <p:sp>
        <p:nvSpPr>
          <p:cNvPr id="5" name="Date Placeholder 4"/>
          <p:cNvSpPr>
            <a:spLocks noGrp="1"/>
          </p:cNvSpPr>
          <p:nvPr>
            <p:ph type="dt" sz="half" idx="10"/>
          </p:nvPr>
        </p:nvSpPr>
        <p:spPr/>
        <p:txBody>
          <a:bodyPr/>
          <a:lstStyle/>
          <a:p>
            <a:fld id="{1FEB1135-D26A-4F8E-9CC5-4D04C5CB626D}" type="datetime1">
              <a:rPr lang="zh-CN" altLang="en-US" smtClean="0"/>
              <a:pPr/>
              <a:t>2019/5/10</a:t>
            </a:fld>
            <a:endParaRPr lang="zh-CN" altLang="en-US"/>
          </a:p>
        </p:txBody>
      </p:sp>
      <p:sp>
        <p:nvSpPr>
          <p:cNvPr id="6" name="Footer Placeholder 5"/>
          <p:cNvSpPr>
            <a:spLocks noGrp="1"/>
          </p:cNvSpPr>
          <p:nvPr>
            <p:ph type="ftr" sz="quarter" idx="11"/>
          </p:nvPr>
        </p:nvSpPr>
        <p:spPr/>
        <p:txBody>
          <a:bodyPr/>
          <a:lstStyle/>
          <a:p>
            <a:endParaRPr lang="zh-CN" altLang="en-US"/>
          </a:p>
        </p:txBody>
      </p:sp>
      <p:sp>
        <p:nvSpPr>
          <p:cNvPr id="7" name="Slide Number Placeholder 6"/>
          <p:cNvSpPr>
            <a:spLocks noGrp="1"/>
          </p:cNvSpPr>
          <p:nvPr>
            <p:ph type="sldNum" sz="quarter" idx="12"/>
          </p:nvPr>
        </p:nvSpPr>
        <p:spPr/>
        <p:txBody>
          <a:bodyPr/>
          <a:lstStyle/>
          <a:p>
            <a:fld id="{ACBECEF1-1935-4692-9C86-5FD89D9EDF46}" type="slidenum">
              <a:rPr lang="zh-CN" altLang="en-US" smtClean="0"/>
              <a:pPr/>
              <a:t>‹#›</a:t>
            </a:fld>
            <a:endParaRPr lang="zh-CN" altLang="en-US"/>
          </a:p>
        </p:txBody>
      </p:sp>
    </p:spTree>
    <p:extLst>
      <p:ext uri="{BB962C8B-B14F-4D97-AF65-F5344CB8AC3E}">
        <p14:creationId xmlns="" xmlns:p14="http://schemas.microsoft.com/office/powerpoint/2010/main" val="2008393520"/>
      </p:ext>
    </p:extLst>
  </p:cSld>
  <p:clrMapOvr>
    <a:masterClrMapping/>
  </p:clrMapOvr>
  <mc:AlternateContent xmlns:mc="http://schemas.openxmlformats.org/markup-compatibility/2006">
    <mc:Choice xmlns="" xmlns:p14="http://schemas.microsoft.com/office/powerpoint/2010/main" Requires="p14">
      <p:transition spd="slow" p14:dur="1600">
        <p14:conveyor dir="l"/>
      </p:transition>
    </mc:Choice>
    <mc:Fallback>
      <p:transition spd="slow">
        <p:fade/>
      </p:transition>
    </mc:Fallback>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type="picTx" preserve="1">
  <p:cSld name="图片与标题">
    <p:spTree>
      <p:nvGrpSpPr>
        <p:cNvPr id="1" name=""/>
        <p:cNvGrpSpPr/>
        <p:nvPr/>
      </p:nvGrpSpPr>
      <p:grpSpPr>
        <a:xfrm>
          <a:off x="0" y="0"/>
          <a:ext cx="0" cy="0"/>
          <a:chOff x="0" y="0"/>
          <a:chExt cx="0" cy="0"/>
        </a:xfrm>
      </p:grpSpPr>
      <p:sp>
        <p:nvSpPr>
          <p:cNvPr id="2" name="Title 1"/>
          <p:cNvSpPr>
            <a:spLocks noGrp="1"/>
          </p:cNvSpPr>
          <p:nvPr>
            <p:ph type="title"/>
          </p:nvPr>
        </p:nvSpPr>
        <p:spPr>
          <a:xfrm>
            <a:off x="629841" y="342900"/>
            <a:ext cx="2949178" cy="1200150"/>
          </a:xfrm>
        </p:spPr>
        <p:txBody>
          <a:bodyPr anchor="b"/>
          <a:lstStyle>
            <a:lvl1pPr>
              <a:defRPr sz="2400"/>
            </a:lvl1pPr>
          </a:lstStyle>
          <a:p>
            <a:r>
              <a:rPr lang="zh-CN" altLang="en-US"/>
              <a:t>单击此处编辑母版标题样式</a:t>
            </a:r>
            <a:endParaRPr lang="en-US" dirty="0"/>
          </a:p>
        </p:txBody>
      </p:sp>
      <p:sp>
        <p:nvSpPr>
          <p:cNvPr id="3" name="Picture Placeholder 2"/>
          <p:cNvSpPr>
            <a:spLocks noGrp="1" noChangeAspect="1"/>
          </p:cNvSpPr>
          <p:nvPr>
            <p:ph type="pic" idx="1"/>
          </p:nvPr>
        </p:nvSpPr>
        <p:spPr>
          <a:xfrm>
            <a:off x="3887391" y="740569"/>
            <a:ext cx="4629150" cy="3655219"/>
          </a:xfrm>
        </p:spPr>
        <p:txBody>
          <a:bodyPr anchor="t"/>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zh-CN" altLang="en-US"/>
              <a:t>单击图标添加图片</a:t>
            </a:r>
            <a:endParaRPr lang="en-US" dirty="0"/>
          </a:p>
        </p:txBody>
      </p:sp>
      <p:sp>
        <p:nvSpPr>
          <p:cNvPr id="4" name="Text Placeholder 3"/>
          <p:cNvSpPr>
            <a:spLocks noGrp="1"/>
          </p:cNvSpPr>
          <p:nvPr>
            <p:ph type="body" sz="half" idx="2"/>
          </p:nvPr>
        </p:nvSpPr>
        <p:spPr>
          <a:xfrm>
            <a:off x="629841" y="1543050"/>
            <a:ext cx="2949178" cy="2858691"/>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zh-CN" altLang="en-US"/>
              <a:t>单击此处编辑母版文本样式</a:t>
            </a:r>
          </a:p>
        </p:txBody>
      </p:sp>
      <p:sp>
        <p:nvSpPr>
          <p:cNvPr id="5" name="Date Placeholder 4"/>
          <p:cNvSpPr>
            <a:spLocks noGrp="1"/>
          </p:cNvSpPr>
          <p:nvPr>
            <p:ph type="dt" sz="half" idx="10"/>
          </p:nvPr>
        </p:nvSpPr>
        <p:spPr/>
        <p:txBody>
          <a:bodyPr/>
          <a:lstStyle/>
          <a:p>
            <a:fld id="{CA760BCF-A029-48C8-8958-0A70B38BB1DC}" type="datetime1">
              <a:rPr lang="zh-CN" altLang="en-US" smtClean="0"/>
              <a:pPr/>
              <a:t>2019/5/10</a:t>
            </a:fld>
            <a:endParaRPr lang="zh-CN" altLang="en-US"/>
          </a:p>
        </p:txBody>
      </p:sp>
      <p:sp>
        <p:nvSpPr>
          <p:cNvPr id="6" name="Footer Placeholder 5"/>
          <p:cNvSpPr>
            <a:spLocks noGrp="1"/>
          </p:cNvSpPr>
          <p:nvPr>
            <p:ph type="ftr" sz="quarter" idx="11"/>
          </p:nvPr>
        </p:nvSpPr>
        <p:spPr/>
        <p:txBody>
          <a:bodyPr/>
          <a:lstStyle/>
          <a:p>
            <a:endParaRPr lang="zh-CN" altLang="en-US"/>
          </a:p>
        </p:txBody>
      </p:sp>
      <p:sp>
        <p:nvSpPr>
          <p:cNvPr id="7" name="Slide Number Placeholder 6"/>
          <p:cNvSpPr>
            <a:spLocks noGrp="1"/>
          </p:cNvSpPr>
          <p:nvPr>
            <p:ph type="sldNum" sz="quarter" idx="12"/>
          </p:nvPr>
        </p:nvSpPr>
        <p:spPr/>
        <p:txBody>
          <a:bodyPr/>
          <a:lstStyle/>
          <a:p>
            <a:fld id="{ACBECEF1-1935-4692-9C86-5FD89D9EDF46}" type="slidenum">
              <a:rPr lang="zh-CN" altLang="en-US" smtClean="0"/>
              <a:pPr/>
              <a:t>‹#›</a:t>
            </a:fld>
            <a:endParaRPr lang="zh-CN" altLang="en-US"/>
          </a:p>
        </p:txBody>
      </p:sp>
    </p:spTree>
    <p:extLst>
      <p:ext uri="{BB962C8B-B14F-4D97-AF65-F5344CB8AC3E}">
        <p14:creationId xmlns="" xmlns:p14="http://schemas.microsoft.com/office/powerpoint/2010/main" val="2760844142"/>
      </p:ext>
    </p:extLst>
  </p:cSld>
  <p:clrMapOvr>
    <a:masterClrMapping/>
  </p:clrMapOvr>
  <mc:AlternateContent xmlns:mc="http://schemas.openxmlformats.org/markup-compatibility/2006">
    <mc:Choice xmlns="" xmlns:p14="http://schemas.microsoft.com/office/powerpoint/2010/main" Requires="p14">
      <p:transition spd="slow" p14:dur="1600">
        <p14:conveyor dir="l"/>
      </p:transition>
    </mc:Choice>
    <mc:Fallback>
      <p:transition spd="slow">
        <p:fade/>
      </p:transition>
    </mc:Fallback>
  </mc:AlternateContent>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type="vertTx" preserve="1">
  <p:cSld name="标题和竖排文字">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Vertical Text Placeholder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Date Placeholder 3"/>
          <p:cNvSpPr>
            <a:spLocks noGrp="1"/>
          </p:cNvSpPr>
          <p:nvPr>
            <p:ph type="dt" sz="half" idx="10"/>
          </p:nvPr>
        </p:nvSpPr>
        <p:spPr/>
        <p:txBody>
          <a:bodyPr/>
          <a:lstStyle/>
          <a:p>
            <a:fld id="{4C031568-A7D1-4636-BB09-7CF4AFFADB82}" type="datetime1">
              <a:rPr lang="zh-CN" altLang="en-US" smtClean="0"/>
              <a:pPr/>
              <a:t>2019/5/10</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ACBECEF1-1935-4692-9C86-5FD89D9EDF46}" type="slidenum">
              <a:rPr lang="zh-CN" altLang="en-US" smtClean="0"/>
              <a:pPr/>
              <a:t>‹#›</a:t>
            </a:fld>
            <a:endParaRPr lang="zh-CN" altLang="en-US"/>
          </a:p>
        </p:txBody>
      </p:sp>
    </p:spTree>
    <p:extLst>
      <p:ext uri="{BB962C8B-B14F-4D97-AF65-F5344CB8AC3E}">
        <p14:creationId xmlns="" xmlns:p14="http://schemas.microsoft.com/office/powerpoint/2010/main" val="3722150780"/>
      </p:ext>
    </p:extLst>
  </p:cSld>
  <p:clrMapOvr>
    <a:masterClrMapping/>
  </p:clrMapOvr>
  <mc:AlternateContent xmlns:mc="http://schemas.openxmlformats.org/markup-compatibility/2006">
    <mc:Choice xmlns="" xmlns:p14="http://schemas.microsoft.com/office/powerpoint/2010/main" Requires="p14">
      <p:transition spd="slow" p14:dur="1600">
        <p14:conveyor dir="l"/>
      </p:transition>
    </mc:Choice>
    <mc:Fallback>
      <p:transition spd="slow">
        <p:fade/>
      </p:transition>
    </mc:Fallback>
  </mc:AlternateContent>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type="vertTitleAndTx" preserve="1">
  <p:cSld name="垂直排列标题与&#10;文本">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273844"/>
            <a:ext cx="1971675" cy="4358879"/>
          </a:xfrm>
        </p:spPr>
        <p:txBody>
          <a:bodyPr vert="eaVert"/>
          <a:lstStyle/>
          <a:p>
            <a:r>
              <a:rPr lang="zh-CN" altLang="en-US"/>
              <a:t>单击此处编辑母版标题样式</a:t>
            </a:r>
            <a:endParaRPr lang="en-US" dirty="0"/>
          </a:p>
        </p:txBody>
      </p:sp>
      <p:sp>
        <p:nvSpPr>
          <p:cNvPr id="3" name="Vertical Text Placeholder 2"/>
          <p:cNvSpPr>
            <a:spLocks noGrp="1"/>
          </p:cNvSpPr>
          <p:nvPr>
            <p:ph type="body" orient="vert" idx="1"/>
          </p:nvPr>
        </p:nvSpPr>
        <p:spPr>
          <a:xfrm>
            <a:off x="628650" y="273844"/>
            <a:ext cx="5800725" cy="4358879"/>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Date Placeholder 3"/>
          <p:cNvSpPr>
            <a:spLocks noGrp="1"/>
          </p:cNvSpPr>
          <p:nvPr>
            <p:ph type="dt" sz="half" idx="10"/>
          </p:nvPr>
        </p:nvSpPr>
        <p:spPr/>
        <p:txBody>
          <a:bodyPr/>
          <a:lstStyle/>
          <a:p>
            <a:fld id="{D37E55BC-2BD3-49CF-BEF5-18391091E8B5}" type="datetime1">
              <a:rPr lang="zh-CN" altLang="en-US" smtClean="0"/>
              <a:pPr/>
              <a:t>2019/5/10</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ACBECEF1-1935-4692-9C86-5FD89D9EDF46}" type="slidenum">
              <a:rPr lang="zh-CN" altLang="en-US" smtClean="0"/>
              <a:pPr/>
              <a:t>‹#›</a:t>
            </a:fld>
            <a:endParaRPr lang="zh-CN" altLang="en-US"/>
          </a:p>
        </p:txBody>
      </p:sp>
    </p:spTree>
    <p:extLst>
      <p:ext uri="{BB962C8B-B14F-4D97-AF65-F5344CB8AC3E}">
        <p14:creationId xmlns="" xmlns:p14="http://schemas.microsoft.com/office/powerpoint/2010/main" val="559766708"/>
      </p:ext>
    </p:extLst>
  </p:cSld>
  <p:clrMapOvr>
    <a:masterClrMapping/>
  </p:clrMapOvr>
  <mc:AlternateContent xmlns:mc="http://schemas.openxmlformats.org/markup-compatibility/2006">
    <mc:Choice xmlns="" xmlns:p14="http://schemas.microsoft.com/office/powerpoint/2010/main" Requires="p14">
      <p:transition spd="slow" p14:dur="1600">
        <p14:conveyor dir="l"/>
      </p:transition>
    </mc:Choice>
    <mc:Fallback>
      <p:transition spd="slow">
        <p:fade/>
      </p:transition>
    </mc:Fallback>
  </mc:AlternateContent>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type="title">
  <p:cSld name="2_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143000" y="841772"/>
            <a:ext cx="6858000" cy="1790700"/>
          </a:xfrm>
        </p:spPr>
        <p:txBody>
          <a:bodyPr anchor="b"/>
          <a:lstStyle>
            <a:lvl1pPr algn="ctr">
              <a:defRPr sz="4500"/>
            </a:lvl1pPr>
          </a:lstStyle>
          <a:p>
            <a:r>
              <a:rPr lang="zh-CN" altLang="en-US" smtClean="0"/>
              <a:t>单击此处编辑母版标题样式</a:t>
            </a:r>
            <a:endParaRPr lang="zh-CN" altLang="en-US"/>
          </a:p>
        </p:txBody>
      </p:sp>
      <p:sp>
        <p:nvSpPr>
          <p:cNvPr id="3" name="副标题 2"/>
          <p:cNvSpPr>
            <a:spLocks noGrp="1"/>
          </p:cNvSpPr>
          <p:nvPr>
            <p:ph type="subTitle" idx="1"/>
          </p:nvPr>
        </p:nvSpPr>
        <p:spPr>
          <a:xfrm>
            <a:off x="1143000" y="2701528"/>
            <a:ext cx="6858000" cy="1241822"/>
          </a:xfrm>
        </p:spPr>
        <p:txBody>
          <a:bodyPr/>
          <a:lstStyle>
            <a:lvl1pPr marL="0" indent="0" algn="ctr">
              <a:buNone/>
              <a:defRPr sz="1800"/>
            </a:lvl1pPr>
            <a:lvl2pPr marL="342900" indent="0" algn="ctr">
              <a:buNone/>
              <a:defRPr sz="1500"/>
            </a:lvl2pPr>
            <a:lvl3pPr marL="685800" indent="0" algn="ctr">
              <a:buNone/>
              <a:defRPr sz="140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zh-CN" altLang="en-US" smtClean="0"/>
              <a:t>单击以编辑母版副标题样式</a:t>
            </a:r>
            <a:endParaRPr lang="zh-CN" altLang="en-US"/>
          </a:p>
        </p:txBody>
      </p:sp>
      <p:sp>
        <p:nvSpPr>
          <p:cNvPr id="4" name="日期占位符 3"/>
          <p:cNvSpPr>
            <a:spLocks noGrp="1"/>
          </p:cNvSpPr>
          <p:nvPr>
            <p:ph type="dt" sz="half" idx="10"/>
          </p:nvPr>
        </p:nvSpPr>
        <p:spPr/>
        <p:txBody>
          <a:bodyPr/>
          <a:lstStyle/>
          <a:p>
            <a:fld id="{960D1F93-42D3-4309-BA09-285A4B9DE9C8}" type="datetimeFigureOut">
              <a:rPr lang="zh-CN" altLang="en-US" smtClean="0"/>
              <a:pPr/>
              <a:t>2019/5/10</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08BFF185-AD91-4D38-93DB-EA459E1C84B2}" type="slidenum">
              <a:rPr lang="zh-CN" altLang="en-US" smtClean="0"/>
              <a:pPr/>
              <a:t>‹#›</a:t>
            </a:fld>
            <a:endParaRPr lang="zh-CN" altLang="en-US"/>
          </a:p>
        </p:txBody>
      </p:sp>
    </p:spTree>
    <p:extLst>
      <p:ext uri="{BB962C8B-B14F-4D97-AF65-F5344CB8AC3E}">
        <p14:creationId xmlns="" xmlns:p14="http://schemas.microsoft.com/office/powerpoint/2010/main" val="2472580855"/>
      </p:ext>
    </p:extLst>
  </p:cSld>
  <p:clrMapOvr>
    <a:masterClrMapping/>
  </p:clrMapOvr>
  <mc:AlternateContent xmlns:mc="http://schemas.openxmlformats.org/markup-compatibility/2006">
    <mc:Choice xmlns="" xmlns:p14="http://schemas.microsoft.com/office/powerpoint/2010/main" Requires="p14">
      <p:transition spd="slow" p14:dur="1600">
        <p14:conveyor dir="l"/>
      </p:transition>
    </mc:Choice>
    <mc:Fallback>
      <p:transition spd="slow">
        <p:fade/>
      </p:transition>
    </mc:Fallback>
  </mc:AlternateContent>
  <p:timing>
    <p:tnLst>
      <p:par>
        <p:cTn id="1" dur="indefinite" restart="never" nodeType="tmRoot"/>
      </p:par>
    </p:tnLst>
  </p:timing>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2F2F2"/>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8650" y="273844"/>
            <a:ext cx="7886700" cy="994172"/>
          </a:xfrm>
          <a:prstGeom prst="rect">
            <a:avLst/>
          </a:prstGeom>
        </p:spPr>
        <p:txBody>
          <a:bodyPr vert="horz" lIns="91440" tIns="45720" rIns="91440" bIns="45720" rtlCol="0" anchor="ctr">
            <a:normAutofit/>
          </a:bodyPr>
          <a:lstStyle/>
          <a:p>
            <a:r>
              <a:rPr lang="zh-CN" altLang="en-US"/>
              <a:t>单击此处编辑母版标题样式</a:t>
            </a:r>
            <a:endParaRPr lang="en-US" dirty="0"/>
          </a:p>
        </p:txBody>
      </p:sp>
      <p:sp>
        <p:nvSpPr>
          <p:cNvPr id="3" name="Text Placeholder 2"/>
          <p:cNvSpPr>
            <a:spLocks noGrp="1"/>
          </p:cNvSpPr>
          <p:nvPr>
            <p:ph type="body" idx="1"/>
          </p:nvPr>
        </p:nvSpPr>
        <p:spPr>
          <a:xfrm>
            <a:off x="628650" y="1369219"/>
            <a:ext cx="7886700" cy="3263504"/>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Date Placeholder 3"/>
          <p:cNvSpPr>
            <a:spLocks noGrp="1"/>
          </p:cNvSpPr>
          <p:nvPr>
            <p:ph type="dt" sz="half" idx="2"/>
          </p:nvPr>
        </p:nvSpPr>
        <p:spPr>
          <a:xfrm>
            <a:off x="628650" y="4767263"/>
            <a:ext cx="2057400" cy="273844"/>
          </a:xfrm>
          <a:prstGeom prst="rect">
            <a:avLst/>
          </a:prstGeom>
        </p:spPr>
        <p:txBody>
          <a:bodyPr vert="horz" lIns="91440" tIns="45720" rIns="91440" bIns="45720" rtlCol="0" anchor="ctr"/>
          <a:lstStyle>
            <a:lvl1pPr algn="l">
              <a:defRPr sz="900">
                <a:solidFill>
                  <a:schemeClr val="tx1">
                    <a:tint val="75000"/>
                  </a:schemeClr>
                </a:solidFill>
              </a:defRPr>
            </a:lvl1pPr>
          </a:lstStyle>
          <a:p>
            <a:fld id="{50A0BF5D-1EA0-43A9-8B73-E8769F776C4E}" type="datetime1">
              <a:rPr lang="zh-CN" altLang="en-US" smtClean="0"/>
              <a:pPr/>
              <a:t>2019/5/10</a:t>
            </a:fld>
            <a:endParaRPr lang="zh-CN" altLang="en-US"/>
          </a:p>
        </p:txBody>
      </p:sp>
      <p:sp>
        <p:nvSpPr>
          <p:cNvPr id="5" name="Footer Placeholder 4"/>
          <p:cNvSpPr>
            <a:spLocks noGrp="1"/>
          </p:cNvSpPr>
          <p:nvPr>
            <p:ph type="ftr" sz="quarter" idx="3"/>
          </p:nvPr>
        </p:nvSpPr>
        <p:spPr>
          <a:xfrm>
            <a:off x="3028950" y="4767263"/>
            <a:ext cx="3086100" cy="273844"/>
          </a:xfrm>
          <a:prstGeom prst="rect">
            <a:avLst/>
          </a:prstGeom>
        </p:spPr>
        <p:txBody>
          <a:bodyPr vert="horz" lIns="91440" tIns="45720" rIns="91440" bIns="45720" rtlCol="0" anchor="ctr"/>
          <a:lstStyle>
            <a:lvl1pPr algn="ctr">
              <a:defRPr sz="900">
                <a:solidFill>
                  <a:schemeClr val="tx1">
                    <a:tint val="75000"/>
                  </a:schemeClr>
                </a:solidFill>
              </a:defRPr>
            </a:lvl1pPr>
          </a:lstStyle>
          <a:p>
            <a:endParaRPr lang="zh-CN" altLang="en-US"/>
          </a:p>
        </p:txBody>
      </p:sp>
      <p:sp>
        <p:nvSpPr>
          <p:cNvPr id="6" name="Slide Number Placeholder 5"/>
          <p:cNvSpPr>
            <a:spLocks noGrp="1"/>
          </p:cNvSpPr>
          <p:nvPr>
            <p:ph type="sldNum" sz="quarter" idx="4"/>
          </p:nvPr>
        </p:nvSpPr>
        <p:spPr>
          <a:xfrm>
            <a:off x="6457950" y="4767263"/>
            <a:ext cx="2057400" cy="273844"/>
          </a:xfrm>
          <a:prstGeom prst="rect">
            <a:avLst/>
          </a:prstGeom>
        </p:spPr>
        <p:txBody>
          <a:bodyPr vert="horz" lIns="91440" tIns="45720" rIns="91440" bIns="45720" rtlCol="0" anchor="ctr"/>
          <a:lstStyle>
            <a:lvl1pPr algn="r">
              <a:defRPr sz="900">
                <a:solidFill>
                  <a:schemeClr val="tx1">
                    <a:tint val="75000"/>
                  </a:schemeClr>
                </a:solidFill>
              </a:defRPr>
            </a:lvl1pPr>
          </a:lstStyle>
          <a:p>
            <a:fld id="{ACBECEF1-1935-4692-9C86-5FD89D9EDF46}" type="slidenum">
              <a:rPr lang="zh-CN" altLang="en-US" smtClean="0"/>
              <a:pPr/>
              <a:t>‹#›</a:t>
            </a:fld>
            <a:endParaRPr lang="zh-CN" altLang="en-US"/>
          </a:p>
        </p:txBody>
      </p:sp>
    </p:spTree>
    <p:extLst>
      <p:ext uri="{BB962C8B-B14F-4D97-AF65-F5344CB8AC3E}">
        <p14:creationId xmlns="" xmlns:p14="http://schemas.microsoft.com/office/powerpoint/2010/main" val="4160435270"/>
      </p:ext>
    </p:extLst>
  </p:cSld>
  <p:clrMap bg1="lt1" tx1="dk1" bg2="lt2" tx2="dk2" accent1="accent1" accent2="accent2" accent3="accent3" accent4="accent4" accent5="accent5" accent6="accent6" hlink="hlink" folHlink="folHlink"/>
  <p:sldLayoutIdLst>
    <p:sldLayoutId id="2147483661" r:id="rId1"/>
    <p:sldLayoutId id="2147483677" r:id="rId2"/>
    <p:sldLayoutId id="2147483679" r:id="rId3"/>
    <p:sldLayoutId id="2147483678" r:id="rId4"/>
    <p:sldLayoutId id="2147483662" r:id="rId5"/>
    <p:sldLayoutId id="2147483663" r:id="rId6"/>
    <p:sldLayoutId id="2147483664" r:id="rId7"/>
    <p:sldLayoutId id="2147483665" r:id="rId8"/>
    <p:sldLayoutId id="2147483666" r:id="rId9"/>
    <p:sldLayoutId id="2147483667" r:id="rId10"/>
    <p:sldLayoutId id="2147483668" r:id="rId11"/>
    <p:sldLayoutId id="2147483669" r:id="rId12"/>
    <p:sldLayoutId id="2147483670" r:id="rId13"/>
    <p:sldLayoutId id="2147483671" r:id="rId14"/>
    <p:sldLayoutId id="2147483680" r:id="rId15"/>
  </p:sldLayoutIdLst>
  <mc:AlternateContent xmlns:mc="http://schemas.openxmlformats.org/markup-compatibility/2006">
    <mc:Choice xmlns="" xmlns:p14="http://schemas.microsoft.com/office/powerpoint/2010/main" Requires="p14">
      <p:transition spd="slow" p14:dur="1600">
        <p14:conveyor dir="l"/>
      </p:transition>
    </mc:Choice>
    <mc:Fallback>
      <p:transition spd="slow">
        <p:fade/>
      </p:transition>
    </mc:Fallback>
  </mc:AlternateContent>
  <p:timing>
    <p:tnLst>
      <p:par>
        <p:cTn id="1" dur="indefinite" restart="never" nodeType="tmRoot"/>
      </p:par>
    </p:tnLst>
  </p:timing>
  <p:hf hdr="0" ftr="0" dt="0"/>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5.png"/><Relationship Id="rId7" Type="http://schemas.openxmlformats.org/officeDocument/2006/relationships/image" Target="../media/image9.png"/><Relationship Id="rId2" Type="http://schemas.openxmlformats.org/officeDocument/2006/relationships/notesSlide" Target="../notesSlides/notesSlide9.xml"/><Relationship Id="rId1" Type="http://schemas.openxmlformats.org/officeDocument/2006/relationships/slideLayout" Target="../slideLayouts/slideLayout2.xml"/><Relationship Id="rId6" Type="http://schemas.openxmlformats.org/officeDocument/2006/relationships/image" Target="../media/image8.png"/><Relationship Id="rId5" Type="http://schemas.openxmlformats.org/officeDocument/2006/relationships/image" Target="../media/image7.png"/><Relationship Id="rId4" Type="http://schemas.openxmlformats.org/officeDocument/2006/relationships/image" Target="../media/image6.png"/></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8" Type="http://schemas.openxmlformats.org/officeDocument/2006/relationships/image" Target="../media/image14.png"/><Relationship Id="rId3" Type="http://schemas.openxmlformats.org/officeDocument/2006/relationships/hyperlink" Target="http://www.rapidesign.cn/" TargetMode="External"/><Relationship Id="rId7" Type="http://schemas.openxmlformats.org/officeDocument/2006/relationships/image" Target="../media/image13.png"/><Relationship Id="rId2" Type="http://schemas.openxmlformats.org/officeDocument/2006/relationships/notesSlide" Target="../notesSlides/notesSlide11.xml"/><Relationship Id="rId1" Type="http://schemas.openxmlformats.org/officeDocument/2006/relationships/slideLayout" Target="../slideLayouts/slideLayout9.xml"/><Relationship Id="rId6" Type="http://schemas.openxmlformats.org/officeDocument/2006/relationships/image" Target="../media/image12.png"/><Relationship Id="rId5" Type="http://schemas.openxmlformats.org/officeDocument/2006/relationships/image" Target="../media/image11.png"/><Relationship Id="rId4" Type="http://schemas.openxmlformats.org/officeDocument/2006/relationships/image" Target="../media/image10.png"/></Relationships>
</file>

<file path=ppt/slides/_rels/slide12.xml.rels><?xml version="1.0" encoding="UTF-8" standalone="yes"?>
<Relationships xmlns="http://schemas.openxmlformats.org/package/2006/relationships"><Relationship Id="rId3" Type="http://schemas.openxmlformats.org/officeDocument/2006/relationships/image" Target="../media/image5.png"/><Relationship Id="rId7" Type="http://schemas.openxmlformats.org/officeDocument/2006/relationships/image" Target="../media/image18.png"/><Relationship Id="rId2" Type="http://schemas.openxmlformats.org/officeDocument/2006/relationships/notesSlide" Target="../notesSlides/notesSlide12.xml"/><Relationship Id="rId1" Type="http://schemas.openxmlformats.org/officeDocument/2006/relationships/slideLayout" Target="../slideLayouts/slideLayout9.xml"/><Relationship Id="rId6" Type="http://schemas.openxmlformats.org/officeDocument/2006/relationships/image" Target="../media/image17.png"/><Relationship Id="rId5" Type="http://schemas.openxmlformats.org/officeDocument/2006/relationships/image" Target="../media/image16.png"/><Relationship Id="rId4" Type="http://schemas.openxmlformats.org/officeDocument/2006/relationships/image" Target="../media/image15.png"/></Relationships>
</file>

<file path=ppt/slides/_rels/slide13.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3.xml"/><Relationship Id="rId1" Type="http://schemas.openxmlformats.org/officeDocument/2006/relationships/slideLayout" Target="../slideLayouts/slideLayout2.xml"/><Relationship Id="rId5" Type="http://schemas.openxmlformats.org/officeDocument/2006/relationships/image" Target="../media/image21.png"/><Relationship Id="rId4" Type="http://schemas.openxmlformats.org/officeDocument/2006/relationships/image" Target="../media/image20.png"/></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hyperlink" Target="https://comtrade.un.org/" TargetMode="External"/><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3" Type="http://schemas.openxmlformats.org/officeDocument/2006/relationships/image" Target="../media/image25.jpeg"/><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3" Type="http://schemas.openxmlformats.org/officeDocument/2006/relationships/image" Target="../media/image26.jpeg"/><Relationship Id="rId2" Type="http://schemas.openxmlformats.org/officeDocument/2006/relationships/notesSlide" Target="../notesSlides/notesSlide25.xml"/><Relationship Id="rId1" Type="http://schemas.openxmlformats.org/officeDocument/2006/relationships/slideLayout" Target="../slideLayouts/slideLayout15.xml"/></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47" name="直角三角形 346">
            <a:extLst>
              <a:ext uri="{FF2B5EF4-FFF2-40B4-BE49-F238E27FC236}">
                <a16:creationId xmlns:a16="http://schemas.microsoft.com/office/drawing/2014/main" xmlns="" id="{1A9AF916-AE05-4AE2-B782-32B6C7063C37}"/>
              </a:ext>
            </a:extLst>
          </p:cNvPr>
          <p:cNvSpPr/>
          <p:nvPr/>
        </p:nvSpPr>
        <p:spPr>
          <a:xfrm rot="16200000">
            <a:off x="6427481" y="2409082"/>
            <a:ext cx="2751138" cy="2751138"/>
          </a:xfrm>
          <a:prstGeom prst="rtTriangl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直角三角形 11">
            <a:extLst>
              <a:ext uri="{FF2B5EF4-FFF2-40B4-BE49-F238E27FC236}">
                <a16:creationId xmlns:a16="http://schemas.microsoft.com/office/drawing/2014/main" xmlns="" id="{7188C06A-1C9C-456B-AA6F-BBD0BB7FA8DE}"/>
              </a:ext>
            </a:extLst>
          </p:cNvPr>
          <p:cNvSpPr/>
          <p:nvPr/>
        </p:nvSpPr>
        <p:spPr>
          <a:xfrm rot="5400000">
            <a:off x="-28260" y="0"/>
            <a:ext cx="2751138" cy="2751138"/>
          </a:xfrm>
          <a:prstGeom prst="rtTriangl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11" name="组合 10">
            <a:extLst>
              <a:ext uri="{FF2B5EF4-FFF2-40B4-BE49-F238E27FC236}">
                <a16:creationId xmlns:a16="http://schemas.microsoft.com/office/drawing/2014/main" xmlns="" id="{4344F655-FF92-4D85-9509-CDB7FB6E3D34}"/>
              </a:ext>
            </a:extLst>
          </p:cNvPr>
          <p:cNvGrpSpPr/>
          <p:nvPr/>
        </p:nvGrpSpPr>
        <p:grpSpPr>
          <a:xfrm>
            <a:off x="149088" y="598468"/>
            <a:ext cx="8855764" cy="3954390"/>
            <a:chOff x="149089" y="598468"/>
            <a:chExt cx="8838240" cy="3946565"/>
          </a:xfrm>
        </p:grpSpPr>
        <p:pic>
          <p:nvPicPr>
            <p:cNvPr id="10" name="图片 9">
              <a:extLst>
                <a:ext uri="{FF2B5EF4-FFF2-40B4-BE49-F238E27FC236}">
                  <a16:creationId xmlns:a16="http://schemas.microsoft.com/office/drawing/2014/main" xmlns="" id="{93B45D41-0D0E-471B-A554-EB20F8D75C0A}"/>
                </a:ext>
              </a:extLst>
            </p:cNvPr>
            <p:cNvPicPr>
              <a:picLocks noChangeAspect="1"/>
            </p:cNvPicPr>
            <p:nvPr/>
          </p:nvPicPr>
          <p:blipFill>
            <a:blip r:embed="rId3" cstate="print"/>
            <a:stretch>
              <a:fillRect/>
            </a:stretch>
          </p:blipFill>
          <p:spPr>
            <a:xfrm>
              <a:off x="149089" y="598469"/>
              <a:ext cx="8838240" cy="3946564"/>
            </a:xfrm>
            <a:prstGeom prst="rect">
              <a:avLst/>
            </a:prstGeom>
          </p:spPr>
        </p:pic>
        <p:sp>
          <p:nvSpPr>
            <p:cNvPr id="93" name="矩形 92">
              <a:extLst>
                <a:ext uri="{FF2B5EF4-FFF2-40B4-BE49-F238E27FC236}">
                  <a16:creationId xmlns:a16="http://schemas.microsoft.com/office/drawing/2014/main" xmlns="" id="{5C5A02B4-8189-447B-AF33-6A3BB73FAC34}"/>
                </a:ext>
              </a:extLst>
            </p:cNvPr>
            <p:cNvSpPr/>
            <p:nvPr/>
          </p:nvSpPr>
          <p:spPr>
            <a:xfrm>
              <a:off x="149236" y="598468"/>
              <a:ext cx="8834372" cy="3946564"/>
            </a:xfrm>
            <a:prstGeom prst="rect">
              <a:avLst/>
            </a:prstGeom>
            <a:solidFill>
              <a:schemeClr val="bg1">
                <a:alpha val="80000"/>
              </a:schemeClr>
            </a:solidFill>
            <a:ln>
              <a:noFill/>
            </a:ln>
            <a:effectLst>
              <a:outerShdw blurRad="254000" dist="2540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9" name="文本框 8" descr="e7d195523061f1c09e9d68d7cf438b91ef959ecb14fc25d26BBA7F7DBC18E55DFF4014AF651F0BF2569D4B6C1DA7F1A4683A481403BD872FC687266AD13265C1DE7C373772FD8728ABDD69ADD03BFF5BE2862BC891DBB79E43A8244B4D7DEEF5699FBCECC4B588A2B2DB873A491956D064FEA000E55D99376C74C72843D12C9B3B90E2D60B285D6553FF3EF3DB706EFF"/>
          <p:cNvSpPr txBox="1">
            <a:spLocks noChangeArrowheads="1"/>
          </p:cNvSpPr>
          <p:nvPr/>
        </p:nvSpPr>
        <p:spPr bwMode="auto">
          <a:xfrm>
            <a:off x="1202637" y="1959857"/>
            <a:ext cx="6897754" cy="461665"/>
          </a:xfrm>
          <a:prstGeom prst="rect">
            <a:avLst/>
          </a:prstGeom>
          <a:noFill/>
          <a:ln>
            <a:noFill/>
          </a:ln>
        </p:spPr>
        <p:txBody>
          <a:bodyPr wrap="square">
            <a:spAutoFit/>
          </a:bodyPr>
          <a:lstStyle>
            <a:lvl1pPr>
              <a:defRPr sz="1300">
                <a:solidFill>
                  <a:schemeClr val="tx1"/>
                </a:solidFill>
                <a:latin typeface="Arial" panose="020B0604020202020204" pitchFamily="34" charset="0"/>
                <a:ea typeface="微软雅黑" panose="020B0503020204020204" pitchFamily="34" charset="-122"/>
              </a:defRPr>
            </a:lvl1pPr>
            <a:lvl2pPr marL="742950" indent="-285750">
              <a:defRPr sz="1300">
                <a:solidFill>
                  <a:schemeClr val="tx1"/>
                </a:solidFill>
                <a:latin typeface="Arial" panose="020B0604020202020204" pitchFamily="34" charset="0"/>
                <a:ea typeface="微软雅黑" panose="020B0503020204020204" pitchFamily="34" charset="-122"/>
              </a:defRPr>
            </a:lvl2pPr>
            <a:lvl3pPr marL="1143000" indent="-228600">
              <a:defRPr sz="1300">
                <a:solidFill>
                  <a:schemeClr val="tx1"/>
                </a:solidFill>
                <a:latin typeface="Arial" panose="020B0604020202020204" pitchFamily="34" charset="0"/>
                <a:ea typeface="微软雅黑" panose="020B0503020204020204" pitchFamily="34" charset="-122"/>
              </a:defRPr>
            </a:lvl3pPr>
            <a:lvl4pPr marL="1600200" indent="-228600">
              <a:defRPr sz="1300">
                <a:solidFill>
                  <a:schemeClr val="tx1"/>
                </a:solidFill>
                <a:latin typeface="Arial" panose="020B0604020202020204" pitchFamily="34" charset="0"/>
                <a:ea typeface="微软雅黑" panose="020B0503020204020204" pitchFamily="34" charset="-122"/>
              </a:defRPr>
            </a:lvl4pPr>
            <a:lvl5pPr marL="2057400" indent="-228600">
              <a:defRPr sz="1300">
                <a:solidFill>
                  <a:schemeClr val="tx1"/>
                </a:solidFill>
                <a:latin typeface="Arial" panose="020B0604020202020204" pitchFamily="34" charset="0"/>
                <a:ea typeface="微软雅黑" panose="020B0503020204020204" pitchFamily="34" charset="-122"/>
              </a:defRPr>
            </a:lvl5pPr>
            <a:lvl6pPr marL="2514600" indent="-228600" defTabSz="685800" eaLnBrk="0" fontAlgn="base" hangingPunct="0">
              <a:spcBef>
                <a:spcPct val="0"/>
              </a:spcBef>
              <a:spcAft>
                <a:spcPct val="0"/>
              </a:spcAft>
              <a:defRPr sz="1300">
                <a:solidFill>
                  <a:schemeClr val="tx1"/>
                </a:solidFill>
                <a:latin typeface="Arial" panose="020B0604020202020204" pitchFamily="34" charset="0"/>
                <a:ea typeface="微软雅黑" panose="020B0503020204020204" pitchFamily="34" charset="-122"/>
              </a:defRPr>
            </a:lvl6pPr>
            <a:lvl7pPr marL="2971800" indent="-228600" defTabSz="685800" eaLnBrk="0" fontAlgn="base" hangingPunct="0">
              <a:spcBef>
                <a:spcPct val="0"/>
              </a:spcBef>
              <a:spcAft>
                <a:spcPct val="0"/>
              </a:spcAft>
              <a:defRPr sz="1300">
                <a:solidFill>
                  <a:schemeClr val="tx1"/>
                </a:solidFill>
                <a:latin typeface="Arial" panose="020B0604020202020204" pitchFamily="34" charset="0"/>
                <a:ea typeface="微软雅黑" panose="020B0503020204020204" pitchFamily="34" charset="-122"/>
              </a:defRPr>
            </a:lvl7pPr>
            <a:lvl8pPr marL="3429000" indent="-228600" defTabSz="685800" eaLnBrk="0" fontAlgn="base" hangingPunct="0">
              <a:spcBef>
                <a:spcPct val="0"/>
              </a:spcBef>
              <a:spcAft>
                <a:spcPct val="0"/>
              </a:spcAft>
              <a:defRPr sz="1300">
                <a:solidFill>
                  <a:schemeClr val="tx1"/>
                </a:solidFill>
                <a:latin typeface="Arial" panose="020B0604020202020204" pitchFamily="34" charset="0"/>
                <a:ea typeface="微软雅黑" panose="020B0503020204020204" pitchFamily="34" charset="-122"/>
              </a:defRPr>
            </a:lvl8pPr>
            <a:lvl9pPr marL="3886200" indent="-228600" defTabSz="685800" eaLnBrk="0" fontAlgn="base" hangingPunct="0">
              <a:spcBef>
                <a:spcPct val="0"/>
              </a:spcBef>
              <a:spcAft>
                <a:spcPct val="0"/>
              </a:spcAft>
              <a:defRPr sz="1300">
                <a:solidFill>
                  <a:schemeClr val="tx1"/>
                </a:solidFill>
                <a:latin typeface="Arial" panose="020B0604020202020204" pitchFamily="34" charset="0"/>
                <a:ea typeface="微软雅黑" panose="020B0503020204020204" pitchFamily="34" charset="-122"/>
              </a:defRPr>
            </a:lvl9pPr>
          </a:lstStyle>
          <a:p>
            <a:pPr algn="ctr" defTabSz="514350" fontAlgn="base">
              <a:spcBef>
                <a:spcPct val="0"/>
              </a:spcBef>
              <a:spcAft>
                <a:spcPct val="0"/>
              </a:spcAft>
              <a:tabLst>
                <a:tab pos="2149475" algn="l"/>
              </a:tabLst>
            </a:pPr>
            <a:r>
              <a:rPr lang="zh-CN" altLang="en-US" sz="2400" b="1" dirty="0" smtClean="0">
                <a:solidFill>
                  <a:schemeClr val="accent1"/>
                </a:solidFill>
                <a:latin typeface="+mj-ea"/>
                <a:ea typeface="+mj-ea"/>
                <a:sym typeface="Calibri" panose="020F0502020204030204" pitchFamily="34" charset="0"/>
              </a:rPr>
              <a:t>基于链路预测的国际原油贸易潜在关系分析与预测</a:t>
            </a:r>
            <a:endParaRPr lang="zh-CN" altLang="en-US" sz="2400" b="1" dirty="0">
              <a:solidFill>
                <a:schemeClr val="accent1"/>
              </a:solidFill>
              <a:latin typeface="+mj-ea"/>
              <a:ea typeface="+mj-ea"/>
              <a:sym typeface="Calibri" panose="020F0502020204030204" pitchFamily="34" charset="0"/>
            </a:endParaRPr>
          </a:p>
        </p:txBody>
      </p:sp>
      <p:sp>
        <p:nvSpPr>
          <p:cNvPr id="63" name="文本框 62" descr="e7d195523061f1c09e9d68d7cf438b91ef959ecb14fc25d26BBA7F7DBC18E55DFF4014AF651F0BF2569D4B6C1DA7F1A4683A481403BD872FC687266AD13265C1DE7C373772FD8728ABDD69ADD03BFF5BE2862BC891DBB79E43A8244B4D7DEEF5699FBCECC4B588A2B2DB873A491956D064FEA000E55D99376C74C72843D12C9B3B90E2D60B285D6553FF3EF3DB706EFF"/>
          <p:cNvSpPr txBox="1">
            <a:spLocks noChangeArrowheads="1"/>
          </p:cNvSpPr>
          <p:nvPr/>
        </p:nvSpPr>
        <p:spPr bwMode="auto">
          <a:xfrm>
            <a:off x="1123124" y="2565452"/>
            <a:ext cx="6897756" cy="584775"/>
          </a:xfrm>
          <a:prstGeom prst="rect">
            <a:avLst/>
          </a:prstGeom>
          <a:noFill/>
          <a:ln>
            <a:noFill/>
          </a:ln>
        </p:spPr>
        <p:txBody>
          <a:bodyPr wrap="square">
            <a:spAutoFit/>
          </a:bodyPr>
          <a:lstStyle>
            <a:lvl1pPr>
              <a:defRPr sz="1300">
                <a:solidFill>
                  <a:schemeClr val="tx1"/>
                </a:solidFill>
                <a:latin typeface="Arial" panose="020B0604020202020204" pitchFamily="34" charset="0"/>
                <a:ea typeface="微软雅黑" panose="020B0503020204020204" pitchFamily="34" charset="-122"/>
              </a:defRPr>
            </a:lvl1pPr>
            <a:lvl2pPr marL="742950" indent="-285750">
              <a:defRPr sz="1300">
                <a:solidFill>
                  <a:schemeClr val="tx1"/>
                </a:solidFill>
                <a:latin typeface="Arial" panose="020B0604020202020204" pitchFamily="34" charset="0"/>
                <a:ea typeface="微软雅黑" panose="020B0503020204020204" pitchFamily="34" charset="-122"/>
              </a:defRPr>
            </a:lvl2pPr>
            <a:lvl3pPr marL="1143000" indent="-228600">
              <a:defRPr sz="1300">
                <a:solidFill>
                  <a:schemeClr val="tx1"/>
                </a:solidFill>
                <a:latin typeface="Arial" panose="020B0604020202020204" pitchFamily="34" charset="0"/>
                <a:ea typeface="微软雅黑" panose="020B0503020204020204" pitchFamily="34" charset="-122"/>
              </a:defRPr>
            </a:lvl3pPr>
            <a:lvl4pPr marL="1600200" indent="-228600">
              <a:defRPr sz="1300">
                <a:solidFill>
                  <a:schemeClr val="tx1"/>
                </a:solidFill>
                <a:latin typeface="Arial" panose="020B0604020202020204" pitchFamily="34" charset="0"/>
                <a:ea typeface="微软雅黑" panose="020B0503020204020204" pitchFamily="34" charset="-122"/>
              </a:defRPr>
            </a:lvl4pPr>
            <a:lvl5pPr marL="2057400" indent="-228600">
              <a:defRPr sz="1300">
                <a:solidFill>
                  <a:schemeClr val="tx1"/>
                </a:solidFill>
                <a:latin typeface="Arial" panose="020B0604020202020204" pitchFamily="34" charset="0"/>
                <a:ea typeface="微软雅黑" panose="020B0503020204020204" pitchFamily="34" charset="-122"/>
              </a:defRPr>
            </a:lvl5pPr>
            <a:lvl6pPr marL="2514600" indent="-228600" defTabSz="685800" eaLnBrk="0" fontAlgn="base" hangingPunct="0">
              <a:spcBef>
                <a:spcPct val="0"/>
              </a:spcBef>
              <a:spcAft>
                <a:spcPct val="0"/>
              </a:spcAft>
              <a:defRPr sz="1300">
                <a:solidFill>
                  <a:schemeClr val="tx1"/>
                </a:solidFill>
                <a:latin typeface="Arial" panose="020B0604020202020204" pitchFamily="34" charset="0"/>
                <a:ea typeface="微软雅黑" panose="020B0503020204020204" pitchFamily="34" charset="-122"/>
              </a:defRPr>
            </a:lvl6pPr>
            <a:lvl7pPr marL="2971800" indent="-228600" defTabSz="685800" eaLnBrk="0" fontAlgn="base" hangingPunct="0">
              <a:spcBef>
                <a:spcPct val="0"/>
              </a:spcBef>
              <a:spcAft>
                <a:spcPct val="0"/>
              </a:spcAft>
              <a:defRPr sz="1300">
                <a:solidFill>
                  <a:schemeClr val="tx1"/>
                </a:solidFill>
                <a:latin typeface="Arial" panose="020B0604020202020204" pitchFamily="34" charset="0"/>
                <a:ea typeface="微软雅黑" panose="020B0503020204020204" pitchFamily="34" charset="-122"/>
              </a:defRPr>
            </a:lvl7pPr>
            <a:lvl8pPr marL="3429000" indent="-228600" defTabSz="685800" eaLnBrk="0" fontAlgn="base" hangingPunct="0">
              <a:spcBef>
                <a:spcPct val="0"/>
              </a:spcBef>
              <a:spcAft>
                <a:spcPct val="0"/>
              </a:spcAft>
              <a:defRPr sz="1300">
                <a:solidFill>
                  <a:schemeClr val="tx1"/>
                </a:solidFill>
                <a:latin typeface="Arial" panose="020B0604020202020204" pitchFamily="34" charset="0"/>
                <a:ea typeface="微软雅黑" panose="020B0503020204020204" pitchFamily="34" charset="-122"/>
              </a:defRPr>
            </a:lvl8pPr>
            <a:lvl9pPr marL="3886200" indent="-228600" defTabSz="685800" eaLnBrk="0" fontAlgn="base" hangingPunct="0">
              <a:spcBef>
                <a:spcPct val="0"/>
              </a:spcBef>
              <a:spcAft>
                <a:spcPct val="0"/>
              </a:spcAft>
              <a:defRPr sz="1300">
                <a:solidFill>
                  <a:schemeClr val="tx1"/>
                </a:solidFill>
                <a:latin typeface="Arial" panose="020B0604020202020204" pitchFamily="34" charset="0"/>
                <a:ea typeface="微软雅黑" panose="020B0503020204020204" pitchFamily="34" charset="-122"/>
              </a:defRPr>
            </a:lvl9pPr>
          </a:lstStyle>
          <a:p>
            <a:pPr algn="ctr" defTabSz="514350" fontAlgn="base">
              <a:spcBef>
                <a:spcPct val="0"/>
              </a:spcBef>
              <a:spcAft>
                <a:spcPct val="0"/>
              </a:spcAft>
              <a:tabLst>
                <a:tab pos="2149475" algn="l"/>
              </a:tabLst>
            </a:pPr>
            <a:r>
              <a:rPr lang="en-US" altLang="zh-CN" sz="1600" spc="300" dirty="0" smtClean="0">
                <a:solidFill>
                  <a:schemeClr val="accent1"/>
                </a:solidFill>
                <a:latin typeface="Times New Roman" pitchFamily="18" charset="0"/>
                <a:ea typeface="方正准圆简体" panose="03000509000000000000" pitchFamily="65" charset="-122"/>
                <a:cs typeface="Times New Roman" pitchFamily="18" charset="0"/>
                <a:sym typeface="Calibri" panose="020F0502020204030204" pitchFamily="34" charset="0"/>
              </a:rPr>
              <a:t>Analysis and Prediction of Potential Trade Relation in International Crude Oil Trade based on Link Prediction</a:t>
            </a:r>
            <a:endParaRPr lang="zh-CN" altLang="en-US" sz="1600" spc="300" dirty="0">
              <a:solidFill>
                <a:schemeClr val="accent1"/>
              </a:solidFill>
              <a:latin typeface="Times New Roman" pitchFamily="18" charset="0"/>
              <a:ea typeface="方正准圆简体" panose="03000509000000000000" pitchFamily="65" charset="-122"/>
              <a:cs typeface="Times New Roman" pitchFamily="18" charset="0"/>
              <a:sym typeface="Calibri" panose="020F0502020204030204" pitchFamily="34" charset="0"/>
            </a:endParaRPr>
          </a:p>
        </p:txBody>
      </p:sp>
      <p:cxnSp>
        <p:nvCxnSpPr>
          <p:cNvPr id="65" name="直接连接符 64"/>
          <p:cNvCxnSpPr/>
          <p:nvPr/>
        </p:nvCxnSpPr>
        <p:spPr>
          <a:xfrm>
            <a:off x="4411462" y="3161558"/>
            <a:ext cx="279543" cy="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
        <p:nvSpPr>
          <p:cNvPr id="67" name="椭圆 66"/>
          <p:cNvSpPr/>
          <p:nvPr/>
        </p:nvSpPr>
        <p:spPr>
          <a:xfrm>
            <a:off x="2695012" y="3267911"/>
            <a:ext cx="351052" cy="351052"/>
          </a:xfrm>
          <a:prstGeom prst="ellipse">
            <a:avLst/>
          </a:prstGeom>
          <a:solidFill>
            <a:schemeClr val="accent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CN" altLang="en-US">
              <a:solidFill>
                <a:schemeClr val="accent1"/>
              </a:solidFill>
            </a:endParaRPr>
          </a:p>
        </p:txBody>
      </p:sp>
      <p:sp>
        <p:nvSpPr>
          <p:cNvPr id="68" name="文本框 67" descr="e7d195523061f1c09e9d68d7cf438b91ef959ecb14fc25d26BBA7F7DBC18E55DFF4014AF651F0BF2569D4B6C1DA7F1A4683A481403BD872FC687266AD13265C1DE7C373772FD8728ABDD69ADD03BFF5BE2862BC891DBB79E43A8244B4D7DEEF5699FBCECC4B588A2B2DB873A491956D064FEA000E55D99376C74C72843D12C9B3B90E2D60B285D6553FF3EF3DB706EFF"/>
          <p:cNvSpPr txBox="1">
            <a:spLocks noChangeArrowheads="1"/>
          </p:cNvSpPr>
          <p:nvPr/>
        </p:nvSpPr>
        <p:spPr bwMode="auto">
          <a:xfrm>
            <a:off x="3032769" y="3311186"/>
            <a:ext cx="2071900" cy="307777"/>
          </a:xfrm>
          <a:prstGeom prst="rect">
            <a:avLst/>
          </a:prstGeom>
          <a:noFill/>
          <a:ln>
            <a:noFill/>
          </a:ln>
        </p:spPr>
        <p:txBody>
          <a:bodyPr wrap="square">
            <a:spAutoFit/>
          </a:bodyPr>
          <a:lstStyle>
            <a:lvl1pPr>
              <a:defRPr sz="1300">
                <a:solidFill>
                  <a:schemeClr val="tx1"/>
                </a:solidFill>
                <a:latin typeface="Arial" panose="020B0604020202020204" pitchFamily="34" charset="0"/>
                <a:ea typeface="微软雅黑" panose="020B0503020204020204" pitchFamily="34" charset="-122"/>
              </a:defRPr>
            </a:lvl1pPr>
            <a:lvl2pPr marL="742950" indent="-285750">
              <a:defRPr sz="1300">
                <a:solidFill>
                  <a:schemeClr val="tx1"/>
                </a:solidFill>
                <a:latin typeface="Arial" panose="020B0604020202020204" pitchFamily="34" charset="0"/>
                <a:ea typeface="微软雅黑" panose="020B0503020204020204" pitchFamily="34" charset="-122"/>
              </a:defRPr>
            </a:lvl2pPr>
            <a:lvl3pPr marL="1143000" indent="-228600">
              <a:defRPr sz="1300">
                <a:solidFill>
                  <a:schemeClr val="tx1"/>
                </a:solidFill>
                <a:latin typeface="Arial" panose="020B0604020202020204" pitchFamily="34" charset="0"/>
                <a:ea typeface="微软雅黑" panose="020B0503020204020204" pitchFamily="34" charset="-122"/>
              </a:defRPr>
            </a:lvl3pPr>
            <a:lvl4pPr marL="1600200" indent="-228600">
              <a:defRPr sz="1300">
                <a:solidFill>
                  <a:schemeClr val="tx1"/>
                </a:solidFill>
                <a:latin typeface="Arial" panose="020B0604020202020204" pitchFamily="34" charset="0"/>
                <a:ea typeface="微软雅黑" panose="020B0503020204020204" pitchFamily="34" charset="-122"/>
              </a:defRPr>
            </a:lvl4pPr>
            <a:lvl5pPr marL="2057400" indent="-228600">
              <a:defRPr sz="1300">
                <a:solidFill>
                  <a:schemeClr val="tx1"/>
                </a:solidFill>
                <a:latin typeface="Arial" panose="020B0604020202020204" pitchFamily="34" charset="0"/>
                <a:ea typeface="微软雅黑" panose="020B0503020204020204" pitchFamily="34" charset="-122"/>
              </a:defRPr>
            </a:lvl5pPr>
            <a:lvl6pPr marL="2514600" indent="-228600" defTabSz="685800" eaLnBrk="0" fontAlgn="base" hangingPunct="0">
              <a:spcBef>
                <a:spcPct val="0"/>
              </a:spcBef>
              <a:spcAft>
                <a:spcPct val="0"/>
              </a:spcAft>
              <a:defRPr sz="1300">
                <a:solidFill>
                  <a:schemeClr val="tx1"/>
                </a:solidFill>
                <a:latin typeface="Arial" panose="020B0604020202020204" pitchFamily="34" charset="0"/>
                <a:ea typeface="微软雅黑" panose="020B0503020204020204" pitchFamily="34" charset="-122"/>
              </a:defRPr>
            </a:lvl6pPr>
            <a:lvl7pPr marL="2971800" indent="-228600" defTabSz="685800" eaLnBrk="0" fontAlgn="base" hangingPunct="0">
              <a:spcBef>
                <a:spcPct val="0"/>
              </a:spcBef>
              <a:spcAft>
                <a:spcPct val="0"/>
              </a:spcAft>
              <a:defRPr sz="1300">
                <a:solidFill>
                  <a:schemeClr val="tx1"/>
                </a:solidFill>
                <a:latin typeface="Arial" panose="020B0604020202020204" pitchFamily="34" charset="0"/>
                <a:ea typeface="微软雅黑" panose="020B0503020204020204" pitchFamily="34" charset="-122"/>
              </a:defRPr>
            </a:lvl7pPr>
            <a:lvl8pPr marL="3429000" indent="-228600" defTabSz="685800" eaLnBrk="0" fontAlgn="base" hangingPunct="0">
              <a:spcBef>
                <a:spcPct val="0"/>
              </a:spcBef>
              <a:spcAft>
                <a:spcPct val="0"/>
              </a:spcAft>
              <a:defRPr sz="1300">
                <a:solidFill>
                  <a:schemeClr val="tx1"/>
                </a:solidFill>
                <a:latin typeface="Arial" panose="020B0604020202020204" pitchFamily="34" charset="0"/>
                <a:ea typeface="微软雅黑" panose="020B0503020204020204" pitchFamily="34" charset="-122"/>
              </a:defRPr>
            </a:lvl8pPr>
            <a:lvl9pPr marL="3886200" indent="-228600" defTabSz="685800" eaLnBrk="0" fontAlgn="base" hangingPunct="0">
              <a:spcBef>
                <a:spcPct val="0"/>
              </a:spcBef>
              <a:spcAft>
                <a:spcPct val="0"/>
              </a:spcAft>
              <a:defRPr sz="1300">
                <a:solidFill>
                  <a:schemeClr val="tx1"/>
                </a:solidFill>
                <a:latin typeface="Arial" panose="020B0604020202020204" pitchFamily="34" charset="0"/>
                <a:ea typeface="微软雅黑" panose="020B0503020204020204" pitchFamily="34" charset="-122"/>
              </a:defRPr>
            </a:lvl9pPr>
          </a:lstStyle>
          <a:p>
            <a:pPr defTabSz="514350" fontAlgn="base">
              <a:spcBef>
                <a:spcPct val="0"/>
              </a:spcBef>
              <a:spcAft>
                <a:spcPct val="0"/>
              </a:spcAft>
              <a:tabLst>
                <a:tab pos="2149475" algn="l"/>
              </a:tabLst>
            </a:pPr>
            <a:r>
              <a:rPr lang="zh-CN" altLang="en-US" sz="1400" dirty="0" smtClean="0">
                <a:solidFill>
                  <a:schemeClr val="accent1"/>
                </a:solidFill>
                <a:latin typeface="方正准圆简体" panose="03000509000000000000" pitchFamily="65" charset="-122"/>
                <a:ea typeface="方正准圆简体" panose="03000509000000000000" pitchFamily="65" charset="-122"/>
                <a:sym typeface="Calibri" panose="020F0502020204030204" pitchFamily="34" charset="0"/>
              </a:rPr>
              <a:t>指导老师：李龙杰</a:t>
            </a:r>
            <a:endParaRPr lang="zh-CN" altLang="en-US" sz="1400" dirty="0">
              <a:solidFill>
                <a:schemeClr val="accent1"/>
              </a:solidFill>
              <a:latin typeface="方正准圆简体" panose="03000509000000000000" pitchFamily="65" charset="-122"/>
              <a:ea typeface="方正准圆简体" panose="03000509000000000000" pitchFamily="65" charset="-122"/>
              <a:sym typeface="Calibri" panose="020F0502020204030204" pitchFamily="34" charset="0"/>
            </a:endParaRPr>
          </a:p>
        </p:txBody>
      </p:sp>
      <p:sp>
        <p:nvSpPr>
          <p:cNvPr id="69" name="椭圆 68"/>
          <p:cNvSpPr/>
          <p:nvPr/>
        </p:nvSpPr>
        <p:spPr>
          <a:xfrm>
            <a:off x="4753617" y="3264859"/>
            <a:ext cx="351052" cy="351052"/>
          </a:xfrm>
          <a:prstGeom prst="ellipse">
            <a:avLst/>
          </a:prstGeom>
          <a:solidFill>
            <a:schemeClr val="accent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CN" altLang="en-US">
              <a:solidFill>
                <a:schemeClr val="accent1"/>
              </a:solidFill>
            </a:endParaRPr>
          </a:p>
        </p:txBody>
      </p:sp>
      <p:sp>
        <p:nvSpPr>
          <p:cNvPr id="70" name="文本框 69" descr="e7d195523061f1c09e9d68d7cf438b91ef959ecb14fc25d26BBA7F7DBC18E55DFF4014AF651F0BF2569D4B6C1DA7F1A4683A481403BD872FC687266AD13265C1DE7C373772FD8728ABDD69ADD03BFF5BE2862BC891DBB79E43A8244B4D7DEEF5699FBCECC4B588A2B2DB873A491956D064FEA000E55D99376C74C72843D12C9B3B90E2D60B285D6553FF3EF3DB706EFF"/>
          <p:cNvSpPr txBox="1">
            <a:spLocks noChangeArrowheads="1"/>
          </p:cNvSpPr>
          <p:nvPr/>
        </p:nvSpPr>
        <p:spPr bwMode="auto">
          <a:xfrm>
            <a:off x="5091374" y="3308134"/>
            <a:ext cx="2071900" cy="307777"/>
          </a:xfrm>
          <a:prstGeom prst="rect">
            <a:avLst/>
          </a:prstGeom>
          <a:noFill/>
          <a:ln>
            <a:noFill/>
          </a:ln>
        </p:spPr>
        <p:txBody>
          <a:bodyPr wrap="square">
            <a:spAutoFit/>
          </a:bodyPr>
          <a:lstStyle>
            <a:lvl1pPr>
              <a:defRPr sz="1300">
                <a:solidFill>
                  <a:schemeClr val="tx1"/>
                </a:solidFill>
                <a:latin typeface="Arial" panose="020B0604020202020204" pitchFamily="34" charset="0"/>
                <a:ea typeface="微软雅黑" panose="020B0503020204020204" pitchFamily="34" charset="-122"/>
              </a:defRPr>
            </a:lvl1pPr>
            <a:lvl2pPr marL="742950" indent="-285750">
              <a:defRPr sz="1300">
                <a:solidFill>
                  <a:schemeClr val="tx1"/>
                </a:solidFill>
                <a:latin typeface="Arial" panose="020B0604020202020204" pitchFamily="34" charset="0"/>
                <a:ea typeface="微软雅黑" panose="020B0503020204020204" pitchFamily="34" charset="-122"/>
              </a:defRPr>
            </a:lvl2pPr>
            <a:lvl3pPr marL="1143000" indent="-228600">
              <a:defRPr sz="1300">
                <a:solidFill>
                  <a:schemeClr val="tx1"/>
                </a:solidFill>
                <a:latin typeface="Arial" panose="020B0604020202020204" pitchFamily="34" charset="0"/>
                <a:ea typeface="微软雅黑" panose="020B0503020204020204" pitchFamily="34" charset="-122"/>
              </a:defRPr>
            </a:lvl3pPr>
            <a:lvl4pPr marL="1600200" indent="-228600">
              <a:defRPr sz="1300">
                <a:solidFill>
                  <a:schemeClr val="tx1"/>
                </a:solidFill>
                <a:latin typeface="Arial" panose="020B0604020202020204" pitchFamily="34" charset="0"/>
                <a:ea typeface="微软雅黑" panose="020B0503020204020204" pitchFamily="34" charset="-122"/>
              </a:defRPr>
            </a:lvl4pPr>
            <a:lvl5pPr marL="2057400" indent="-228600">
              <a:defRPr sz="1300">
                <a:solidFill>
                  <a:schemeClr val="tx1"/>
                </a:solidFill>
                <a:latin typeface="Arial" panose="020B0604020202020204" pitchFamily="34" charset="0"/>
                <a:ea typeface="微软雅黑" panose="020B0503020204020204" pitchFamily="34" charset="-122"/>
              </a:defRPr>
            </a:lvl5pPr>
            <a:lvl6pPr marL="2514600" indent="-228600" defTabSz="685800" eaLnBrk="0" fontAlgn="base" hangingPunct="0">
              <a:spcBef>
                <a:spcPct val="0"/>
              </a:spcBef>
              <a:spcAft>
                <a:spcPct val="0"/>
              </a:spcAft>
              <a:defRPr sz="1300">
                <a:solidFill>
                  <a:schemeClr val="tx1"/>
                </a:solidFill>
                <a:latin typeface="Arial" panose="020B0604020202020204" pitchFamily="34" charset="0"/>
                <a:ea typeface="微软雅黑" panose="020B0503020204020204" pitchFamily="34" charset="-122"/>
              </a:defRPr>
            </a:lvl6pPr>
            <a:lvl7pPr marL="2971800" indent="-228600" defTabSz="685800" eaLnBrk="0" fontAlgn="base" hangingPunct="0">
              <a:spcBef>
                <a:spcPct val="0"/>
              </a:spcBef>
              <a:spcAft>
                <a:spcPct val="0"/>
              </a:spcAft>
              <a:defRPr sz="1300">
                <a:solidFill>
                  <a:schemeClr val="tx1"/>
                </a:solidFill>
                <a:latin typeface="Arial" panose="020B0604020202020204" pitchFamily="34" charset="0"/>
                <a:ea typeface="微软雅黑" panose="020B0503020204020204" pitchFamily="34" charset="-122"/>
              </a:defRPr>
            </a:lvl7pPr>
            <a:lvl8pPr marL="3429000" indent="-228600" defTabSz="685800" eaLnBrk="0" fontAlgn="base" hangingPunct="0">
              <a:spcBef>
                <a:spcPct val="0"/>
              </a:spcBef>
              <a:spcAft>
                <a:spcPct val="0"/>
              </a:spcAft>
              <a:defRPr sz="1300">
                <a:solidFill>
                  <a:schemeClr val="tx1"/>
                </a:solidFill>
                <a:latin typeface="Arial" panose="020B0604020202020204" pitchFamily="34" charset="0"/>
                <a:ea typeface="微软雅黑" panose="020B0503020204020204" pitchFamily="34" charset="-122"/>
              </a:defRPr>
            </a:lvl8pPr>
            <a:lvl9pPr marL="3886200" indent="-228600" defTabSz="685800" eaLnBrk="0" fontAlgn="base" hangingPunct="0">
              <a:spcBef>
                <a:spcPct val="0"/>
              </a:spcBef>
              <a:spcAft>
                <a:spcPct val="0"/>
              </a:spcAft>
              <a:defRPr sz="1300">
                <a:solidFill>
                  <a:schemeClr val="tx1"/>
                </a:solidFill>
                <a:latin typeface="Arial" panose="020B0604020202020204" pitchFamily="34" charset="0"/>
                <a:ea typeface="微软雅黑" panose="020B0503020204020204" pitchFamily="34" charset="-122"/>
              </a:defRPr>
            </a:lvl9pPr>
          </a:lstStyle>
          <a:p>
            <a:pPr defTabSz="514350" fontAlgn="base">
              <a:spcBef>
                <a:spcPct val="0"/>
              </a:spcBef>
              <a:spcAft>
                <a:spcPct val="0"/>
              </a:spcAft>
              <a:tabLst>
                <a:tab pos="2149475" algn="l"/>
              </a:tabLst>
            </a:pPr>
            <a:r>
              <a:rPr lang="zh-CN" altLang="en-US" sz="1400" dirty="0">
                <a:solidFill>
                  <a:schemeClr val="accent1"/>
                </a:solidFill>
                <a:latin typeface="方正准圆简体" panose="03000509000000000000" pitchFamily="65" charset="-122"/>
                <a:ea typeface="方正准圆简体" panose="03000509000000000000" pitchFamily="65" charset="-122"/>
                <a:sym typeface="Calibri" panose="020F0502020204030204" pitchFamily="34" charset="0"/>
              </a:rPr>
              <a:t>答辩人</a:t>
            </a:r>
            <a:r>
              <a:rPr lang="zh-CN" altLang="en-US" sz="1400" dirty="0" smtClean="0">
                <a:solidFill>
                  <a:schemeClr val="accent1"/>
                </a:solidFill>
                <a:latin typeface="方正准圆简体" panose="03000509000000000000" pitchFamily="65" charset="-122"/>
                <a:ea typeface="方正准圆简体" panose="03000509000000000000" pitchFamily="65" charset="-122"/>
                <a:sym typeface="Calibri" panose="020F0502020204030204" pitchFamily="34" charset="0"/>
              </a:rPr>
              <a:t>：王杰</a:t>
            </a:r>
            <a:endParaRPr lang="zh-CN" altLang="en-US" sz="1400" dirty="0">
              <a:solidFill>
                <a:schemeClr val="accent1"/>
              </a:solidFill>
              <a:latin typeface="方正准圆简体" panose="03000509000000000000" pitchFamily="65" charset="-122"/>
              <a:ea typeface="方正准圆简体" panose="03000509000000000000" pitchFamily="65" charset="-122"/>
              <a:sym typeface="Calibri" panose="020F0502020204030204" pitchFamily="34" charset="0"/>
            </a:endParaRPr>
          </a:p>
        </p:txBody>
      </p:sp>
      <p:grpSp>
        <p:nvGrpSpPr>
          <p:cNvPr id="79" name="Group 66"/>
          <p:cNvGrpSpPr>
            <a:grpSpLocks noChangeAspect="1"/>
          </p:cNvGrpSpPr>
          <p:nvPr/>
        </p:nvGrpSpPr>
        <p:grpSpPr bwMode="auto">
          <a:xfrm>
            <a:off x="4833100" y="3338400"/>
            <a:ext cx="192087" cy="207963"/>
            <a:chOff x="2111" y="2322"/>
            <a:chExt cx="121" cy="131"/>
          </a:xfrm>
          <a:solidFill>
            <a:schemeClr val="bg1"/>
          </a:solidFill>
        </p:grpSpPr>
        <p:sp>
          <p:nvSpPr>
            <p:cNvPr id="81" name="Freeform 67"/>
            <p:cNvSpPr>
              <a:spLocks/>
            </p:cNvSpPr>
            <p:nvPr/>
          </p:nvSpPr>
          <p:spPr bwMode="auto">
            <a:xfrm>
              <a:off x="2159" y="2350"/>
              <a:ext cx="40" cy="37"/>
            </a:xfrm>
            <a:custGeom>
              <a:avLst/>
              <a:gdLst>
                <a:gd name="T0" fmla="*/ 89 w 213"/>
                <a:gd name="T1" fmla="*/ 19 h 198"/>
                <a:gd name="T2" fmla="*/ 196 w 213"/>
                <a:gd name="T3" fmla="*/ 143 h 198"/>
                <a:gd name="T4" fmla="*/ 208 w 213"/>
                <a:gd name="T5" fmla="*/ 189 h 198"/>
                <a:gd name="T6" fmla="*/ 206 w 213"/>
                <a:gd name="T7" fmla="*/ 191 h 198"/>
                <a:gd name="T8" fmla="*/ 158 w 213"/>
                <a:gd name="T9" fmla="*/ 186 h 198"/>
                <a:gd name="T10" fmla="*/ 22 w 213"/>
                <a:gd name="T11" fmla="*/ 92 h 198"/>
                <a:gd name="T12" fmla="*/ 13 w 213"/>
                <a:gd name="T13" fmla="*/ 44 h 198"/>
                <a:gd name="T14" fmla="*/ 40 w 213"/>
                <a:gd name="T15" fmla="*/ 15 h 198"/>
                <a:gd name="T16" fmla="*/ 89 w 213"/>
                <a:gd name="T17" fmla="*/ 19 h 1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13" h="198">
                  <a:moveTo>
                    <a:pt x="89" y="19"/>
                  </a:moveTo>
                  <a:cubicBezTo>
                    <a:pt x="196" y="143"/>
                    <a:pt x="196" y="143"/>
                    <a:pt x="196" y="143"/>
                  </a:cubicBezTo>
                  <a:cubicBezTo>
                    <a:pt x="210" y="160"/>
                    <a:pt x="213" y="183"/>
                    <a:pt x="208" y="189"/>
                  </a:cubicBezTo>
                  <a:cubicBezTo>
                    <a:pt x="206" y="191"/>
                    <a:pt x="206" y="191"/>
                    <a:pt x="206" y="191"/>
                  </a:cubicBezTo>
                  <a:cubicBezTo>
                    <a:pt x="200" y="197"/>
                    <a:pt x="176" y="198"/>
                    <a:pt x="158" y="186"/>
                  </a:cubicBezTo>
                  <a:cubicBezTo>
                    <a:pt x="22" y="92"/>
                    <a:pt x="22" y="92"/>
                    <a:pt x="22" y="92"/>
                  </a:cubicBezTo>
                  <a:cubicBezTo>
                    <a:pt x="4" y="80"/>
                    <a:pt x="0" y="58"/>
                    <a:pt x="13" y="44"/>
                  </a:cubicBezTo>
                  <a:cubicBezTo>
                    <a:pt x="40" y="15"/>
                    <a:pt x="40" y="15"/>
                    <a:pt x="40" y="15"/>
                  </a:cubicBezTo>
                  <a:cubicBezTo>
                    <a:pt x="53" y="0"/>
                    <a:pt x="74" y="2"/>
                    <a:pt x="89" y="19"/>
                  </a:cubicBezTo>
                  <a:close/>
                </a:path>
              </a:pathLst>
            </a:custGeom>
            <a:grpFill/>
            <a:ln w="9525">
              <a:noFill/>
              <a:round/>
              <a:headEnd/>
              <a:tailEnd/>
            </a:ln>
            <a:extLst/>
          </p:spPr>
          <p:txBody>
            <a:bodyPr vert="horz" wrap="square" lIns="91440" tIns="45720" rIns="91440" bIns="45720" numCol="1" anchor="t" anchorCtr="0" compatLnSpc="1">
              <a:prstTxWarp prst="textNoShape">
                <a:avLst/>
              </a:prstTxWarp>
            </a:bodyPr>
            <a:lstStyle/>
            <a:p>
              <a:endParaRPr lang="zh-CN" altLang="en-US">
                <a:solidFill>
                  <a:schemeClr val="accent1"/>
                </a:solidFill>
              </a:endParaRPr>
            </a:p>
          </p:txBody>
        </p:sp>
        <p:sp>
          <p:nvSpPr>
            <p:cNvPr id="82" name="Freeform 68"/>
            <p:cNvSpPr>
              <a:spLocks noEditPoints="1"/>
            </p:cNvSpPr>
            <p:nvPr/>
          </p:nvSpPr>
          <p:spPr bwMode="auto">
            <a:xfrm>
              <a:off x="2129" y="2322"/>
              <a:ext cx="71" cy="90"/>
            </a:xfrm>
            <a:custGeom>
              <a:avLst/>
              <a:gdLst>
                <a:gd name="T0" fmla="*/ 142 w 381"/>
                <a:gd name="T1" fmla="*/ 449 h 481"/>
                <a:gd name="T2" fmla="*/ 348 w 381"/>
                <a:gd name="T3" fmla="*/ 236 h 481"/>
                <a:gd name="T4" fmla="*/ 374 w 381"/>
                <a:gd name="T5" fmla="*/ 235 h 481"/>
                <a:gd name="T6" fmla="*/ 374 w 381"/>
                <a:gd name="T7" fmla="*/ 260 h 481"/>
                <a:gd name="T8" fmla="*/ 168 w 381"/>
                <a:gd name="T9" fmla="*/ 474 h 481"/>
                <a:gd name="T10" fmla="*/ 142 w 381"/>
                <a:gd name="T11" fmla="*/ 474 h 481"/>
                <a:gd name="T12" fmla="*/ 142 w 381"/>
                <a:gd name="T13" fmla="*/ 449 h 481"/>
                <a:gd name="T14" fmla="*/ 122 w 381"/>
                <a:gd name="T15" fmla="*/ 245 h 481"/>
                <a:gd name="T16" fmla="*/ 0 w 381"/>
                <a:gd name="T17" fmla="*/ 123 h 481"/>
                <a:gd name="T18" fmla="*/ 20 w 381"/>
                <a:gd name="T19" fmla="*/ 56 h 481"/>
                <a:gd name="T20" fmla="*/ 45 w 381"/>
                <a:gd name="T21" fmla="*/ 51 h 481"/>
                <a:gd name="T22" fmla="*/ 50 w 381"/>
                <a:gd name="T23" fmla="*/ 76 h 481"/>
                <a:gd name="T24" fmla="*/ 36 w 381"/>
                <a:gd name="T25" fmla="*/ 123 h 481"/>
                <a:gd name="T26" fmla="*/ 122 w 381"/>
                <a:gd name="T27" fmla="*/ 209 h 481"/>
                <a:gd name="T28" fmla="*/ 209 w 381"/>
                <a:gd name="T29" fmla="*/ 123 h 481"/>
                <a:gd name="T30" fmla="*/ 133 w 381"/>
                <a:gd name="T31" fmla="*/ 37 h 481"/>
                <a:gd name="T32" fmla="*/ 117 w 381"/>
                <a:gd name="T33" fmla="*/ 17 h 481"/>
                <a:gd name="T34" fmla="*/ 137 w 381"/>
                <a:gd name="T35" fmla="*/ 2 h 481"/>
                <a:gd name="T36" fmla="*/ 245 w 381"/>
                <a:gd name="T37" fmla="*/ 123 h 481"/>
                <a:gd name="T38" fmla="*/ 122 w 381"/>
                <a:gd name="T39" fmla="*/ 245 h 481"/>
                <a:gd name="T40" fmla="*/ 67 w 381"/>
                <a:gd name="T41" fmla="*/ 52 h 481"/>
                <a:gd name="T42" fmla="*/ 52 w 381"/>
                <a:gd name="T43" fmla="*/ 44 h 481"/>
                <a:gd name="T44" fmla="*/ 58 w 381"/>
                <a:gd name="T45" fmla="*/ 19 h 481"/>
                <a:gd name="T46" fmla="*/ 81 w 381"/>
                <a:gd name="T47" fmla="*/ 8 h 481"/>
                <a:gd name="T48" fmla="*/ 104 w 381"/>
                <a:gd name="T49" fmla="*/ 19 h 481"/>
                <a:gd name="T50" fmla="*/ 93 w 381"/>
                <a:gd name="T51" fmla="*/ 42 h 481"/>
                <a:gd name="T52" fmla="*/ 77 w 381"/>
                <a:gd name="T53" fmla="*/ 50 h 481"/>
                <a:gd name="T54" fmla="*/ 67 w 381"/>
                <a:gd name="T55" fmla="*/ 52 h 48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381" h="481">
                  <a:moveTo>
                    <a:pt x="142" y="449"/>
                  </a:moveTo>
                  <a:cubicBezTo>
                    <a:pt x="348" y="236"/>
                    <a:pt x="348" y="236"/>
                    <a:pt x="348" y="236"/>
                  </a:cubicBezTo>
                  <a:cubicBezTo>
                    <a:pt x="355" y="228"/>
                    <a:pt x="366" y="228"/>
                    <a:pt x="374" y="235"/>
                  </a:cubicBezTo>
                  <a:cubicBezTo>
                    <a:pt x="381" y="242"/>
                    <a:pt x="381" y="253"/>
                    <a:pt x="374" y="260"/>
                  </a:cubicBezTo>
                  <a:cubicBezTo>
                    <a:pt x="168" y="474"/>
                    <a:pt x="168" y="474"/>
                    <a:pt x="168" y="474"/>
                  </a:cubicBezTo>
                  <a:cubicBezTo>
                    <a:pt x="161" y="481"/>
                    <a:pt x="150" y="481"/>
                    <a:pt x="142" y="474"/>
                  </a:cubicBezTo>
                  <a:cubicBezTo>
                    <a:pt x="135" y="467"/>
                    <a:pt x="135" y="456"/>
                    <a:pt x="142" y="449"/>
                  </a:cubicBezTo>
                  <a:close/>
                  <a:moveTo>
                    <a:pt x="122" y="245"/>
                  </a:moveTo>
                  <a:cubicBezTo>
                    <a:pt x="55" y="245"/>
                    <a:pt x="0" y="190"/>
                    <a:pt x="0" y="123"/>
                  </a:cubicBezTo>
                  <a:cubicBezTo>
                    <a:pt x="0" y="99"/>
                    <a:pt x="7" y="76"/>
                    <a:pt x="20" y="56"/>
                  </a:cubicBezTo>
                  <a:cubicBezTo>
                    <a:pt x="26" y="48"/>
                    <a:pt x="37" y="45"/>
                    <a:pt x="45" y="51"/>
                  </a:cubicBezTo>
                  <a:cubicBezTo>
                    <a:pt x="53" y="56"/>
                    <a:pt x="56" y="67"/>
                    <a:pt x="50" y="76"/>
                  </a:cubicBezTo>
                  <a:cubicBezTo>
                    <a:pt x="41" y="90"/>
                    <a:pt x="36" y="106"/>
                    <a:pt x="36" y="123"/>
                  </a:cubicBezTo>
                  <a:cubicBezTo>
                    <a:pt x="36" y="171"/>
                    <a:pt x="75" y="209"/>
                    <a:pt x="122" y="209"/>
                  </a:cubicBezTo>
                  <a:cubicBezTo>
                    <a:pt x="170" y="209"/>
                    <a:pt x="209" y="171"/>
                    <a:pt x="209" y="123"/>
                  </a:cubicBezTo>
                  <a:cubicBezTo>
                    <a:pt x="209" y="79"/>
                    <a:pt x="176" y="42"/>
                    <a:pt x="133" y="37"/>
                  </a:cubicBezTo>
                  <a:cubicBezTo>
                    <a:pt x="123" y="36"/>
                    <a:pt x="116" y="27"/>
                    <a:pt x="117" y="17"/>
                  </a:cubicBezTo>
                  <a:cubicBezTo>
                    <a:pt x="118" y="7"/>
                    <a:pt x="127" y="0"/>
                    <a:pt x="137" y="2"/>
                  </a:cubicBezTo>
                  <a:cubicBezTo>
                    <a:pt x="198" y="9"/>
                    <a:pt x="245" y="61"/>
                    <a:pt x="245" y="123"/>
                  </a:cubicBezTo>
                  <a:cubicBezTo>
                    <a:pt x="245" y="190"/>
                    <a:pt x="190" y="245"/>
                    <a:pt x="122" y="245"/>
                  </a:cubicBezTo>
                  <a:close/>
                  <a:moveTo>
                    <a:pt x="67" y="52"/>
                  </a:moveTo>
                  <a:cubicBezTo>
                    <a:pt x="61" y="52"/>
                    <a:pt x="55" y="50"/>
                    <a:pt x="52" y="44"/>
                  </a:cubicBezTo>
                  <a:cubicBezTo>
                    <a:pt x="47" y="36"/>
                    <a:pt x="49" y="25"/>
                    <a:pt x="58" y="19"/>
                  </a:cubicBezTo>
                  <a:cubicBezTo>
                    <a:pt x="65" y="15"/>
                    <a:pt x="73" y="11"/>
                    <a:pt x="81" y="8"/>
                  </a:cubicBezTo>
                  <a:cubicBezTo>
                    <a:pt x="91" y="5"/>
                    <a:pt x="101" y="9"/>
                    <a:pt x="104" y="19"/>
                  </a:cubicBezTo>
                  <a:cubicBezTo>
                    <a:pt x="107" y="28"/>
                    <a:pt x="103" y="38"/>
                    <a:pt x="93" y="42"/>
                  </a:cubicBezTo>
                  <a:cubicBezTo>
                    <a:pt x="87" y="44"/>
                    <a:pt x="82" y="47"/>
                    <a:pt x="77" y="50"/>
                  </a:cubicBezTo>
                  <a:cubicBezTo>
                    <a:pt x="74" y="52"/>
                    <a:pt x="71" y="52"/>
                    <a:pt x="67" y="52"/>
                  </a:cubicBezTo>
                  <a:close/>
                </a:path>
              </a:pathLst>
            </a:custGeom>
            <a:grpFill/>
            <a:ln w="9525">
              <a:noFill/>
              <a:round/>
              <a:headEnd/>
              <a:tailEnd/>
            </a:ln>
            <a:extLst/>
          </p:spPr>
          <p:txBody>
            <a:bodyPr vert="horz" wrap="square" lIns="91440" tIns="45720" rIns="91440" bIns="45720" numCol="1" anchor="t" anchorCtr="0" compatLnSpc="1">
              <a:prstTxWarp prst="textNoShape">
                <a:avLst/>
              </a:prstTxWarp>
            </a:bodyPr>
            <a:lstStyle/>
            <a:p>
              <a:endParaRPr lang="zh-CN" altLang="en-US">
                <a:solidFill>
                  <a:schemeClr val="accent1"/>
                </a:solidFill>
              </a:endParaRPr>
            </a:p>
          </p:txBody>
        </p:sp>
        <p:sp>
          <p:nvSpPr>
            <p:cNvPr id="83" name="Freeform 69"/>
            <p:cNvSpPr>
              <a:spLocks noEditPoints="1"/>
            </p:cNvSpPr>
            <p:nvPr/>
          </p:nvSpPr>
          <p:spPr bwMode="auto">
            <a:xfrm>
              <a:off x="2111" y="2406"/>
              <a:ext cx="121" cy="47"/>
            </a:xfrm>
            <a:custGeom>
              <a:avLst/>
              <a:gdLst>
                <a:gd name="T0" fmla="*/ 597 w 648"/>
                <a:gd name="T1" fmla="*/ 249 h 249"/>
                <a:gd name="T2" fmla="*/ 50 w 648"/>
                <a:gd name="T3" fmla="*/ 249 h 249"/>
                <a:gd name="T4" fmla="*/ 0 w 648"/>
                <a:gd name="T5" fmla="*/ 198 h 249"/>
                <a:gd name="T6" fmla="*/ 0 w 648"/>
                <a:gd name="T7" fmla="*/ 50 h 249"/>
                <a:gd name="T8" fmla="*/ 50 w 648"/>
                <a:gd name="T9" fmla="*/ 0 h 249"/>
                <a:gd name="T10" fmla="*/ 597 w 648"/>
                <a:gd name="T11" fmla="*/ 0 h 249"/>
                <a:gd name="T12" fmla="*/ 648 w 648"/>
                <a:gd name="T13" fmla="*/ 50 h 249"/>
                <a:gd name="T14" fmla="*/ 648 w 648"/>
                <a:gd name="T15" fmla="*/ 198 h 249"/>
                <a:gd name="T16" fmla="*/ 597 w 648"/>
                <a:gd name="T17" fmla="*/ 249 h 249"/>
                <a:gd name="T18" fmla="*/ 50 w 648"/>
                <a:gd name="T19" fmla="*/ 35 h 249"/>
                <a:gd name="T20" fmla="*/ 36 w 648"/>
                <a:gd name="T21" fmla="*/ 50 h 249"/>
                <a:gd name="T22" fmla="*/ 36 w 648"/>
                <a:gd name="T23" fmla="*/ 198 h 249"/>
                <a:gd name="T24" fmla="*/ 50 w 648"/>
                <a:gd name="T25" fmla="*/ 213 h 249"/>
                <a:gd name="T26" fmla="*/ 597 w 648"/>
                <a:gd name="T27" fmla="*/ 213 h 249"/>
                <a:gd name="T28" fmla="*/ 612 w 648"/>
                <a:gd name="T29" fmla="*/ 198 h 249"/>
                <a:gd name="T30" fmla="*/ 612 w 648"/>
                <a:gd name="T31" fmla="*/ 50 h 249"/>
                <a:gd name="T32" fmla="*/ 597 w 648"/>
                <a:gd name="T33" fmla="*/ 35 h 249"/>
                <a:gd name="T34" fmla="*/ 50 w 648"/>
                <a:gd name="T35" fmla="*/ 35 h 2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648" h="249">
                  <a:moveTo>
                    <a:pt x="597" y="249"/>
                  </a:moveTo>
                  <a:cubicBezTo>
                    <a:pt x="50" y="249"/>
                    <a:pt x="50" y="249"/>
                    <a:pt x="50" y="249"/>
                  </a:cubicBezTo>
                  <a:cubicBezTo>
                    <a:pt x="22" y="249"/>
                    <a:pt x="0" y="226"/>
                    <a:pt x="0" y="198"/>
                  </a:cubicBezTo>
                  <a:cubicBezTo>
                    <a:pt x="0" y="50"/>
                    <a:pt x="0" y="50"/>
                    <a:pt x="0" y="50"/>
                  </a:cubicBezTo>
                  <a:cubicBezTo>
                    <a:pt x="0" y="22"/>
                    <a:pt x="22" y="0"/>
                    <a:pt x="50" y="0"/>
                  </a:cubicBezTo>
                  <a:cubicBezTo>
                    <a:pt x="597" y="0"/>
                    <a:pt x="597" y="0"/>
                    <a:pt x="597" y="0"/>
                  </a:cubicBezTo>
                  <a:cubicBezTo>
                    <a:pt x="625" y="0"/>
                    <a:pt x="648" y="22"/>
                    <a:pt x="648" y="50"/>
                  </a:cubicBezTo>
                  <a:cubicBezTo>
                    <a:pt x="648" y="198"/>
                    <a:pt x="648" y="198"/>
                    <a:pt x="648" y="198"/>
                  </a:cubicBezTo>
                  <a:cubicBezTo>
                    <a:pt x="648" y="226"/>
                    <a:pt x="625" y="249"/>
                    <a:pt x="597" y="249"/>
                  </a:cubicBezTo>
                  <a:close/>
                  <a:moveTo>
                    <a:pt x="50" y="35"/>
                  </a:moveTo>
                  <a:cubicBezTo>
                    <a:pt x="42" y="35"/>
                    <a:pt x="36" y="42"/>
                    <a:pt x="36" y="50"/>
                  </a:cubicBezTo>
                  <a:cubicBezTo>
                    <a:pt x="36" y="198"/>
                    <a:pt x="36" y="198"/>
                    <a:pt x="36" y="198"/>
                  </a:cubicBezTo>
                  <a:cubicBezTo>
                    <a:pt x="36" y="206"/>
                    <a:pt x="42" y="213"/>
                    <a:pt x="50" y="213"/>
                  </a:cubicBezTo>
                  <a:cubicBezTo>
                    <a:pt x="597" y="213"/>
                    <a:pt x="597" y="213"/>
                    <a:pt x="597" y="213"/>
                  </a:cubicBezTo>
                  <a:cubicBezTo>
                    <a:pt x="605" y="213"/>
                    <a:pt x="612" y="206"/>
                    <a:pt x="612" y="198"/>
                  </a:cubicBezTo>
                  <a:cubicBezTo>
                    <a:pt x="612" y="50"/>
                    <a:pt x="612" y="50"/>
                    <a:pt x="612" y="50"/>
                  </a:cubicBezTo>
                  <a:cubicBezTo>
                    <a:pt x="612" y="42"/>
                    <a:pt x="605" y="35"/>
                    <a:pt x="597" y="35"/>
                  </a:cubicBezTo>
                  <a:lnTo>
                    <a:pt x="50" y="35"/>
                  </a:lnTo>
                  <a:close/>
                </a:path>
              </a:pathLst>
            </a:custGeom>
            <a:grpFill/>
            <a:ln w="9525">
              <a:noFill/>
              <a:round/>
              <a:headEnd/>
              <a:tailEnd/>
            </a:ln>
            <a:extLst/>
          </p:spPr>
          <p:txBody>
            <a:bodyPr vert="horz" wrap="square" lIns="91440" tIns="45720" rIns="91440" bIns="45720" numCol="1" anchor="t" anchorCtr="0" compatLnSpc="1">
              <a:prstTxWarp prst="textNoShape">
                <a:avLst/>
              </a:prstTxWarp>
            </a:bodyPr>
            <a:lstStyle/>
            <a:p>
              <a:endParaRPr lang="zh-CN" altLang="en-US">
                <a:solidFill>
                  <a:schemeClr val="accent1"/>
                </a:solidFill>
              </a:endParaRPr>
            </a:p>
          </p:txBody>
        </p:sp>
      </p:grpSp>
      <p:pic>
        <p:nvPicPr>
          <p:cNvPr id="92" name="图片 91" descr="university_of_lanzhou2.png"/>
          <p:cNvPicPr>
            <a:picLocks noChangeAspect="1"/>
          </p:cNvPicPr>
          <p:nvPr/>
        </p:nvPicPr>
        <p:blipFill>
          <a:blip r:embed="rId4" cstate="print">
            <a:lum/>
          </a:blip>
          <a:stretch>
            <a:fillRect/>
          </a:stretch>
        </p:blipFill>
        <p:spPr>
          <a:xfrm>
            <a:off x="147155" y="598600"/>
            <a:ext cx="2762250" cy="952500"/>
          </a:xfrm>
          <a:prstGeom prst="rect">
            <a:avLst/>
          </a:prstGeom>
          <a:noFill/>
        </p:spPr>
      </p:pic>
    </p:spTree>
    <p:extLst>
      <p:ext uri="{BB962C8B-B14F-4D97-AF65-F5344CB8AC3E}">
        <p14:creationId xmlns="" xmlns:p14="http://schemas.microsoft.com/office/powerpoint/2010/main" val="2021532545"/>
      </p:ext>
    </p:extLst>
  </p:cSld>
  <p:clrMapOvr>
    <a:masterClrMapping/>
  </p:clrMapOvr>
  <mc:AlternateContent xmlns:mc="http://schemas.openxmlformats.org/markup-compatibility/2006">
    <mc:Choice xmlns="" xmlns:p14="http://schemas.microsoft.com/office/powerpoint/2010/main" Requires="p14">
      <p:transition spd="slow" p14:dur="1600">
        <p14:conveyor dir="l"/>
      </p:transition>
    </mc:Choice>
    <mc:Fallback>
      <p:transition spd="slow">
        <p:fade/>
      </p:transition>
    </mc:Fallback>
  </mc:AlternateContent>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21" name="组合 20">
            <a:extLst>
              <a:ext uri="{FF2B5EF4-FFF2-40B4-BE49-F238E27FC236}">
                <a16:creationId xmlns:a16="http://schemas.microsoft.com/office/drawing/2014/main" xmlns="" id="{8EEE021A-E427-4579-8679-65A98A016725}"/>
              </a:ext>
            </a:extLst>
          </p:cNvPr>
          <p:cNvGrpSpPr/>
          <p:nvPr/>
        </p:nvGrpSpPr>
        <p:grpSpPr>
          <a:xfrm>
            <a:off x="149087" y="598468"/>
            <a:ext cx="8852037" cy="3954390"/>
            <a:chOff x="149088" y="598468"/>
            <a:chExt cx="8834520" cy="3946565"/>
          </a:xfrm>
        </p:grpSpPr>
        <p:pic>
          <p:nvPicPr>
            <p:cNvPr id="22" name="图片 21">
              <a:extLst>
                <a:ext uri="{FF2B5EF4-FFF2-40B4-BE49-F238E27FC236}">
                  <a16:creationId xmlns:a16="http://schemas.microsoft.com/office/drawing/2014/main" xmlns="" id="{1054C4AE-57FA-4450-9218-53310CC86D1E}"/>
                </a:ext>
              </a:extLst>
            </p:cNvPr>
            <p:cNvPicPr>
              <a:picLocks noChangeAspect="1"/>
            </p:cNvPicPr>
            <p:nvPr/>
          </p:nvPicPr>
          <p:blipFill>
            <a:blip r:embed="rId3" cstate="print"/>
            <a:stretch>
              <a:fillRect/>
            </a:stretch>
          </p:blipFill>
          <p:spPr>
            <a:xfrm>
              <a:off x="149088" y="598469"/>
              <a:ext cx="8828321" cy="3946564"/>
            </a:xfrm>
            <a:prstGeom prst="rect">
              <a:avLst/>
            </a:prstGeom>
          </p:spPr>
        </p:pic>
        <p:sp>
          <p:nvSpPr>
            <p:cNvPr id="23" name="矩形 22">
              <a:extLst>
                <a:ext uri="{FF2B5EF4-FFF2-40B4-BE49-F238E27FC236}">
                  <a16:creationId xmlns:a16="http://schemas.microsoft.com/office/drawing/2014/main" xmlns="" id="{523B40F3-9A05-4EB2-8831-183505756F87}"/>
                </a:ext>
              </a:extLst>
            </p:cNvPr>
            <p:cNvSpPr/>
            <p:nvPr/>
          </p:nvSpPr>
          <p:spPr>
            <a:xfrm>
              <a:off x="149236" y="598468"/>
              <a:ext cx="8834372" cy="3946564"/>
            </a:xfrm>
            <a:prstGeom prst="rect">
              <a:avLst/>
            </a:prstGeom>
            <a:solidFill>
              <a:schemeClr val="bg1">
                <a:alpha val="80000"/>
              </a:schemeClr>
            </a:solidFill>
            <a:ln>
              <a:noFill/>
            </a:ln>
            <a:effectLst>
              <a:outerShdw blurRad="254000" dist="2540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19" name="直角三角形 18">
            <a:extLst>
              <a:ext uri="{FF2B5EF4-FFF2-40B4-BE49-F238E27FC236}">
                <a16:creationId xmlns:a16="http://schemas.microsoft.com/office/drawing/2014/main" xmlns="" id="{62962B9A-D085-43E3-A5C9-CE16E389C647}"/>
              </a:ext>
            </a:extLst>
          </p:cNvPr>
          <p:cNvSpPr/>
          <p:nvPr/>
        </p:nvSpPr>
        <p:spPr>
          <a:xfrm rot="16200000">
            <a:off x="6427481" y="2409082"/>
            <a:ext cx="2751138" cy="2751138"/>
          </a:xfrm>
          <a:prstGeom prst="rtTriangl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直角三角形 19">
            <a:extLst>
              <a:ext uri="{FF2B5EF4-FFF2-40B4-BE49-F238E27FC236}">
                <a16:creationId xmlns:a16="http://schemas.microsoft.com/office/drawing/2014/main" xmlns="" id="{14245B21-C5D9-4338-B7A4-0626EED40CF3}"/>
              </a:ext>
            </a:extLst>
          </p:cNvPr>
          <p:cNvSpPr/>
          <p:nvPr/>
        </p:nvSpPr>
        <p:spPr>
          <a:xfrm rot="5400000">
            <a:off x="-28260" y="0"/>
            <a:ext cx="2751138" cy="2751138"/>
          </a:xfrm>
          <a:prstGeom prst="rtTriangl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1" name="文本框 6">
            <a:extLst>
              <a:ext uri="{FF2B5EF4-FFF2-40B4-BE49-F238E27FC236}">
                <a16:creationId xmlns:a16="http://schemas.microsoft.com/office/drawing/2014/main" xmlns="" id="{3959FFA8-5A22-4884-B908-735426A4753B}"/>
              </a:ext>
            </a:extLst>
          </p:cNvPr>
          <p:cNvSpPr txBox="1">
            <a:spLocks noChangeArrowheads="1"/>
          </p:cNvSpPr>
          <p:nvPr/>
        </p:nvSpPr>
        <p:spPr bwMode="auto">
          <a:xfrm>
            <a:off x="942841" y="2011116"/>
            <a:ext cx="1005403" cy="338554"/>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a:spAutoFit/>
          </a:bodyPr>
          <a:lstStyle>
            <a:lvl1pPr>
              <a:defRPr sz="1300">
                <a:solidFill>
                  <a:schemeClr val="tx1"/>
                </a:solidFill>
                <a:latin typeface="Calibri Light" panose="020F0302020204030204" pitchFamily="34" charset="0"/>
                <a:ea typeface="方正宋刻本秀楷简体" panose="02000000000000000000" pitchFamily="2" charset="-122"/>
              </a:defRPr>
            </a:lvl1pPr>
            <a:lvl2pPr marL="742950" indent="-285750">
              <a:defRPr sz="1300">
                <a:solidFill>
                  <a:schemeClr val="tx1"/>
                </a:solidFill>
                <a:latin typeface="Calibri Light" panose="020F0302020204030204" pitchFamily="34" charset="0"/>
                <a:ea typeface="方正宋刻本秀楷简体" panose="02000000000000000000" pitchFamily="2" charset="-122"/>
              </a:defRPr>
            </a:lvl2pPr>
            <a:lvl3pPr marL="1143000" indent="-228600">
              <a:defRPr sz="1300">
                <a:solidFill>
                  <a:schemeClr val="tx1"/>
                </a:solidFill>
                <a:latin typeface="Calibri Light" panose="020F0302020204030204" pitchFamily="34" charset="0"/>
                <a:ea typeface="方正宋刻本秀楷简体" panose="02000000000000000000" pitchFamily="2" charset="-122"/>
              </a:defRPr>
            </a:lvl3pPr>
            <a:lvl4pPr marL="1600200" indent="-228600">
              <a:defRPr sz="1300">
                <a:solidFill>
                  <a:schemeClr val="tx1"/>
                </a:solidFill>
                <a:latin typeface="Calibri Light" panose="020F0302020204030204" pitchFamily="34" charset="0"/>
                <a:ea typeface="方正宋刻本秀楷简体" panose="02000000000000000000" pitchFamily="2" charset="-122"/>
              </a:defRPr>
            </a:lvl4pPr>
            <a:lvl5pPr marL="2057400" indent="-228600">
              <a:defRPr sz="1300">
                <a:solidFill>
                  <a:schemeClr val="tx1"/>
                </a:solidFill>
                <a:latin typeface="Calibri Light" panose="020F0302020204030204" pitchFamily="34" charset="0"/>
                <a:ea typeface="方正宋刻本秀楷简体" panose="02000000000000000000" pitchFamily="2" charset="-122"/>
              </a:defRPr>
            </a:lvl5pPr>
            <a:lvl6pPr marL="25146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6pPr>
            <a:lvl7pPr marL="29718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7pPr>
            <a:lvl8pPr marL="34290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8pPr>
            <a:lvl9pPr marL="38862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9pPr>
          </a:lstStyle>
          <a:p>
            <a:pPr fontAlgn="base">
              <a:spcBef>
                <a:spcPct val="0"/>
              </a:spcBef>
              <a:spcAft>
                <a:spcPct val="0"/>
              </a:spcAft>
              <a:defRPr/>
            </a:pPr>
            <a:r>
              <a:rPr lang="zh-CN" altLang="en-US" sz="1600" b="1" dirty="0" smtClean="0">
                <a:solidFill>
                  <a:schemeClr val="tx1">
                    <a:lumMod val="95000"/>
                    <a:lumOff val="5000"/>
                  </a:schemeClr>
                </a:solidFill>
                <a:latin typeface="+mj-ea"/>
                <a:ea typeface="+mj-ea"/>
              </a:rPr>
              <a:t>研究意义</a:t>
            </a:r>
            <a:endParaRPr lang="zh-CN" altLang="en-US" sz="1600" b="1" dirty="0">
              <a:solidFill>
                <a:schemeClr val="tx1">
                  <a:lumMod val="95000"/>
                  <a:lumOff val="5000"/>
                </a:schemeClr>
              </a:solidFill>
              <a:latin typeface="+mj-ea"/>
              <a:ea typeface="+mj-ea"/>
            </a:endParaRPr>
          </a:p>
        </p:txBody>
      </p:sp>
      <p:sp>
        <p:nvSpPr>
          <p:cNvPr id="83" name="椭圆 82">
            <a:extLst>
              <a:ext uri="{FF2B5EF4-FFF2-40B4-BE49-F238E27FC236}">
                <a16:creationId xmlns:a16="http://schemas.microsoft.com/office/drawing/2014/main" xmlns="" id="{FE3D8DD1-D8C4-49CE-B47B-7E70603875D2}"/>
              </a:ext>
            </a:extLst>
          </p:cNvPr>
          <p:cNvSpPr/>
          <p:nvPr/>
        </p:nvSpPr>
        <p:spPr>
          <a:xfrm>
            <a:off x="519742" y="1993857"/>
            <a:ext cx="379869" cy="379869"/>
          </a:xfrm>
          <a:prstGeom prst="ellipse">
            <a:avLst/>
          </a:prstGeom>
          <a:solidFill>
            <a:schemeClr val="accent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altLang="zh-CN" dirty="0"/>
              <a:t>1</a:t>
            </a:r>
            <a:endParaRPr lang="zh-CN" altLang="en-US" dirty="0"/>
          </a:p>
        </p:txBody>
      </p:sp>
      <p:sp>
        <p:nvSpPr>
          <p:cNvPr id="85" name="文本框 6">
            <a:extLst>
              <a:ext uri="{FF2B5EF4-FFF2-40B4-BE49-F238E27FC236}">
                <a16:creationId xmlns:a16="http://schemas.microsoft.com/office/drawing/2014/main" xmlns="" id="{61184507-C9F6-4FDB-B17E-E5A487B9531C}"/>
              </a:ext>
            </a:extLst>
          </p:cNvPr>
          <p:cNvSpPr txBox="1">
            <a:spLocks noChangeArrowheads="1"/>
          </p:cNvSpPr>
          <p:nvPr/>
        </p:nvSpPr>
        <p:spPr bwMode="auto">
          <a:xfrm>
            <a:off x="5348161" y="2042088"/>
            <a:ext cx="1005403" cy="338554"/>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a:spAutoFit/>
          </a:bodyPr>
          <a:lstStyle>
            <a:lvl1pPr>
              <a:defRPr sz="1300">
                <a:solidFill>
                  <a:schemeClr val="tx1"/>
                </a:solidFill>
                <a:latin typeface="Calibri Light" panose="020F0302020204030204" pitchFamily="34" charset="0"/>
                <a:ea typeface="方正宋刻本秀楷简体" panose="02000000000000000000" pitchFamily="2" charset="-122"/>
              </a:defRPr>
            </a:lvl1pPr>
            <a:lvl2pPr marL="742950" indent="-285750">
              <a:defRPr sz="1300">
                <a:solidFill>
                  <a:schemeClr val="tx1"/>
                </a:solidFill>
                <a:latin typeface="Calibri Light" panose="020F0302020204030204" pitchFamily="34" charset="0"/>
                <a:ea typeface="方正宋刻本秀楷简体" panose="02000000000000000000" pitchFamily="2" charset="-122"/>
              </a:defRPr>
            </a:lvl2pPr>
            <a:lvl3pPr marL="1143000" indent="-228600">
              <a:defRPr sz="1300">
                <a:solidFill>
                  <a:schemeClr val="tx1"/>
                </a:solidFill>
                <a:latin typeface="Calibri Light" panose="020F0302020204030204" pitchFamily="34" charset="0"/>
                <a:ea typeface="方正宋刻本秀楷简体" panose="02000000000000000000" pitchFamily="2" charset="-122"/>
              </a:defRPr>
            </a:lvl3pPr>
            <a:lvl4pPr marL="1600200" indent="-228600">
              <a:defRPr sz="1300">
                <a:solidFill>
                  <a:schemeClr val="tx1"/>
                </a:solidFill>
                <a:latin typeface="Calibri Light" panose="020F0302020204030204" pitchFamily="34" charset="0"/>
                <a:ea typeface="方正宋刻本秀楷简体" panose="02000000000000000000" pitchFamily="2" charset="-122"/>
              </a:defRPr>
            </a:lvl4pPr>
            <a:lvl5pPr marL="2057400" indent="-228600">
              <a:defRPr sz="1300">
                <a:solidFill>
                  <a:schemeClr val="tx1"/>
                </a:solidFill>
                <a:latin typeface="Calibri Light" panose="020F0302020204030204" pitchFamily="34" charset="0"/>
                <a:ea typeface="方正宋刻本秀楷简体" panose="02000000000000000000" pitchFamily="2" charset="-122"/>
              </a:defRPr>
            </a:lvl5pPr>
            <a:lvl6pPr marL="25146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6pPr>
            <a:lvl7pPr marL="29718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7pPr>
            <a:lvl8pPr marL="34290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8pPr>
            <a:lvl9pPr marL="38862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9pPr>
          </a:lstStyle>
          <a:p>
            <a:pPr fontAlgn="base">
              <a:spcBef>
                <a:spcPct val="0"/>
              </a:spcBef>
              <a:spcAft>
                <a:spcPct val="0"/>
              </a:spcAft>
              <a:defRPr/>
            </a:pPr>
            <a:r>
              <a:rPr lang="zh-CN" altLang="en-US" sz="1600" b="1" dirty="0" smtClean="0">
                <a:solidFill>
                  <a:schemeClr val="tx1">
                    <a:lumMod val="95000"/>
                    <a:lumOff val="5000"/>
                  </a:schemeClr>
                </a:solidFill>
                <a:latin typeface="+mj-ea"/>
                <a:ea typeface="+mj-ea"/>
              </a:rPr>
              <a:t>相关工作</a:t>
            </a:r>
            <a:endParaRPr lang="zh-CN" altLang="en-US" sz="1600" b="1" dirty="0">
              <a:solidFill>
                <a:schemeClr val="tx1">
                  <a:lumMod val="95000"/>
                  <a:lumOff val="5000"/>
                </a:schemeClr>
              </a:solidFill>
              <a:latin typeface="+mj-ea"/>
              <a:ea typeface="+mj-ea"/>
            </a:endParaRPr>
          </a:p>
        </p:txBody>
      </p:sp>
      <p:sp>
        <p:nvSpPr>
          <p:cNvPr id="87" name="椭圆 86">
            <a:extLst>
              <a:ext uri="{FF2B5EF4-FFF2-40B4-BE49-F238E27FC236}">
                <a16:creationId xmlns:a16="http://schemas.microsoft.com/office/drawing/2014/main" xmlns="" id="{13871200-F8FB-453F-A6A4-2CBEA7EF277D}"/>
              </a:ext>
            </a:extLst>
          </p:cNvPr>
          <p:cNvSpPr/>
          <p:nvPr/>
        </p:nvSpPr>
        <p:spPr>
          <a:xfrm>
            <a:off x="4954879" y="1995012"/>
            <a:ext cx="379869" cy="379869"/>
          </a:xfrm>
          <a:prstGeom prst="ellipse">
            <a:avLst/>
          </a:prstGeom>
          <a:solidFill>
            <a:schemeClr val="accent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altLang="zh-CN"/>
              <a:t>2</a:t>
            </a:r>
            <a:endParaRPr lang="zh-CN" altLang="en-US"/>
          </a:p>
        </p:txBody>
      </p:sp>
      <p:sp>
        <p:nvSpPr>
          <p:cNvPr id="89" name="文本框 6">
            <a:extLst>
              <a:ext uri="{FF2B5EF4-FFF2-40B4-BE49-F238E27FC236}">
                <a16:creationId xmlns:a16="http://schemas.microsoft.com/office/drawing/2014/main" xmlns="" id="{B5007828-FFEF-4D64-B1F0-9EA0FD791C91}"/>
              </a:ext>
            </a:extLst>
          </p:cNvPr>
          <p:cNvSpPr txBox="1">
            <a:spLocks noChangeArrowheads="1"/>
          </p:cNvSpPr>
          <p:nvPr/>
        </p:nvSpPr>
        <p:spPr bwMode="auto">
          <a:xfrm>
            <a:off x="913024" y="3090189"/>
            <a:ext cx="1210588" cy="338554"/>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a:spAutoFit/>
          </a:bodyPr>
          <a:lstStyle>
            <a:lvl1pPr>
              <a:defRPr sz="1300">
                <a:solidFill>
                  <a:schemeClr val="tx1"/>
                </a:solidFill>
                <a:latin typeface="Calibri Light" panose="020F0302020204030204" pitchFamily="34" charset="0"/>
                <a:ea typeface="方正宋刻本秀楷简体" panose="02000000000000000000" pitchFamily="2" charset="-122"/>
              </a:defRPr>
            </a:lvl1pPr>
            <a:lvl2pPr marL="742950" indent="-285750">
              <a:defRPr sz="1300">
                <a:solidFill>
                  <a:schemeClr val="tx1"/>
                </a:solidFill>
                <a:latin typeface="Calibri Light" panose="020F0302020204030204" pitchFamily="34" charset="0"/>
                <a:ea typeface="方正宋刻本秀楷简体" panose="02000000000000000000" pitchFamily="2" charset="-122"/>
              </a:defRPr>
            </a:lvl2pPr>
            <a:lvl3pPr marL="1143000" indent="-228600">
              <a:defRPr sz="1300">
                <a:solidFill>
                  <a:schemeClr val="tx1"/>
                </a:solidFill>
                <a:latin typeface="Calibri Light" panose="020F0302020204030204" pitchFamily="34" charset="0"/>
                <a:ea typeface="方正宋刻本秀楷简体" panose="02000000000000000000" pitchFamily="2" charset="-122"/>
              </a:defRPr>
            </a:lvl3pPr>
            <a:lvl4pPr marL="1600200" indent="-228600">
              <a:defRPr sz="1300">
                <a:solidFill>
                  <a:schemeClr val="tx1"/>
                </a:solidFill>
                <a:latin typeface="Calibri Light" panose="020F0302020204030204" pitchFamily="34" charset="0"/>
                <a:ea typeface="方正宋刻本秀楷简体" panose="02000000000000000000" pitchFamily="2" charset="-122"/>
              </a:defRPr>
            </a:lvl4pPr>
            <a:lvl5pPr marL="2057400" indent="-228600">
              <a:defRPr sz="1300">
                <a:solidFill>
                  <a:schemeClr val="tx1"/>
                </a:solidFill>
                <a:latin typeface="Calibri Light" panose="020F0302020204030204" pitchFamily="34" charset="0"/>
                <a:ea typeface="方正宋刻本秀楷简体" panose="02000000000000000000" pitchFamily="2" charset="-122"/>
              </a:defRPr>
            </a:lvl5pPr>
            <a:lvl6pPr marL="25146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6pPr>
            <a:lvl7pPr marL="29718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7pPr>
            <a:lvl8pPr marL="34290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8pPr>
            <a:lvl9pPr marL="38862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9pPr>
          </a:lstStyle>
          <a:p>
            <a:pPr fontAlgn="base">
              <a:spcBef>
                <a:spcPct val="0"/>
              </a:spcBef>
              <a:spcAft>
                <a:spcPct val="0"/>
              </a:spcAft>
              <a:defRPr/>
            </a:pPr>
            <a:r>
              <a:rPr lang="zh-CN" altLang="en-US" sz="1600" b="1" dirty="0" smtClean="0">
                <a:solidFill>
                  <a:schemeClr val="tx1">
                    <a:lumMod val="95000"/>
                    <a:lumOff val="5000"/>
                  </a:schemeClr>
                </a:solidFill>
                <a:latin typeface="+mj-ea"/>
                <a:ea typeface="+mj-ea"/>
              </a:rPr>
              <a:t>知识点概述</a:t>
            </a:r>
            <a:endParaRPr lang="zh-CN" altLang="en-US" sz="1600" b="1" dirty="0">
              <a:solidFill>
                <a:schemeClr val="tx1">
                  <a:lumMod val="95000"/>
                  <a:lumOff val="5000"/>
                </a:schemeClr>
              </a:solidFill>
              <a:latin typeface="+mj-ea"/>
              <a:ea typeface="+mj-ea"/>
            </a:endParaRPr>
          </a:p>
        </p:txBody>
      </p:sp>
      <p:sp>
        <p:nvSpPr>
          <p:cNvPr id="91" name="椭圆 90">
            <a:extLst>
              <a:ext uri="{FF2B5EF4-FFF2-40B4-BE49-F238E27FC236}">
                <a16:creationId xmlns:a16="http://schemas.microsoft.com/office/drawing/2014/main" xmlns="" id="{7430155F-A8F4-41BE-A29D-FE3394CA894E}"/>
              </a:ext>
            </a:extLst>
          </p:cNvPr>
          <p:cNvSpPr/>
          <p:nvPr/>
        </p:nvSpPr>
        <p:spPr>
          <a:xfrm>
            <a:off x="519742" y="3062991"/>
            <a:ext cx="379869" cy="379869"/>
          </a:xfrm>
          <a:prstGeom prst="ellipse">
            <a:avLst/>
          </a:prstGeom>
          <a:solidFill>
            <a:schemeClr val="accent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altLang="zh-CN" dirty="0"/>
              <a:t>3</a:t>
            </a:r>
            <a:endParaRPr lang="zh-CN" altLang="en-US" dirty="0"/>
          </a:p>
        </p:txBody>
      </p:sp>
      <p:sp>
        <p:nvSpPr>
          <p:cNvPr id="93" name="文本框 6">
            <a:extLst>
              <a:ext uri="{FF2B5EF4-FFF2-40B4-BE49-F238E27FC236}">
                <a16:creationId xmlns:a16="http://schemas.microsoft.com/office/drawing/2014/main" xmlns="" id="{E0ECE42C-09E8-42E7-9BB1-04B2D77DAA09}"/>
              </a:ext>
            </a:extLst>
          </p:cNvPr>
          <p:cNvSpPr txBox="1">
            <a:spLocks noChangeArrowheads="1"/>
          </p:cNvSpPr>
          <p:nvPr/>
        </p:nvSpPr>
        <p:spPr bwMode="auto">
          <a:xfrm>
            <a:off x="5348161" y="3080250"/>
            <a:ext cx="1620957" cy="338554"/>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a:spAutoFit/>
          </a:bodyPr>
          <a:lstStyle>
            <a:lvl1pPr>
              <a:defRPr sz="1300">
                <a:solidFill>
                  <a:schemeClr val="tx1"/>
                </a:solidFill>
                <a:latin typeface="Calibri Light" panose="020F0302020204030204" pitchFamily="34" charset="0"/>
                <a:ea typeface="方正宋刻本秀楷简体" panose="02000000000000000000" pitchFamily="2" charset="-122"/>
              </a:defRPr>
            </a:lvl1pPr>
            <a:lvl2pPr marL="742950" indent="-285750">
              <a:defRPr sz="1300">
                <a:solidFill>
                  <a:schemeClr val="tx1"/>
                </a:solidFill>
                <a:latin typeface="Calibri Light" panose="020F0302020204030204" pitchFamily="34" charset="0"/>
                <a:ea typeface="方正宋刻本秀楷简体" panose="02000000000000000000" pitchFamily="2" charset="-122"/>
              </a:defRPr>
            </a:lvl2pPr>
            <a:lvl3pPr marL="1143000" indent="-228600">
              <a:defRPr sz="1300">
                <a:solidFill>
                  <a:schemeClr val="tx1"/>
                </a:solidFill>
                <a:latin typeface="Calibri Light" panose="020F0302020204030204" pitchFamily="34" charset="0"/>
                <a:ea typeface="方正宋刻本秀楷简体" panose="02000000000000000000" pitchFamily="2" charset="-122"/>
              </a:defRPr>
            </a:lvl3pPr>
            <a:lvl4pPr marL="1600200" indent="-228600">
              <a:defRPr sz="1300">
                <a:solidFill>
                  <a:schemeClr val="tx1"/>
                </a:solidFill>
                <a:latin typeface="Calibri Light" panose="020F0302020204030204" pitchFamily="34" charset="0"/>
                <a:ea typeface="方正宋刻本秀楷简体" panose="02000000000000000000" pitchFamily="2" charset="-122"/>
              </a:defRPr>
            </a:lvl4pPr>
            <a:lvl5pPr marL="2057400" indent="-228600">
              <a:defRPr sz="1300">
                <a:solidFill>
                  <a:schemeClr val="tx1"/>
                </a:solidFill>
                <a:latin typeface="Calibri Light" panose="020F0302020204030204" pitchFamily="34" charset="0"/>
                <a:ea typeface="方正宋刻本秀楷简体" panose="02000000000000000000" pitchFamily="2" charset="-122"/>
              </a:defRPr>
            </a:lvl5pPr>
            <a:lvl6pPr marL="25146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6pPr>
            <a:lvl7pPr marL="29718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7pPr>
            <a:lvl8pPr marL="34290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8pPr>
            <a:lvl9pPr marL="38862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9pPr>
          </a:lstStyle>
          <a:p>
            <a:pPr fontAlgn="base">
              <a:spcBef>
                <a:spcPct val="0"/>
              </a:spcBef>
              <a:spcAft>
                <a:spcPct val="0"/>
              </a:spcAft>
              <a:defRPr/>
            </a:pPr>
            <a:r>
              <a:rPr lang="zh-CN" altLang="en-US" sz="1600" b="1" dirty="0" smtClean="0">
                <a:solidFill>
                  <a:schemeClr val="tx1">
                    <a:lumMod val="95000"/>
                    <a:lumOff val="5000"/>
                  </a:schemeClr>
                </a:solidFill>
                <a:latin typeface="+mj-ea"/>
                <a:ea typeface="+mj-ea"/>
              </a:rPr>
              <a:t>实验结果与分析</a:t>
            </a:r>
            <a:endParaRPr lang="zh-CN" altLang="en-US" sz="1600" b="1" dirty="0">
              <a:solidFill>
                <a:schemeClr val="tx1">
                  <a:lumMod val="95000"/>
                  <a:lumOff val="5000"/>
                </a:schemeClr>
              </a:solidFill>
              <a:latin typeface="+mj-ea"/>
              <a:ea typeface="+mj-ea"/>
            </a:endParaRPr>
          </a:p>
        </p:txBody>
      </p:sp>
      <p:sp>
        <p:nvSpPr>
          <p:cNvPr id="95" name="椭圆 94">
            <a:extLst>
              <a:ext uri="{FF2B5EF4-FFF2-40B4-BE49-F238E27FC236}">
                <a16:creationId xmlns:a16="http://schemas.microsoft.com/office/drawing/2014/main" xmlns="" id="{9DD90895-C501-4657-BA08-133F6D252F6B}"/>
              </a:ext>
            </a:extLst>
          </p:cNvPr>
          <p:cNvSpPr/>
          <p:nvPr/>
        </p:nvSpPr>
        <p:spPr>
          <a:xfrm>
            <a:off x="4954879" y="3053052"/>
            <a:ext cx="379869" cy="379869"/>
          </a:xfrm>
          <a:prstGeom prst="ellipse">
            <a:avLst/>
          </a:prstGeom>
          <a:solidFill>
            <a:schemeClr val="accent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altLang="zh-CN" dirty="0"/>
              <a:t>4</a:t>
            </a:r>
            <a:endParaRPr lang="zh-CN" altLang="en-US" dirty="0"/>
          </a:p>
        </p:txBody>
      </p:sp>
      <p:sp>
        <p:nvSpPr>
          <p:cNvPr id="97" name="文本框 96" descr="e7d195523061f1c09e9d68d7cf438b91ef959ecb14fc25d26BBA7F7DBC18E55DFF4014AF651F0BF2569D4B6C1DA7F1A4683A481403BD872FC687266AD13265C1DE7C373772FD8728ABDD69ADD03BFF5BE2862BC891DBB79E43A8244B4D7DEEF5699FBCECC4B588A2B2DB873A491956D064FEA000E55D99376C74C72843D12C9B3B90E2D60B285D6553FF3EF3DB706EFF">
            <a:extLst>
              <a:ext uri="{FF2B5EF4-FFF2-40B4-BE49-F238E27FC236}">
                <a16:creationId xmlns:a16="http://schemas.microsoft.com/office/drawing/2014/main" xmlns="" id="{214560CB-900B-47C6-BFDC-0F00114D461E}"/>
              </a:ext>
            </a:extLst>
          </p:cNvPr>
          <p:cNvSpPr txBox="1">
            <a:spLocks noChangeArrowheads="1"/>
          </p:cNvSpPr>
          <p:nvPr/>
        </p:nvSpPr>
        <p:spPr bwMode="auto">
          <a:xfrm>
            <a:off x="3603130" y="1159762"/>
            <a:ext cx="1937739" cy="338554"/>
          </a:xfrm>
          <a:prstGeom prst="rect">
            <a:avLst/>
          </a:prstGeom>
          <a:noFill/>
          <a:ln>
            <a:noFill/>
          </a:ln>
        </p:spPr>
        <p:txBody>
          <a:bodyPr wrap="square">
            <a:spAutoFit/>
          </a:bodyPr>
          <a:lstStyle>
            <a:lvl1pPr>
              <a:defRPr sz="1300">
                <a:solidFill>
                  <a:schemeClr val="tx1"/>
                </a:solidFill>
                <a:latin typeface="Arial" panose="020B0604020202020204" pitchFamily="34" charset="0"/>
                <a:ea typeface="微软雅黑" panose="020B0503020204020204" pitchFamily="34" charset="-122"/>
              </a:defRPr>
            </a:lvl1pPr>
            <a:lvl2pPr marL="742950" indent="-285750">
              <a:defRPr sz="1300">
                <a:solidFill>
                  <a:schemeClr val="tx1"/>
                </a:solidFill>
                <a:latin typeface="Arial" panose="020B0604020202020204" pitchFamily="34" charset="0"/>
                <a:ea typeface="微软雅黑" panose="020B0503020204020204" pitchFamily="34" charset="-122"/>
              </a:defRPr>
            </a:lvl2pPr>
            <a:lvl3pPr marL="1143000" indent="-228600">
              <a:defRPr sz="1300">
                <a:solidFill>
                  <a:schemeClr val="tx1"/>
                </a:solidFill>
                <a:latin typeface="Arial" panose="020B0604020202020204" pitchFamily="34" charset="0"/>
                <a:ea typeface="微软雅黑" panose="020B0503020204020204" pitchFamily="34" charset="-122"/>
              </a:defRPr>
            </a:lvl3pPr>
            <a:lvl4pPr marL="1600200" indent="-228600">
              <a:defRPr sz="1300">
                <a:solidFill>
                  <a:schemeClr val="tx1"/>
                </a:solidFill>
                <a:latin typeface="Arial" panose="020B0604020202020204" pitchFamily="34" charset="0"/>
                <a:ea typeface="微软雅黑" panose="020B0503020204020204" pitchFamily="34" charset="-122"/>
              </a:defRPr>
            </a:lvl4pPr>
            <a:lvl5pPr marL="2057400" indent="-228600">
              <a:defRPr sz="1300">
                <a:solidFill>
                  <a:schemeClr val="tx1"/>
                </a:solidFill>
                <a:latin typeface="Arial" panose="020B0604020202020204" pitchFamily="34" charset="0"/>
                <a:ea typeface="微软雅黑" panose="020B0503020204020204" pitchFamily="34" charset="-122"/>
              </a:defRPr>
            </a:lvl5pPr>
            <a:lvl6pPr marL="2514600" indent="-228600" defTabSz="685800" eaLnBrk="0" fontAlgn="base" hangingPunct="0">
              <a:spcBef>
                <a:spcPct val="0"/>
              </a:spcBef>
              <a:spcAft>
                <a:spcPct val="0"/>
              </a:spcAft>
              <a:defRPr sz="1300">
                <a:solidFill>
                  <a:schemeClr val="tx1"/>
                </a:solidFill>
                <a:latin typeface="Arial" panose="020B0604020202020204" pitchFamily="34" charset="0"/>
                <a:ea typeface="微软雅黑" panose="020B0503020204020204" pitchFamily="34" charset="-122"/>
              </a:defRPr>
            </a:lvl6pPr>
            <a:lvl7pPr marL="2971800" indent="-228600" defTabSz="685800" eaLnBrk="0" fontAlgn="base" hangingPunct="0">
              <a:spcBef>
                <a:spcPct val="0"/>
              </a:spcBef>
              <a:spcAft>
                <a:spcPct val="0"/>
              </a:spcAft>
              <a:defRPr sz="1300">
                <a:solidFill>
                  <a:schemeClr val="tx1"/>
                </a:solidFill>
                <a:latin typeface="Arial" panose="020B0604020202020204" pitchFamily="34" charset="0"/>
                <a:ea typeface="微软雅黑" panose="020B0503020204020204" pitchFamily="34" charset="-122"/>
              </a:defRPr>
            </a:lvl7pPr>
            <a:lvl8pPr marL="3429000" indent="-228600" defTabSz="685800" eaLnBrk="0" fontAlgn="base" hangingPunct="0">
              <a:spcBef>
                <a:spcPct val="0"/>
              </a:spcBef>
              <a:spcAft>
                <a:spcPct val="0"/>
              </a:spcAft>
              <a:defRPr sz="1300">
                <a:solidFill>
                  <a:schemeClr val="tx1"/>
                </a:solidFill>
                <a:latin typeface="Arial" panose="020B0604020202020204" pitchFamily="34" charset="0"/>
                <a:ea typeface="微软雅黑" panose="020B0503020204020204" pitchFamily="34" charset="-122"/>
              </a:defRPr>
            </a:lvl8pPr>
            <a:lvl9pPr marL="3886200" indent="-228600" defTabSz="685800" eaLnBrk="0" fontAlgn="base" hangingPunct="0">
              <a:spcBef>
                <a:spcPct val="0"/>
              </a:spcBef>
              <a:spcAft>
                <a:spcPct val="0"/>
              </a:spcAft>
              <a:defRPr sz="1300">
                <a:solidFill>
                  <a:schemeClr val="tx1"/>
                </a:solidFill>
                <a:latin typeface="Arial" panose="020B0604020202020204" pitchFamily="34" charset="0"/>
                <a:ea typeface="微软雅黑" panose="020B0503020204020204" pitchFamily="34" charset="-122"/>
              </a:defRPr>
            </a:lvl9pPr>
          </a:lstStyle>
          <a:p>
            <a:pPr algn="ctr" defTabSz="514350" fontAlgn="base">
              <a:spcBef>
                <a:spcPct val="0"/>
              </a:spcBef>
              <a:spcAft>
                <a:spcPct val="0"/>
              </a:spcAft>
              <a:tabLst>
                <a:tab pos="2149475" algn="l"/>
              </a:tabLst>
            </a:pPr>
            <a:r>
              <a:rPr lang="en-US" altLang="zh-CN" sz="1600" dirty="0">
                <a:solidFill>
                  <a:schemeClr val="accent1"/>
                </a:solidFill>
                <a:latin typeface="+mj-lt"/>
                <a:ea typeface="+mj-ea"/>
                <a:sym typeface="Calibri" panose="020F0502020204030204" pitchFamily="34" charset="0"/>
              </a:rPr>
              <a:t>CONTENTS</a:t>
            </a:r>
          </a:p>
        </p:txBody>
      </p:sp>
      <p:sp>
        <p:nvSpPr>
          <p:cNvPr id="156" name="文本框 155" descr="e7d195523061f1c09e9d68d7cf438b91ef959ecb14fc25d26BBA7F7DBC18E55DFF4014AF651F0BF2569D4B6C1DA7F1A4683A481403BD872FC687266AD13265C1DE7C373772FD8728ABDD69ADD03BFF5BE2862BC891DBB79E43A8244B4D7DEEF5699FBCECC4B588A2B2DB873A491956D064FEA000E55D99376C74C72843D12C9B3B90E2D60B285D6553FF3EF3DB706EFF">
            <a:extLst>
              <a:ext uri="{FF2B5EF4-FFF2-40B4-BE49-F238E27FC236}">
                <a16:creationId xmlns:a16="http://schemas.microsoft.com/office/drawing/2014/main" xmlns="" id="{5F1E62D9-AF5D-4FDB-A844-18FECB16A200}"/>
              </a:ext>
            </a:extLst>
          </p:cNvPr>
          <p:cNvSpPr txBox="1">
            <a:spLocks noChangeArrowheads="1"/>
          </p:cNvSpPr>
          <p:nvPr/>
        </p:nvSpPr>
        <p:spPr bwMode="auto">
          <a:xfrm>
            <a:off x="3668152" y="596225"/>
            <a:ext cx="1807694" cy="646331"/>
          </a:xfrm>
          <a:prstGeom prst="rect">
            <a:avLst/>
          </a:prstGeom>
          <a:noFill/>
          <a:ln>
            <a:noFill/>
          </a:ln>
        </p:spPr>
        <p:txBody>
          <a:bodyPr wrap="square">
            <a:spAutoFit/>
          </a:bodyPr>
          <a:lstStyle>
            <a:lvl1pPr>
              <a:defRPr sz="1300">
                <a:solidFill>
                  <a:schemeClr val="tx1"/>
                </a:solidFill>
                <a:latin typeface="Arial" panose="020B0604020202020204" pitchFamily="34" charset="0"/>
                <a:ea typeface="微软雅黑" panose="020B0503020204020204" pitchFamily="34" charset="-122"/>
              </a:defRPr>
            </a:lvl1pPr>
            <a:lvl2pPr marL="742950" indent="-285750">
              <a:defRPr sz="1300">
                <a:solidFill>
                  <a:schemeClr val="tx1"/>
                </a:solidFill>
                <a:latin typeface="Arial" panose="020B0604020202020204" pitchFamily="34" charset="0"/>
                <a:ea typeface="微软雅黑" panose="020B0503020204020204" pitchFamily="34" charset="-122"/>
              </a:defRPr>
            </a:lvl2pPr>
            <a:lvl3pPr marL="1143000" indent="-228600">
              <a:defRPr sz="1300">
                <a:solidFill>
                  <a:schemeClr val="tx1"/>
                </a:solidFill>
                <a:latin typeface="Arial" panose="020B0604020202020204" pitchFamily="34" charset="0"/>
                <a:ea typeface="微软雅黑" panose="020B0503020204020204" pitchFamily="34" charset="-122"/>
              </a:defRPr>
            </a:lvl3pPr>
            <a:lvl4pPr marL="1600200" indent="-228600">
              <a:defRPr sz="1300">
                <a:solidFill>
                  <a:schemeClr val="tx1"/>
                </a:solidFill>
                <a:latin typeface="Arial" panose="020B0604020202020204" pitchFamily="34" charset="0"/>
                <a:ea typeface="微软雅黑" panose="020B0503020204020204" pitchFamily="34" charset="-122"/>
              </a:defRPr>
            </a:lvl4pPr>
            <a:lvl5pPr marL="2057400" indent="-228600">
              <a:defRPr sz="1300">
                <a:solidFill>
                  <a:schemeClr val="tx1"/>
                </a:solidFill>
                <a:latin typeface="Arial" panose="020B0604020202020204" pitchFamily="34" charset="0"/>
                <a:ea typeface="微软雅黑" panose="020B0503020204020204" pitchFamily="34" charset="-122"/>
              </a:defRPr>
            </a:lvl5pPr>
            <a:lvl6pPr marL="2514600" indent="-228600" defTabSz="685800" eaLnBrk="0" fontAlgn="base" hangingPunct="0">
              <a:spcBef>
                <a:spcPct val="0"/>
              </a:spcBef>
              <a:spcAft>
                <a:spcPct val="0"/>
              </a:spcAft>
              <a:defRPr sz="1300">
                <a:solidFill>
                  <a:schemeClr val="tx1"/>
                </a:solidFill>
                <a:latin typeface="Arial" panose="020B0604020202020204" pitchFamily="34" charset="0"/>
                <a:ea typeface="微软雅黑" panose="020B0503020204020204" pitchFamily="34" charset="-122"/>
              </a:defRPr>
            </a:lvl6pPr>
            <a:lvl7pPr marL="2971800" indent="-228600" defTabSz="685800" eaLnBrk="0" fontAlgn="base" hangingPunct="0">
              <a:spcBef>
                <a:spcPct val="0"/>
              </a:spcBef>
              <a:spcAft>
                <a:spcPct val="0"/>
              </a:spcAft>
              <a:defRPr sz="1300">
                <a:solidFill>
                  <a:schemeClr val="tx1"/>
                </a:solidFill>
                <a:latin typeface="Arial" panose="020B0604020202020204" pitchFamily="34" charset="0"/>
                <a:ea typeface="微软雅黑" panose="020B0503020204020204" pitchFamily="34" charset="-122"/>
              </a:defRPr>
            </a:lvl7pPr>
            <a:lvl8pPr marL="3429000" indent="-228600" defTabSz="685800" eaLnBrk="0" fontAlgn="base" hangingPunct="0">
              <a:spcBef>
                <a:spcPct val="0"/>
              </a:spcBef>
              <a:spcAft>
                <a:spcPct val="0"/>
              </a:spcAft>
              <a:defRPr sz="1300">
                <a:solidFill>
                  <a:schemeClr val="tx1"/>
                </a:solidFill>
                <a:latin typeface="Arial" panose="020B0604020202020204" pitchFamily="34" charset="0"/>
                <a:ea typeface="微软雅黑" panose="020B0503020204020204" pitchFamily="34" charset="-122"/>
              </a:defRPr>
            </a:lvl8pPr>
            <a:lvl9pPr marL="3886200" indent="-228600" defTabSz="685800" eaLnBrk="0" fontAlgn="base" hangingPunct="0">
              <a:spcBef>
                <a:spcPct val="0"/>
              </a:spcBef>
              <a:spcAft>
                <a:spcPct val="0"/>
              </a:spcAft>
              <a:defRPr sz="1300">
                <a:solidFill>
                  <a:schemeClr val="tx1"/>
                </a:solidFill>
                <a:latin typeface="Arial" panose="020B0604020202020204" pitchFamily="34" charset="0"/>
                <a:ea typeface="微软雅黑" panose="020B0503020204020204" pitchFamily="34" charset="-122"/>
              </a:defRPr>
            </a:lvl9pPr>
          </a:lstStyle>
          <a:p>
            <a:pPr algn="ctr" defTabSz="514350" fontAlgn="base">
              <a:spcBef>
                <a:spcPct val="0"/>
              </a:spcBef>
              <a:spcAft>
                <a:spcPct val="0"/>
              </a:spcAft>
              <a:tabLst>
                <a:tab pos="2149475" algn="l"/>
              </a:tabLst>
            </a:pPr>
            <a:r>
              <a:rPr lang="zh-CN" altLang="en-US" sz="3600" dirty="0">
                <a:solidFill>
                  <a:schemeClr val="accent1"/>
                </a:solidFill>
                <a:latin typeface="+mj-ea"/>
                <a:ea typeface="+mj-ea"/>
                <a:sym typeface="Calibri" panose="020F0502020204030204" pitchFamily="34" charset="0"/>
              </a:rPr>
              <a:t>目 录</a:t>
            </a:r>
            <a:endParaRPr lang="en-US" altLang="zh-CN" sz="3600" dirty="0">
              <a:solidFill>
                <a:schemeClr val="accent1"/>
              </a:solidFill>
              <a:latin typeface="+mj-ea"/>
              <a:ea typeface="+mj-ea"/>
              <a:sym typeface="Calibri" panose="020F0502020204030204" pitchFamily="34" charset="0"/>
            </a:endParaRPr>
          </a:p>
        </p:txBody>
      </p:sp>
      <p:cxnSp>
        <p:nvCxnSpPr>
          <p:cNvPr id="157" name="直接连接符 156">
            <a:extLst>
              <a:ext uri="{FF2B5EF4-FFF2-40B4-BE49-F238E27FC236}">
                <a16:creationId xmlns:a16="http://schemas.microsoft.com/office/drawing/2014/main" xmlns="" id="{09A37DD0-34D6-48F8-95CE-BF28EF85D24B}"/>
              </a:ext>
            </a:extLst>
          </p:cNvPr>
          <p:cNvCxnSpPr/>
          <p:nvPr/>
        </p:nvCxnSpPr>
        <p:spPr>
          <a:xfrm>
            <a:off x="4428836" y="1498316"/>
            <a:ext cx="286327" cy="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
        <p:nvSpPr>
          <p:cNvPr id="24" name="椭圆 23">
            <a:extLst>
              <a:ext uri="{FF2B5EF4-FFF2-40B4-BE49-F238E27FC236}">
                <a16:creationId xmlns:a16="http://schemas.microsoft.com/office/drawing/2014/main" xmlns="" id="{9DD90895-C501-4657-BA08-133F6D252F6B}"/>
              </a:ext>
            </a:extLst>
          </p:cNvPr>
          <p:cNvSpPr/>
          <p:nvPr/>
        </p:nvSpPr>
        <p:spPr>
          <a:xfrm>
            <a:off x="515400" y="4030397"/>
            <a:ext cx="379869" cy="379869"/>
          </a:xfrm>
          <a:prstGeom prst="ellipse">
            <a:avLst/>
          </a:prstGeom>
          <a:solidFill>
            <a:schemeClr val="accent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altLang="zh-CN" dirty="0" smtClean="0"/>
              <a:t>5</a:t>
            </a:r>
            <a:endParaRPr lang="zh-CN" altLang="en-US" dirty="0"/>
          </a:p>
        </p:txBody>
      </p:sp>
      <p:sp>
        <p:nvSpPr>
          <p:cNvPr id="25" name="文本框 6">
            <a:extLst>
              <a:ext uri="{FF2B5EF4-FFF2-40B4-BE49-F238E27FC236}">
                <a16:creationId xmlns:a16="http://schemas.microsoft.com/office/drawing/2014/main" xmlns="" id="{B5007828-FFEF-4D64-B1F0-9EA0FD791C91}"/>
              </a:ext>
            </a:extLst>
          </p:cNvPr>
          <p:cNvSpPr txBox="1">
            <a:spLocks noChangeArrowheads="1"/>
          </p:cNvSpPr>
          <p:nvPr/>
        </p:nvSpPr>
        <p:spPr bwMode="auto">
          <a:xfrm>
            <a:off x="946155" y="4037719"/>
            <a:ext cx="1210588" cy="338554"/>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a:spAutoFit/>
          </a:bodyPr>
          <a:lstStyle>
            <a:lvl1pPr>
              <a:defRPr sz="1300">
                <a:solidFill>
                  <a:schemeClr val="tx1"/>
                </a:solidFill>
                <a:latin typeface="Calibri Light" panose="020F0302020204030204" pitchFamily="34" charset="0"/>
                <a:ea typeface="方正宋刻本秀楷简体" panose="02000000000000000000" pitchFamily="2" charset="-122"/>
              </a:defRPr>
            </a:lvl1pPr>
            <a:lvl2pPr marL="742950" indent="-285750">
              <a:defRPr sz="1300">
                <a:solidFill>
                  <a:schemeClr val="tx1"/>
                </a:solidFill>
                <a:latin typeface="Calibri Light" panose="020F0302020204030204" pitchFamily="34" charset="0"/>
                <a:ea typeface="方正宋刻本秀楷简体" panose="02000000000000000000" pitchFamily="2" charset="-122"/>
              </a:defRPr>
            </a:lvl2pPr>
            <a:lvl3pPr marL="1143000" indent="-228600">
              <a:defRPr sz="1300">
                <a:solidFill>
                  <a:schemeClr val="tx1"/>
                </a:solidFill>
                <a:latin typeface="Calibri Light" panose="020F0302020204030204" pitchFamily="34" charset="0"/>
                <a:ea typeface="方正宋刻本秀楷简体" panose="02000000000000000000" pitchFamily="2" charset="-122"/>
              </a:defRPr>
            </a:lvl3pPr>
            <a:lvl4pPr marL="1600200" indent="-228600">
              <a:defRPr sz="1300">
                <a:solidFill>
                  <a:schemeClr val="tx1"/>
                </a:solidFill>
                <a:latin typeface="Calibri Light" panose="020F0302020204030204" pitchFamily="34" charset="0"/>
                <a:ea typeface="方正宋刻本秀楷简体" panose="02000000000000000000" pitchFamily="2" charset="-122"/>
              </a:defRPr>
            </a:lvl4pPr>
            <a:lvl5pPr marL="2057400" indent="-228600">
              <a:defRPr sz="1300">
                <a:solidFill>
                  <a:schemeClr val="tx1"/>
                </a:solidFill>
                <a:latin typeface="Calibri Light" panose="020F0302020204030204" pitchFamily="34" charset="0"/>
                <a:ea typeface="方正宋刻本秀楷简体" panose="02000000000000000000" pitchFamily="2" charset="-122"/>
              </a:defRPr>
            </a:lvl5pPr>
            <a:lvl6pPr marL="25146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6pPr>
            <a:lvl7pPr marL="29718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7pPr>
            <a:lvl8pPr marL="34290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8pPr>
            <a:lvl9pPr marL="38862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9pPr>
          </a:lstStyle>
          <a:p>
            <a:pPr fontAlgn="base">
              <a:spcBef>
                <a:spcPct val="0"/>
              </a:spcBef>
              <a:spcAft>
                <a:spcPct val="0"/>
              </a:spcAft>
              <a:defRPr/>
            </a:pPr>
            <a:r>
              <a:rPr lang="zh-CN" altLang="en-US" sz="1600" b="1" dirty="0" smtClean="0">
                <a:solidFill>
                  <a:schemeClr val="tx1">
                    <a:lumMod val="95000"/>
                    <a:lumOff val="5000"/>
                  </a:schemeClr>
                </a:solidFill>
                <a:latin typeface="+mj-ea"/>
                <a:ea typeface="+mj-ea"/>
              </a:rPr>
              <a:t>结论与展望</a:t>
            </a:r>
            <a:endParaRPr lang="zh-CN" altLang="en-US" sz="1600" b="1" dirty="0">
              <a:solidFill>
                <a:schemeClr val="tx1">
                  <a:lumMod val="95000"/>
                  <a:lumOff val="5000"/>
                </a:schemeClr>
              </a:solidFill>
              <a:latin typeface="+mj-ea"/>
              <a:ea typeface="+mj-ea"/>
            </a:endParaRPr>
          </a:p>
        </p:txBody>
      </p:sp>
    </p:spTree>
    <p:extLst>
      <p:ext uri="{BB962C8B-B14F-4D97-AF65-F5344CB8AC3E}">
        <p14:creationId xmlns="" xmlns:p14="http://schemas.microsoft.com/office/powerpoint/2010/main" val="3713035858"/>
      </p:ext>
    </p:extLst>
  </p:cSld>
  <p:clrMapOvr>
    <a:masterClrMapping/>
  </p:clrMapOvr>
  <mc:AlternateContent xmlns:mc="http://schemas.openxmlformats.org/markup-compatibility/2006">
    <mc:Choice xmlns="" xmlns:p14="http://schemas.microsoft.com/office/powerpoint/2010/main" Requires="p14">
      <p:transition spd="slow" p14:dur="1600">
        <p14:conveyor dir="l"/>
      </p:transition>
    </mc:Choice>
    <mc:Fallback>
      <p:transition spd="slow">
        <p:fade/>
      </p:transition>
    </mc:Fallback>
  </mc:AlternateContent>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矩形 2">
            <a:extLst>
              <a:ext uri="{FF2B5EF4-FFF2-40B4-BE49-F238E27FC236}">
                <a16:creationId xmlns:a16="http://schemas.microsoft.com/office/drawing/2014/main" xmlns="" id="{6E4D1BDF-1238-42BA-94F5-21BF1CF0372D}"/>
              </a:ext>
            </a:extLst>
          </p:cNvPr>
          <p:cNvSpPr/>
          <p:nvPr/>
        </p:nvSpPr>
        <p:spPr>
          <a:xfrm>
            <a:off x="0" y="0"/>
            <a:ext cx="9144000" cy="2810194"/>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矩形 3">
            <a:extLst>
              <a:ext uri="{FF2B5EF4-FFF2-40B4-BE49-F238E27FC236}">
                <a16:creationId xmlns:a16="http://schemas.microsoft.com/office/drawing/2014/main" xmlns="" id="{82AD984A-7542-478E-BA3D-713A46CD0092}"/>
              </a:ext>
            </a:extLst>
          </p:cNvPr>
          <p:cNvSpPr/>
          <p:nvPr/>
        </p:nvSpPr>
        <p:spPr>
          <a:xfrm>
            <a:off x="268503" y="749128"/>
            <a:ext cx="8587946" cy="3645244"/>
          </a:xfrm>
          <a:prstGeom prst="rect">
            <a:avLst/>
          </a:prstGeom>
          <a:solidFill>
            <a:schemeClr val="bg1"/>
          </a:solidFill>
          <a:ln>
            <a:noFill/>
          </a:ln>
          <a:effectLst>
            <a:outerShdw blurRad="254000" dist="2540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文本框 5">
            <a:extLst>
              <a:ext uri="{FF2B5EF4-FFF2-40B4-BE49-F238E27FC236}">
                <a16:creationId xmlns:a16="http://schemas.microsoft.com/office/drawing/2014/main" xmlns="" id="{3AEEF0B3-7C7B-4852-95FF-BFD1FB4BD229}"/>
              </a:ext>
            </a:extLst>
          </p:cNvPr>
          <p:cNvSpPr txBox="1">
            <a:spLocks noChangeArrowheads="1"/>
          </p:cNvSpPr>
          <p:nvPr/>
        </p:nvSpPr>
        <p:spPr bwMode="auto">
          <a:xfrm>
            <a:off x="3556336" y="1888069"/>
            <a:ext cx="2031326" cy="646331"/>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a:spAutoFit/>
          </a:bodyPr>
          <a:lstStyle>
            <a:lvl1pPr>
              <a:defRPr sz="1300">
                <a:solidFill>
                  <a:schemeClr val="tx1"/>
                </a:solidFill>
                <a:latin typeface="Calibri Light" panose="020F0302020204030204" pitchFamily="34" charset="0"/>
                <a:ea typeface="方正宋刻本秀楷简体" panose="02000000000000000000" pitchFamily="2" charset="-122"/>
              </a:defRPr>
            </a:lvl1pPr>
            <a:lvl2pPr marL="742950" indent="-285750">
              <a:defRPr sz="1300">
                <a:solidFill>
                  <a:schemeClr val="tx1"/>
                </a:solidFill>
                <a:latin typeface="Calibri Light" panose="020F0302020204030204" pitchFamily="34" charset="0"/>
                <a:ea typeface="方正宋刻本秀楷简体" panose="02000000000000000000" pitchFamily="2" charset="-122"/>
              </a:defRPr>
            </a:lvl2pPr>
            <a:lvl3pPr marL="1143000" indent="-228600">
              <a:defRPr sz="1300">
                <a:solidFill>
                  <a:schemeClr val="tx1"/>
                </a:solidFill>
                <a:latin typeface="Calibri Light" panose="020F0302020204030204" pitchFamily="34" charset="0"/>
                <a:ea typeface="方正宋刻本秀楷简体" panose="02000000000000000000" pitchFamily="2" charset="-122"/>
              </a:defRPr>
            </a:lvl3pPr>
            <a:lvl4pPr marL="1600200" indent="-228600">
              <a:defRPr sz="1300">
                <a:solidFill>
                  <a:schemeClr val="tx1"/>
                </a:solidFill>
                <a:latin typeface="Calibri Light" panose="020F0302020204030204" pitchFamily="34" charset="0"/>
                <a:ea typeface="方正宋刻本秀楷简体" panose="02000000000000000000" pitchFamily="2" charset="-122"/>
              </a:defRPr>
            </a:lvl4pPr>
            <a:lvl5pPr marL="2057400" indent="-228600">
              <a:defRPr sz="1300">
                <a:solidFill>
                  <a:schemeClr val="tx1"/>
                </a:solidFill>
                <a:latin typeface="Calibri Light" panose="020F0302020204030204" pitchFamily="34" charset="0"/>
                <a:ea typeface="方正宋刻本秀楷简体" panose="02000000000000000000" pitchFamily="2" charset="-122"/>
              </a:defRPr>
            </a:lvl5pPr>
            <a:lvl6pPr marL="25146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6pPr>
            <a:lvl7pPr marL="29718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7pPr>
            <a:lvl8pPr marL="34290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8pPr>
            <a:lvl9pPr marL="38862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9pPr>
          </a:lstStyle>
          <a:p>
            <a:pPr algn="ctr" fontAlgn="base">
              <a:spcBef>
                <a:spcPct val="0"/>
              </a:spcBef>
              <a:spcAft>
                <a:spcPct val="0"/>
              </a:spcAft>
              <a:defRPr/>
            </a:pPr>
            <a:r>
              <a:rPr lang="zh-CN" altLang="en-US" sz="3600" b="1" dirty="0" smtClean="0">
                <a:solidFill>
                  <a:schemeClr val="accent1"/>
                </a:solidFill>
                <a:latin typeface="+mj-ea"/>
                <a:ea typeface="+mj-ea"/>
              </a:rPr>
              <a:t>研究意义</a:t>
            </a:r>
            <a:endParaRPr lang="zh-CN" altLang="en-US" sz="3600" b="1" dirty="0">
              <a:solidFill>
                <a:schemeClr val="accent1"/>
              </a:solidFill>
              <a:latin typeface="+mj-ea"/>
              <a:ea typeface="+mj-ea"/>
            </a:endParaRPr>
          </a:p>
        </p:txBody>
      </p:sp>
      <p:cxnSp>
        <p:nvCxnSpPr>
          <p:cNvPr id="23" name="直接连接符 22">
            <a:extLst>
              <a:ext uri="{FF2B5EF4-FFF2-40B4-BE49-F238E27FC236}">
                <a16:creationId xmlns:a16="http://schemas.microsoft.com/office/drawing/2014/main" xmlns="" id="{5A29846D-E7EE-45F3-9A33-515E367DEED5}"/>
              </a:ext>
            </a:extLst>
          </p:cNvPr>
          <p:cNvCxnSpPr/>
          <p:nvPr/>
        </p:nvCxnSpPr>
        <p:spPr>
          <a:xfrm>
            <a:off x="4463537" y="2819169"/>
            <a:ext cx="216927" cy="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 xmlns:p14="http://schemas.microsoft.com/office/powerpoint/2010/main" val="2099968890"/>
      </p:ext>
    </p:extLst>
  </p:cSld>
  <p:clrMapOvr>
    <a:masterClrMapping/>
  </p:clrMapOvr>
  <mc:AlternateContent xmlns:mc="http://schemas.openxmlformats.org/markup-compatibility/2006">
    <mc:Choice xmlns="" xmlns:p14="http://schemas.microsoft.com/office/powerpoint/2010/main" Requires="p14">
      <p:transition spd="slow" p14:dur="1600">
        <p14:conveyor dir="l"/>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3" presetClass="entr" presetSubtype="32" fill="hold" grpId="0" nodeType="withEffect">
                                  <p:stCondLst>
                                    <p:cond delay="0"/>
                                  </p:stCondLst>
                                  <p:childTnLst>
                                    <p:set>
                                      <p:cBhvr>
                                        <p:cTn id="6" dur="1" fill="hold">
                                          <p:stCondLst>
                                            <p:cond delay="0"/>
                                          </p:stCondLst>
                                        </p:cTn>
                                        <p:tgtEl>
                                          <p:spTgt spid="20"/>
                                        </p:tgtEl>
                                        <p:attrNameLst>
                                          <p:attrName>style.visibility</p:attrName>
                                        </p:attrNameLst>
                                      </p:cBhvr>
                                      <p:to>
                                        <p:strVal val="visible"/>
                                      </p:to>
                                    </p:set>
                                    <p:animEffect transition="in" filter="plus(out)">
                                      <p:cBhvr>
                                        <p:cTn id="7" dur="2000"/>
                                        <p:tgtEl>
                                          <p:spTgt spid="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 grpId="0"/>
    </p:bldLst>
  </p:timing>
</p:sld>
</file>

<file path=ppt/slides/slide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10" name="图片占位符 9">
            <a:extLst>
              <a:ext uri="{FF2B5EF4-FFF2-40B4-BE49-F238E27FC236}">
                <a16:creationId xmlns:a16="http://schemas.microsoft.com/office/drawing/2014/main" xmlns="" id="{893BCA8D-7D8F-4C9E-B649-0C88AB6310FE}"/>
              </a:ext>
            </a:extLst>
          </p:cNvPr>
          <p:cNvPicPr>
            <a:picLocks noGrp="1" noChangeAspect="1"/>
          </p:cNvPicPr>
          <p:nvPr>
            <p:ph type="pic" sz="quarter" idx="17"/>
          </p:nvPr>
        </p:nvPicPr>
        <p:blipFill>
          <a:blip r:embed="rId3" cstate="print">
            <a:extLst>
              <a:ext uri="{28A0092B-C50C-407E-A947-70E740481C1C}">
                <a14:useLocalDpi xmlns="" xmlns:a14="http://schemas.microsoft.com/office/drawing/2010/main" val="0"/>
              </a:ext>
            </a:extLst>
          </a:blip>
          <a:srcRect l="96" r="96"/>
          <a:stretch>
            <a:fillRect/>
          </a:stretch>
        </p:blipFill>
        <p:spPr/>
      </p:pic>
      <p:sp>
        <p:nvSpPr>
          <p:cNvPr id="73" name="文本框 5"/>
          <p:cNvSpPr txBox="1">
            <a:spLocks noChangeArrowheads="1"/>
          </p:cNvSpPr>
          <p:nvPr/>
        </p:nvSpPr>
        <p:spPr bwMode="auto">
          <a:xfrm>
            <a:off x="3761522" y="286093"/>
            <a:ext cx="1620958" cy="52322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a:spAutoFit/>
          </a:bodyPr>
          <a:lstStyle>
            <a:lvl1pPr>
              <a:defRPr sz="1300">
                <a:solidFill>
                  <a:schemeClr val="tx1"/>
                </a:solidFill>
                <a:latin typeface="Calibri Light" panose="020F0302020204030204" pitchFamily="34" charset="0"/>
                <a:ea typeface="方正宋刻本秀楷简体" panose="02000000000000000000" pitchFamily="2" charset="-122"/>
              </a:defRPr>
            </a:lvl1pPr>
            <a:lvl2pPr marL="742950" indent="-285750">
              <a:defRPr sz="1300">
                <a:solidFill>
                  <a:schemeClr val="tx1"/>
                </a:solidFill>
                <a:latin typeface="Calibri Light" panose="020F0302020204030204" pitchFamily="34" charset="0"/>
                <a:ea typeface="方正宋刻本秀楷简体" panose="02000000000000000000" pitchFamily="2" charset="-122"/>
              </a:defRPr>
            </a:lvl2pPr>
            <a:lvl3pPr marL="1143000" indent="-228600">
              <a:defRPr sz="1300">
                <a:solidFill>
                  <a:schemeClr val="tx1"/>
                </a:solidFill>
                <a:latin typeface="Calibri Light" panose="020F0302020204030204" pitchFamily="34" charset="0"/>
                <a:ea typeface="方正宋刻本秀楷简体" panose="02000000000000000000" pitchFamily="2" charset="-122"/>
              </a:defRPr>
            </a:lvl3pPr>
            <a:lvl4pPr marL="1600200" indent="-228600">
              <a:defRPr sz="1300">
                <a:solidFill>
                  <a:schemeClr val="tx1"/>
                </a:solidFill>
                <a:latin typeface="Calibri Light" panose="020F0302020204030204" pitchFamily="34" charset="0"/>
                <a:ea typeface="方正宋刻本秀楷简体" panose="02000000000000000000" pitchFamily="2" charset="-122"/>
              </a:defRPr>
            </a:lvl4pPr>
            <a:lvl5pPr marL="2057400" indent="-228600">
              <a:defRPr sz="1300">
                <a:solidFill>
                  <a:schemeClr val="tx1"/>
                </a:solidFill>
                <a:latin typeface="Calibri Light" panose="020F0302020204030204" pitchFamily="34" charset="0"/>
                <a:ea typeface="方正宋刻本秀楷简体" panose="02000000000000000000" pitchFamily="2" charset="-122"/>
              </a:defRPr>
            </a:lvl5pPr>
            <a:lvl6pPr marL="25146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6pPr>
            <a:lvl7pPr marL="29718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7pPr>
            <a:lvl8pPr marL="34290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8pPr>
            <a:lvl9pPr marL="38862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9pPr>
          </a:lstStyle>
          <a:p>
            <a:pPr algn="ctr" fontAlgn="base">
              <a:spcBef>
                <a:spcPct val="0"/>
              </a:spcBef>
              <a:spcAft>
                <a:spcPct val="0"/>
              </a:spcAft>
              <a:defRPr/>
            </a:pPr>
            <a:r>
              <a:rPr lang="zh-CN" altLang="en-US" sz="2800" b="1" dirty="0" smtClean="0">
                <a:solidFill>
                  <a:schemeClr val="accent1"/>
                </a:solidFill>
                <a:latin typeface="+mj-ea"/>
                <a:ea typeface="+mj-ea"/>
              </a:rPr>
              <a:t>研究意义</a:t>
            </a:r>
            <a:endParaRPr lang="zh-CN" altLang="en-US" sz="2800" b="1" dirty="0">
              <a:solidFill>
                <a:schemeClr val="accent1"/>
              </a:solidFill>
              <a:latin typeface="+mj-ea"/>
              <a:ea typeface="+mj-ea"/>
            </a:endParaRPr>
          </a:p>
        </p:txBody>
      </p:sp>
      <p:cxnSp>
        <p:nvCxnSpPr>
          <p:cNvPr id="75" name="直接连接符 74"/>
          <p:cNvCxnSpPr/>
          <p:nvPr/>
        </p:nvCxnSpPr>
        <p:spPr>
          <a:xfrm>
            <a:off x="4433191" y="838402"/>
            <a:ext cx="277619" cy="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
        <p:nvSpPr>
          <p:cNvPr id="27" name="椭圆 26">
            <a:extLst>
              <a:ext uri="{FF2B5EF4-FFF2-40B4-BE49-F238E27FC236}">
                <a16:creationId xmlns:a16="http://schemas.microsoft.com/office/drawing/2014/main" xmlns="" id="{FBD37784-4732-4F93-91E4-F3D52957DE63}"/>
              </a:ext>
            </a:extLst>
          </p:cNvPr>
          <p:cNvSpPr/>
          <p:nvPr/>
        </p:nvSpPr>
        <p:spPr>
          <a:xfrm>
            <a:off x="568305" y="3516899"/>
            <a:ext cx="478790" cy="478790"/>
          </a:xfrm>
          <a:prstGeom prst="ellipse">
            <a:avLst/>
          </a:prstGeom>
          <a:solidFill>
            <a:schemeClr val="accent1"/>
          </a:solidFill>
          <a:ln>
            <a:noFill/>
          </a:ln>
          <a:effectLst>
            <a:outerShdw blurRad="254000" dist="2540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CN" altLang="en-US"/>
          </a:p>
        </p:txBody>
      </p:sp>
      <p:sp>
        <p:nvSpPr>
          <p:cNvPr id="33" name="矩形 32">
            <a:extLst>
              <a:ext uri="{FF2B5EF4-FFF2-40B4-BE49-F238E27FC236}">
                <a16:creationId xmlns:a16="http://schemas.microsoft.com/office/drawing/2014/main" xmlns="" id="{2AC3931F-42E2-4CBB-875F-CFF0CA1439C8}"/>
              </a:ext>
            </a:extLst>
          </p:cNvPr>
          <p:cNvSpPr/>
          <p:nvPr/>
        </p:nvSpPr>
        <p:spPr>
          <a:xfrm>
            <a:off x="1081591" y="3491644"/>
            <a:ext cx="2245222" cy="682431"/>
          </a:xfrm>
          <a:prstGeom prst="rect">
            <a:avLst/>
          </a:prstGeom>
        </p:spPr>
        <p:txBody>
          <a:bodyPr wrap="square">
            <a:spAutoFit/>
          </a:bodyPr>
          <a:lstStyle/>
          <a:p>
            <a:pPr>
              <a:lnSpc>
                <a:spcPct val="150000"/>
              </a:lnSpc>
            </a:pPr>
            <a:r>
              <a:rPr lang="zh-CN" altLang="en-US" dirty="0" smtClean="0">
                <a:solidFill>
                  <a:schemeClr val="tx1">
                    <a:lumMod val="85000"/>
                    <a:lumOff val="15000"/>
                  </a:schemeClr>
                </a:solidFill>
              </a:rPr>
              <a:t>原油是重要的工业原料，</a:t>
            </a:r>
            <a:endParaRPr lang="en-US" altLang="zh-CN" dirty="0" smtClean="0">
              <a:solidFill>
                <a:schemeClr val="tx1">
                  <a:lumMod val="85000"/>
                  <a:lumOff val="15000"/>
                </a:schemeClr>
              </a:solidFill>
            </a:endParaRPr>
          </a:p>
          <a:p>
            <a:pPr>
              <a:lnSpc>
                <a:spcPct val="150000"/>
              </a:lnSpc>
            </a:pPr>
            <a:r>
              <a:rPr lang="zh-CN" altLang="en-US" dirty="0" smtClean="0">
                <a:solidFill>
                  <a:schemeClr val="tx1">
                    <a:lumMod val="85000"/>
                    <a:lumOff val="15000"/>
                  </a:schemeClr>
                </a:solidFill>
              </a:rPr>
              <a:t>对工业发展至关重要</a:t>
            </a:r>
            <a:endParaRPr lang="zh-CN" altLang="en-US" dirty="0">
              <a:solidFill>
                <a:schemeClr val="tx1">
                  <a:lumMod val="85000"/>
                  <a:lumOff val="15000"/>
                </a:schemeClr>
              </a:solidFill>
            </a:endParaRPr>
          </a:p>
        </p:txBody>
      </p:sp>
      <p:sp>
        <p:nvSpPr>
          <p:cNvPr id="34" name="椭圆 33">
            <a:extLst>
              <a:ext uri="{FF2B5EF4-FFF2-40B4-BE49-F238E27FC236}">
                <a16:creationId xmlns:a16="http://schemas.microsoft.com/office/drawing/2014/main" xmlns="" id="{B5CAFA19-E66E-4724-875B-DE0BFA66A6D3}"/>
              </a:ext>
            </a:extLst>
          </p:cNvPr>
          <p:cNvSpPr/>
          <p:nvPr/>
        </p:nvSpPr>
        <p:spPr>
          <a:xfrm>
            <a:off x="3223505" y="3516899"/>
            <a:ext cx="478790" cy="478790"/>
          </a:xfrm>
          <a:prstGeom prst="ellipse">
            <a:avLst/>
          </a:prstGeom>
          <a:solidFill>
            <a:schemeClr val="accent1"/>
          </a:solidFill>
          <a:ln>
            <a:noFill/>
          </a:ln>
          <a:effectLst>
            <a:outerShdw blurRad="254000" dist="2540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CN" altLang="en-US"/>
          </a:p>
        </p:txBody>
      </p:sp>
      <p:sp>
        <p:nvSpPr>
          <p:cNvPr id="35" name="矩形 34">
            <a:extLst>
              <a:ext uri="{FF2B5EF4-FFF2-40B4-BE49-F238E27FC236}">
                <a16:creationId xmlns:a16="http://schemas.microsoft.com/office/drawing/2014/main" xmlns="" id="{5AA8D7D0-11D1-4390-8A46-BFA5A80F95C2}"/>
              </a:ext>
            </a:extLst>
          </p:cNvPr>
          <p:cNvSpPr/>
          <p:nvPr/>
        </p:nvSpPr>
        <p:spPr>
          <a:xfrm>
            <a:off x="3736791" y="3491644"/>
            <a:ext cx="2245222" cy="1027204"/>
          </a:xfrm>
          <a:prstGeom prst="rect">
            <a:avLst/>
          </a:prstGeom>
        </p:spPr>
        <p:txBody>
          <a:bodyPr wrap="square">
            <a:spAutoFit/>
          </a:bodyPr>
          <a:lstStyle/>
          <a:p>
            <a:pPr>
              <a:lnSpc>
                <a:spcPct val="150000"/>
              </a:lnSpc>
            </a:pPr>
            <a:r>
              <a:rPr lang="zh-CN" altLang="en-US" dirty="0" smtClean="0">
                <a:solidFill>
                  <a:schemeClr val="tx1">
                    <a:lumMod val="85000"/>
                    <a:lumOff val="15000"/>
                  </a:schemeClr>
                </a:solidFill>
              </a:rPr>
              <a:t>国际原油贸易是各国政府保证自己资源安全和能源安全的重要方式</a:t>
            </a:r>
            <a:endParaRPr lang="zh-CN" altLang="en-US" dirty="0">
              <a:solidFill>
                <a:schemeClr val="tx1">
                  <a:lumMod val="85000"/>
                  <a:lumOff val="15000"/>
                </a:schemeClr>
              </a:solidFill>
            </a:endParaRPr>
          </a:p>
        </p:txBody>
      </p:sp>
      <p:grpSp>
        <p:nvGrpSpPr>
          <p:cNvPr id="40" name="组合 39">
            <a:extLst>
              <a:ext uri="{FF2B5EF4-FFF2-40B4-BE49-F238E27FC236}">
                <a16:creationId xmlns:a16="http://schemas.microsoft.com/office/drawing/2014/main" xmlns="" id="{6D186789-5882-4CF7-9B34-D7168B1BA18E}"/>
              </a:ext>
            </a:extLst>
          </p:cNvPr>
          <p:cNvGrpSpPr/>
          <p:nvPr/>
        </p:nvGrpSpPr>
        <p:grpSpPr>
          <a:xfrm>
            <a:off x="3370118" y="3626592"/>
            <a:ext cx="177953" cy="259405"/>
            <a:chOff x="2528974" y="2863357"/>
            <a:chExt cx="246811" cy="359779"/>
          </a:xfrm>
          <a:solidFill>
            <a:schemeClr val="bg1"/>
          </a:solidFill>
        </p:grpSpPr>
        <p:sp>
          <p:nvSpPr>
            <p:cNvPr id="41" name="AutoShape 113">
              <a:extLst>
                <a:ext uri="{FF2B5EF4-FFF2-40B4-BE49-F238E27FC236}">
                  <a16:creationId xmlns:a16="http://schemas.microsoft.com/office/drawing/2014/main" xmlns="" id="{8B61F550-320F-4CA0-B42C-41CD4E189798}"/>
                </a:ext>
              </a:extLst>
            </p:cNvPr>
            <p:cNvSpPr>
              <a:spLocks/>
            </p:cNvSpPr>
            <p:nvPr/>
          </p:nvSpPr>
          <p:spPr bwMode="auto">
            <a:xfrm>
              <a:off x="2528974" y="2863357"/>
              <a:ext cx="246811" cy="359779"/>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15386" y="14175"/>
                  </a:moveTo>
                  <a:lnTo>
                    <a:pt x="6223" y="14175"/>
                  </a:lnTo>
                  <a:cubicBezTo>
                    <a:pt x="5734" y="13446"/>
                    <a:pt x="5147" y="12716"/>
                    <a:pt x="4568" y="12003"/>
                  </a:cubicBezTo>
                  <a:cubicBezTo>
                    <a:pt x="3287" y="10427"/>
                    <a:pt x="1963" y="8797"/>
                    <a:pt x="1963" y="7425"/>
                  </a:cubicBezTo>
                  <a:cubicBezTo>
                    <a:pt x="1963" y="4075"/>
                    <a:pt x="5927" y="1350"/>
                    <a:pt x="10800" y="1350"/>
                  </a:cubicBezTo>
                  <a:cubicBezTo>
                    <a:pt x="15672" y="1350"/>
                    <a:pt x="19636" y="4075"/>
                    <a:pt x="19636" y="7425"/>
                  </a:cubicBezTo>
                  <a:cubicBezTo>
                    <a:pt x="19636" y="8787"/>
                    <a:pt x="18312" y="10425"/>
                    <a:pt x="17029" y="12011"/>
                  </a:cubicBezTo>
                  <a:cubicBezTo>
                    <a:pt x="16455" y="12723"/>
                    <a:pt x="15873" y="13449"/>
                    <a:pt x="15386" y="14175"/>
                  </a:cubicBezTo>
                  <a:moveTo>
                    <a:pt x="10800" y="20249"/>
                  </a:moveTo>
                  <a:cubicBezTo>
                    <a:pt x="9805" y="20249"/>
                    <a:pt x="9347" y="20171"/>
                    <a:pt x="8839" y="19406"/>
                  </a:cubicBezTo>
                  <a:lnTo>
                    <a:pt x="13000" y="19048"/>
                  </a:lnTo>
                  <a:cubicBezTo>
                    <a:pt x="12398" y="20164"/>
                    <a:pt x="11959" y="20249"/>
                    <a:pt x="10800" y="20249"/>
                  </a:cubicBezTo>
                  <a:moveTo>
                    <a:pt x="7595" y="16813"/>
                  </a:moveTo>
                  <a:cubicBezTo>
                    <a:pt x="7417" y="16407"/>
                    <a:pt x="7215" y="15978"/>
                    <a:pt x="6991" y="15525"/>
                  </a:cubicBezTo>
                  <a:lnTo>
                    <a:pt x="14616" y="15525"/>
                  </a:lnTo>
                  <a:cubicBezTo>
                    <a:pt x="14496" y="15767"/>
                    <a:pt x="14375" y="16010"/>
                    <a:pt x="14270" y="16239"/>
                  </a:cubicBezTo>
                  <a:cubicBezTo>
                    <a:pt x="14270" y="16239"/>
                    <a:pt x="7595" y="16813"/>
                    <a:pt x="7595" y="16813"/>
                  </a:cubicBezTo>
                  <a:close/>
                  <a:moveTo>
                    <a:pt x="13345" y="18343"/>
                  </a:moveTo>
                  <a:lnTo>
                    <a:pt x="8476" y="18762"/>
                  </a:lnTo>
                  <a:cubicBezTo>
                    <a:pt x="8303" y="18416"/>
                    <a:pt x="8116" y="18011"/>
                    <a:pt x="7890" y="17483"/>
                  </a:cubicBezTo>
                  <a:cubicBezTo>
                    <a:pt x="7887" y="17477"/>
                    <a:pt x="7883" y="17469"/>
                    <a:pt x="7881" y="17462"/>
                  </a:cubicBezTo>
                  <a:lnTo>
                    <a:pt x="13957" y="16941"/>
                  </a:lnTo>
                  <a:cubicBezTo>
                    <a:pt x="13871" y="17140"/>
                    <a:pt x="13778" y="17350"/>
                    <a:pt x="13698" y="17537"/>
                  </a:cubicBezTo>
                  <a:cubicBezTo>
                    <a:pt x="13569" y="17841"/>
                    <a:pt x="13453" y="18104"/>
                    <a:pt x="13345" y="18343"/>
                  </a:cubicBezTo>
                  <a:moveTo>
                    <a:pt x="10800" y="0"/>
                  </a:moveTo>
                  <a:cubicBezTo>
                    <a:pt x="4835" y="0"/>
                    <a:pt x="0" y="3324"/>
                    <a:pt x="0" y="7425"/>
                  </a:cubicBezTo>
                  <a:cubicBezTo>
                    <a:pt x="0" y="10146"/>
                    <a:pt x="3621" y="13029"/>
                    <a:pt x="4939" y="15562"/>
                  </a:cubicBezTo>
                  <a:cubicBezTo>
                    <a:pt x="6906" y="19339"/>
                    <a:pt x="6688" y="21599"/>
                    <a:pt x="10800" y="21599"/>
                  </a:cubicBezTo>
                  <a:cubicBezTo>
                    <a:pt x="14972" y="21599"/>
                    <a:pt x="14692" y="19349"/>
                    <a:pt x="16660" y="15577"/>
                  </a:cubicBezTo>
                  <a:cubicBezTo>
                    <a:pt x="17983" y="13039"/>
                    <a:pt x="21600" y="10124"/>
                    <a:pt x="21600" y="7425"/>
                  </a:cubicBezTo>
                  <a:cubicBezTo>
                    <a:pt x="21600" y="3324"/>
                    <a:pt x="16764" y="0"/>
                    <a:pt x="10800" y="0"/>
                  </a:cubicBezTo>
                </a:path>
              </a:pathLst>
            </a:custGeom>
            <a:grpFill/>
            <a:ln>
              <a:noFill/>
            </a:ln>
            <a:effectLst/>
            <a:extLst/>
          </p:spPr>
          <p:txBody>
            <a:bodyPr lIns="19050" tIns="19050" rIns="19050" bIns="19050" anchor="ctr"/>
            <a:lstStyle/>
            <a:p>
              <a:pPr marL="0" marR="0" lvl="0" indent="0" algn="ctr" defTabSz="228600" eaLnBrk="1" fontAlgn="base" latinLnBrk="0" hangingPunct="0">
                <a:lnSpc>
                  <a:spcPct val="100000"/>
                </a:lnSpc>
                <a:spcBef>
                  <a:spcPct val="0"/>
                </a:spcBef>
                <a:spcAft>
                  <a:spcPct val="0"/>
                </a:spcAft>
                <a:buClrTx/>
                <a:buSzTx/>
                <a:buFontTx/>
                <a:buNone/>
                <a:tabLst/>
                <a:defRPr/>
              </a:pPr>
              <a:endParaRPr kumimoji="0" lang="en-US" sz="1500" b="0" i="0" u="none" strike="noStrike" kern="0" cap="none" spc="0" normalizeH="0" baseline="0" noProof="0">
                <a:ln>
                  <a:noFill/>
                </a:ln>
                <a:solidFill>
                  <a:srgbClr val="FFFFFF"/>
                </a:solidFill>
                <a:effectLst>
                  <a:outerShdw blurRad="38100" dist="38100" dir="2700000" algn="tl">
                    <a:srgbClr val="000000"/>
                  </a:outerShdw>
                </a:effectLst>
                <a:uLnTx/>
                <a:uFillTx/>
                <a:latin typeface="Gill Sans" charset="0"/>
                <a:sym typeface="Gill Sans" charset="0"/>
              </a:endParaRPr>
            </a:p>
          </p:txBody>
        </p:sp>
        <p:sp>
          <p:nvSpPr>
            <p:cNvPr id="42" name="AutoShape 114">
              <a:extLst>
                <a:ext uri="{FF2B5EF4-FFF2-40B4-BE49-F238E27FC236}">
                  <a16:creationId xmlns:a16="http://schemas.microsoft.com/office/drawing/2014/main" xmlns="" id="{866BFC69-BE59-47BA-B923-CA10142778DB}"/>
                </a:ext>
              </a:extLst>
            </p:cNvPr>
            <p:cNvSpPr>
              <a:spLocks/>
            </p:cNvSpPr>
            <p:nvPr/>
          </p:nvSpPr>
          <p:spPr bwMode="auto">
            <a:xfrm>
              <a:off x="2584843" y="2919841"/>
              <a:ext cx="73061" cy="73061"/>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19938" y="0"/>
                  </a:moveTo>
                  <a:cubicBezTo>
                    <a:pt x="8943" y="0"/>
                    <a:pt x="0" y="8942"/>
                    <a:pt x="0" y="19938"/>
                  </a:cubicBezTo>
                  <a:cubicBezTo>
                    <a:pt x="0" y="20855"/>
                    <a:pt x="743" y="21600"/>
                    <a:pt x="1661" y="21600"/>
                  </a:cubicBezTo>
                  <a:cubicBezTo>
                    <a:pt x="2579" y="21600"/>
                    <a:pt x="3323" y="20855"/>
                    <a:pt x="3323" y="19938"/>
                  </a:cubicBezTo>
                  <a:cubicBezTo>
                    <a:pt x="3323" y="10777"/>
                    <a:pt x="10777" y="3323"/>
                    <a:pt x="19938" y="3323"/>
                  </a:cubicBezTo>
                  <a:cubicBezTo>
                    <a:pt x="20856" y="3323"/>
                    <a:pt x="21600" y="2578"/>
                    <a:pt x="21600" y="1661"/>
                  </a:cubicBezTo>
                  <a:cubicBezTo>
                    <a:pt x="21600" y="744"/>
                    <a:pt x="20856" y="0"/>
                    <a:pt x="19938" y="0"/>
                  </a:cubicBezTo>
                </a:path>
              </a:pathLst>
            </a:custGeom>
            <a:grpFill/>
            <a:ln>
              <a:noFill/>
            </a:ln>
            <a:effectLst/>
            <a:extLst/>
          </p:spPr>
          <p:txBody>
            <a:bodyPr lIns="19050" tIns="19050" rIns="19050" bIns="19050" anchor="ctr"/>
            <a:lstStyle/>
            <a:p>
              <a:pPr marL="0" marR="0" lvl="0" indent="0" algn="ctr" defTabSz="228600" eaLnBrk="1" fontAlgn="base" latinLnBrk="0" hangingPunct="0">
                <a:lnSpc>
                  <a:spcPct val="100000"/>
                </a:lnSpc>
                <a:spcBef>
                  <a:spcPct val="0"/>
                </a:spcBef>
                <a:spcAft>
                  <a:spcPct val="0"/>
                </a:spcAft>
                <a:buClrTx/>
                <a:buSzTx/>
                <a:buFontTx/>
                <a:buNone/>
                <a:tabLst/>
                <a:defRPr/>
              </a:pPr>
              <a:endParaRPr kumimoji="0" lang="en-US" sz="1500" b="0" i="0" u="none" strike="noStrike" kern="0" cap="none" spc="0" normalizeH="0" baseline="0" noProof="0">
                <a:ln>
                  <a:noFill/>
                </a:ln>
                <a:solidFill>
                  <a:srgbClr val="FFFFFF"/>
                </a:solidFill>
                <a:effectLst>
                  <a:outerShdw blurRad="38100" dist="38100" dir="2700000" algn="tl">
                    <a:srgbClr val="000000"/>
                  </a:outerShdw>
                </a:effectLst>
                <a:uLnTx/>
                <a:uFillTx/>
                <a:latin typeface="Gill Sans" charset="0"/>
                <a:sym typeface="Gill Sans" charset="0"/>
              </a:endParaRPr>
            </a:p>
          </p:txBody>
        </p:sp>
      </p:grpSp>
      <p:grpSp>
        <p:nvGrpSpPr>
          <p:cNvPr id="43" name="组合 42">
            <a:extLst>
              <a:ext uri="{FF2B5EF4-FFF2-40B4-BE49-F238E27FC236}">
                <a16:creationId xmlns:a16="http://schemas.microsoft.com/office/drawing/2014/main" xmlns="" id="{697A35A7-D651-4932-8BFD-A38F11F2ABD8}"/>
              </a:ext>
            </a:extLst>
          </p:cNvPr>
          <p:cNvGrpSpPr/>
          <p:nvPr/>
        </p:nvGrpSpPr>
        <p:grpSpPr>
          <a:xfrm flipH="1">
            <a:off x="675899" y="3626813"/>
            <a:ext cx="258963" cy="258963"/>
            <a:chOff x="2473104" y="2145028"/>
            <a:chExt cx="359165" cy="359165"/>
          </a:xfrm>
          <a:solidFill>
            <a:schemeClr val="bg1"/>
          </a:solidFill>
        </p:grpSpPr>
        <p:sp>
          <p:nvSpPr>
            <p:cNvPr id="44" name="AutoShape 126">
              <a:extLst>
                <a:ext uri="{FF2B5EF4-FFF2-40B4-BE49-F238E27FC236}">
                  <a16:creationId xmlns:a16="http://schemas.microsoft.com/office/drawing/2014/main" xmlns="" id="{A156BCC5-C130-441E-9AF1-15B97BD122B4}"/>
                </a:ext>
              </a:extLst>
            </p:cNvPr>
            <p:cNvSpPr>
              <a:spLocks/>
            </p:cNvSpPr>
            <p:nvPr/>
          </p:nvSpPr>
          <p:spPr bwMode="auto">
            <a:xfrm>
              <a:off x="2473104" y="2145028"/>
              <a:ext cx="359165" cy="359165"/>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13499" y="14850"/>
                  </a:moveTo>
                  <a:cubicBezTo>
                    <a:pt x="9772" y="14850"/>
                    <a:pt x="6749" y="11827"/>
                    <a:pt x="6749" y="8100"/>
                  </a:cubicBezTo>
                  <a:cubicBezTo>
                    <a:pt x="6749" y="4372"/>
                    <a:pt x="9772" y="1350"/>
                    <a:pt x="13499" y="1350"/>
                  </a:cubicBezTo>
                  <a:cubicBezTo>
                    <a:pt x="17227" y="1350"/>
                    <a:pt x="20249" y="4372"/>
                    <a:pt x="20249" y="8100"/>
                  </a:cubicBezTo>
                  <a:cubicBezTo>
                    <a:pt x="20249" y="11827"/>
                    <a:pt x="17227" y="14850"/>
                    <a:pt x="13499" y="14850"/>
                  </a:cubicBezTo>
                  <a:moveTo>
                    <a:pt x="3236" y="20042"/>
                  </a:moveTo>
                  <a:cubicBezTo>
                    <a:pt x="3019" y="20266"/>
                    <a:pt x="2718" y="20408"/>
                    <a:pt x="2382" y="20408"/>
                  </a:cubicBezTo>
                  <a:cubicBezTo>
                    <a:pt x="1724" y="20408"/>
                    <a:pt x="1191" y="19875"/>
                    <a:pt x="1191" y="19218"/>
                  </a:cubicBezTo>
                  <a:cubicBezTo>
                    <a:pt x="1191" y="18881"/>
                    <a:pt x="1332" y="18580"/>
                    <a:pt x="1557" y="18363"/>
                  </a:cubicBezTo>
                  <a:lnTo>
                    <a:pt x="1551" y="18358"/>
                  </a:lnTo>
                  <a:lnTo>
                    <a:pt x="6996" y="12913"/>
                  </a:lnTo>
                  <a:cubicBezTo>
                    <a:pt x="7472" y="13555"/>
                    <a:pt x="8039" y="14122"/>
                    <a:pt x="8680" y="14599"/>
                  </a:cubicBezTo>
                  <a:cubicBezTo>
                    <a:pt x="8680" y="14599"/>
                    <a:pt x="3236" y="20042"/>
                    <a:pt x="3236" y="20042"/>
                  </a:cubicBezTo>
                  <a:close/>
                  <a:moveTo>
                    <a:pt x="13499" y="0"/>
                  </a:moveTo>
                  <a:cubicBezTo>
                    <a:pt x="9026" y="0"/>
                    <a:pt x="5399" y="3626"/>
                    <a:pt x="5399" y="8100"/>
                  </a:cubicBezTo>
                  <a:cubicBezTo>
                    <a:pt x="5399" y="9467"/>
                    <a:pt x="5742" y="10754"/>
                    <a:pt x="6341" y="11884"/>
                  </a:cubicBezTo>
                  <a:lnTo>
                    <a:pt x="709" y="17515"/>
                  </a:lnTo>
                  <a:lnTo>
                    <a:pt x="713" y="17520"/>
                  </a:lnTo>
                  <a:cubicBezTo>
                    <a:pt x="274" y="17953"/>
                    <a:pt x="0" y="18552"/>
                    <a:pt x="0" y="19218"/>
                  </a:cubicBezTo>
                  <a:cubicBezTo>
                    <a:pt x="0" y="20533"/>
                    <a:pt x="1066" y="21599"/>
                    <a:pt x="2382" y="21599"/>
                  </a:cubicBezTo>
                  <a:cubicBezTo>
                    <a:pt x="3047" y="21599"/>
                    <a:pt x="3647" y="21326"/>
                    <a:pt x="4079" y="20885"/>
                  </a:cubicBezTo>
                  <a:lnTo>
                    <a:pt x="4078" y="20884"/>
                  </a:lnTo>
                  <a:lnTo>
                    <a:pt x="9708" y="15255"/>
                  </a:lnTo>
                  <a:cubicBezTo>
                    <a:pt x="10839" y="15856"/>
                    <a:pt x="12128" y="16200"/>
                    <a:pt x="13499" y="16200"/>
                  </a:cubicBezTo>
                  <a:cubicBezTo>
                    <a:pt x="17973" y="16200"/>
                    <a:pt x="21600" y="12573"/>
                    <a:pt x="21600" y="8100"/>
                  </a:cubicBezTo>
                  <a:cubicBezTo>
                    <a:pt x="21600" y="3626"/>
                    <a:pt x="17973" y="0"/>
                    <a:pt x="13499" y="0"/>
                  </a:cubicBezTo>
                </a:path>
              </a:pathLst>
            </a:custGeom>
            <a:grpFill/>
            <a:ln>
              <a:noFill/>
            </a:ln>
            <a:effectLst/>
            <a:extLst/>
          </p:spPr>
          <p:txBody>
            <a:bodyPr lIns="19050" tIns="19050" rIns="19050" bIns="19050" anchor="ctr"/>
            <a:lstStyle/>
            <a:p>
              <a:pPr marL="0" marR="0" lvl="0" indent="0" algn="ctr" defTabSz="228600" eaLnBrk="1" fontAlgn="base" latinLnBrk="0" hangingPunct="0">
                <a:lnSpc>
                  <a:spcPct val="100000"/>
                </a:lnSpc>
                <a:spcBef>
                  <a:spcPct val="0"/>
                </a:spcBef>
                <a:spcAft>
                  <a:spcPct val="0"/>
                </a:spcAft>
                <a:buClrTx/>
                <a:buSzTx/>
                <a:buFontTx/>
                <a:buNone/>
                <a:tabLst/>
                <a:defRPr/>
              </a:pPr>
              <a:endParaRPr kumimoji="0" lang="en-US" sz="1500" b="0" i="0" u="none" strike="noStrike" kern="0" cap="none" spc="0" normalizeH="0" baseline="0" noProof="0">
                <a:ln>
                  <a:noFill/>
                </a:ln>
                <a:solidFill>
                  <a:srgbClr val="FFFFFF"/>
                </a:solidFill>
                <a:effectLst>
                  <a:outerShdw blurRad="38100" dist="38100" dir="2700000" algn="tl">
                    <a:srgbClr val="000000"/>
                  </a:outerShdw>
                </a:effectLst>
                <a:uLnTx/>
                <a:uFillTx/>
                <a:latin typeface="Gill Sans" charset="0"/>
                <a:sym typeface="Gill Sans" charset="0"/>
              </a:endParaRPr>
            </a:p>
          </p:txBody>
        </p:sp>
        <p:sp>
          <p:nvSpPr>
            <p:cNvPr id="45" name="AutoShape 127">
              <a:extLst>
                <a:ext uri="{FF2B5EF4-FFF2-40B4-BE49-F238E27FC236}">
                  <a16:creationId xmlns:a16="http://schemas.microsoft.com/office/drawing/2014/main" xmlns="" id="{CF2CE881-0A57-4351-AC52-5793BBB106B6}"/>
                </a:ext>
              </a:extLst>
            </p:cNvPr>
            <p:cNvSpPr>
              <a:spLocks/>
            </p:cNvSpPr>
            <p:nvPr/>
          </p:nvSpPr>
          <p:spPr bwMode="auto">
            <a:xfrm>
              <a:off x="2618611" y="2200897"/>
              <a:ext cx="84727" cy="84112"/>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20160" y="0"/>
                  </a:moveTo>
                  <a:cubicBezTo>
                    <a:pt x="9025" y="0"/>
                    <a:pt x="0" y="9025"/>
                    <a:pt x="0" y="20160"/>
                  </a:cubicBezTo>
                  <a:cubicBezTo>
                    <a:pt x="0" y="20954"/>
                    <a:pt x="644" y="21600"/>
                    <a:pt x="1440" y="21600"/>
                  </a:cubicBezTo>
                  <a:cubicBezTo>
                    <a:pt x="2235" y="21600"/>
                    <a:pt x="2880" y="20954"/>
                    <a:pt x="2880" y="20160"/>
                  </a:cubicBezTo>
                  <a:cubicBezTo>
                    <a:pt x="2880" y="10618"/>
                    <a:pt x="10617" y="2880"/>
                    <a:pt x="20160" y="2880"/>
                  </a:cubicBezTo>
                  <a:cubicBezTo>
                    <a:pt x="20955" y="2880"/>
                    <a:pt x="21599" y="2234"/>
                    <a:pt x="21599" y="1440"/>
                  </a:cubicBezTo>
                  <a:cubicBezTo>
                    <a:pt x="21599" y="645"/>
                    <a:pt x="20955" y="0"/>
                    <a:pt x="20160" y="0"/>
                  </a:cubicBezTo>
                </a:path>
              </a:pathLst>
            </a:custGeom>
            <a:grpFill/>
            <a:ln>
              <a:noFill/>
            </a:ln>
            <a:effectLst/>
            <a:extLst/>
          </p:spPr>
          <p:txBody>
            <a:bodyPr lIns="19050" tIns="19050" rIns="19050" bIns="19050" anchor="ctr"/>
            <a:lstStyle/>
            <a:p>
              <a:pPr marL="0" marR="0" lvl="0" indent="0" algn="ctr" defTabSz="228600" eaLnBrk="1" fontAlgn="base" latinLnBrk="0" hangingPunct="0">
                <a:lnSpc>
                  <a:spcPct val="100000"/>
                </a:lnSpc>
                <a:spcBef>
                  <a:spcPct val="0"/>
                </a:spcBef>
                <a:spcAft>
                  <a:spcPct val="0"/>
                </a:spcAft>
                <a:buClrTx/>
                <a:buSzTx/>
                <a:buFontTx/>
                <a:buNone/>
                <a:tabLst/>
                <a:defRPr/>
              </a:pPr>
              <a:endParaRPr kumimoji="0" lang="en-US" sz="1500" b="0" i="0" u="none" strike="noStrike" kern="0" cap="none" spc="0" normalizeH="0" baseline="0" noProof="0">
                <a:ln>
                  <a:noFill/>
                </a:ln>
                <a:solidFill>
                  <a:srgbClr val="FFFFFF"/>
                </a:solidFill>
                <a:effectLst>
                  <a:outerShdw blurRad="38100" dist="38100" dir="2700000" algn="tl">
                    <a:srgbClr val="000000"/>
                  </a:outerShdw>
                </a:effectLst>
                <a:uLnTx/>
                <a:uFillTx/>
                <a:latin typeface="Gill Sans" charset="0"/>
                <a:sym typeface="Gill Sans" charset="0"/>
              </a:endParaRPr>
            </a:p>
          </p:txBody>
        </p:sp>
      </p:grpSp>
      <p:sp>
        <p:nvSpPr>
          <p:cNvPr id="28" name="椭圆 27">
            <a:extLst>
              <a:ext uri="{FF2B5EF4-FFF2-40B4-BE49-F238E27FC236}">
                <a16:creationId xmlns:a16="http://schemas.microsoft.com/office/drawing/2014/main" xmlns="" id="{8276E26A-11D9-4283-822B-D5F16CF7F9E0}"/>
              </a:ext>
            </a:extLst>
          </p:cNvPr>
          <p:cNvSpPr/>
          <p:nvPr/>
        </p:nvSpPr>
        <p:spPr>
          <a:xfrm>
            <a:off x="5981835" y="3516899"/>
            <a:ext cx="478790" cy="478790"/>
          </a:xfrm>
          <a:prstGeom prst="ellipse">
            <a:avLst/>
          </a:prstGeom>
          <a:solidFill>
            <a:schemeClr val="accent1"/>
          </a:solidFill>
          <a:ln>
            <a:noFill/>
          </a:ln>
          <a:effectLst>
            <a:outerShdw blurRad="254000" dist="2540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CN" altLang="en-US"/>
          </a:p>
        </p:txBody>
      </p:sp>
      <p:sp>
        <p:nvSpPr>
          <p:cNvPr id="29" name="矩形 28">
            <a:extLst>
              <a:ext uri="{FF2B5EF4-FFF2-40B4-BE49-F238E27FC236}">
                <a16:creationId xmlns:a16="http://schemas.microsoft.com/office/drawing/2014/main" xmlns="" id="{7AD78900-C327-47C3-ADAA-D7E6858F9C2F}"/>
              </a:ext>
            </a:extLst>
          </p:cNvPr>
          <p:cNvSpPr/>
          <p:nvPr/>
        </p:nvSpPr>
        <p:spPr>
          <a:xfrm>
            <a:off x="6495121" y="3491644"/>
            <a:ext cx="2245222" cy="715581"/>
          </a:xfrm>
          <a:prstGeom prst="rect">
            <a:avLst/>
          </a:prstGeom>
        </p:spPr>
        <p:txBody>
          <a:bodyPr wrap="square">
            <a:spAutoFit/>
          </a:bodyPr>
          <a:lstStyle/>
          <a:p>
            <a:pPr>
              <a:lnSpc>
                <a:spcPct val="150000"/>
              </a:lnSpc>
            </a:pPr>
            <a:r>
              <a:rPr lang="zh-CN" altLang="en-US" dirty="0" smtClean="0">
                <a:solidFill>
                  <a:schemeClr val="tx1">
                    <a:lumMod val="85000"/>
                    <a:lumOff val="15000"/>
                  </a:schemeClr>
                </a:solidFill>
              </a:rPr>
              <a:t>评估潜在贸易联系可增进对国际原油贸易的了解</a:t>
            </a:r>
            <a:endParaRPr lang="zh-CN" altLang="en-US" dirty="0">
              <a:solidFill>
                <a:schemeClr val="tx1">
                  <a:lumMod val="85000"/>
                  <a:lumOff val="15000"/>
                </a:schemeClr>
              </a:solidFill>
            </a:endParaRPr>
          </a:p>
        </p:txBody>
      </p:sp>
      <p:grpSp>
        <p:nvGrpSpPr>
          <p:cNvPr id="25" name="Group 112">
            <a:extLst>
              <a:ext uri="{FF2B5EF4-FFF2-40B4-BE49-F238E27FC236}">
                <a16:creationId xmlns:a16="http://schemas.microsoft.com/office/drawing/2014/main" xmlns="" id="{AE9A2E85-90AA-4327-8599-7BC3FA46B773}"/>
              </a:ext>
            </a:extLst>
          </p:cNvPr>
          <p:cNvGrpSpPr/>
          <p:nvPr/>
        </p:nvGrpSpPr>
        <p:grpSpPr>
          <a:xfrm>
            <a:off x="6105468" y="3647842"/>
            <a:ext cx="231523" cy="216905"/>
            <a:chOff x="5368132" y="3540125"/>
            <a:chExt cx="465138" cy="435769"/>
          </a:xfrm>
          <a:solidFill>
            <a:schemeClr val="bg1"/>
          </a:solidFill>
        </p:grpSpPr>
        <p:sp>
          <p:nvSpPr>
            <p:cNvPr id="26" name="AutoShape 110">
              <a:extLst>
                <a:ext uri="{FF2B5EF4-FFF2-40B4-BE49-F238E27FC236}">
                  <a16:creationId xmlns:a16="http://schemas.microsoft.com/office/drawing/2014/main" xmlns="" id="{84638E18-173F-4E68-B31F-B3445AA24A34}"/>
                </a:ext>
              </a:extLst>
            </p:cNvPr>
            <p:cNvSpPr>
              <a:spLocks/>
            </p:cNvSpPr>
            <p:nvPr/>
          </p:nvSpPr>
          <p:spPr bwMode="auto">
            <a:xfrm>
              <a:off x="5426869" y="3598069"/>
              <a:ext cx="347663" cy="232569"/>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20699" y="20255"/>
                  </a:moveTo>
                  <a:lnTo>
                    <a:pt x="899" y="20255"/>
                  </a:lnTo>
                  <a:lnTo>
                    <a:pt x="899" y="1350"/>
                  </a:lnTo>
                  <a:lnTo>
                    <a:pt x="20699" y="1350"/>
                  </a:lnTo>
                  <a:cubicBezTo>
                    <a:pt x="20699" y="1350"/>
                    <a:pt x="20699" y="20255"/>
                    <a:pt x="20699" y="20255"/>
                  </a:cubicBezTo>
                  <a:close/>
                  <a:moveTo>
                    <a:pt x="20699" y="0"/>
                  </a:moveTo>
                  <a:lnTo>
                    <a:pt x="899" y="5"/>
                  </a:lnTo>
                  <a:cubicBezTo>
                    <a:pt x="402" y="5"/>
                    <a:pt x="0" y="603"/>
                    <a:pt x="0" y="1350"/>
                  </a:cubicBezTo>
                  <a:lnTo>
                    <a:pt x="0" y="20249"/>
                  </a:lnTo>
                  <a:cubicBezTo>
                    <a:pt x="0" y="20996"/>
                    <a:pt x="402" y="21599"/>
                    <a:pt x="899" y="21599"/>
                  </a:cubicBezTo>
                  <a:lnTo>
                    <a:pt x="20699" y="21599"/>
                  </a:lnTo>
                  <a:cubicBezTo>
                    <a:pt x="21197" y="21599"/>
                    <a:pt x="21600" y="20996"/>
                    <a:pt x="21600" y="20249"/>
                  </a:cubicBezTo>
                  <a:lnTo>
                    <a:pt x="21600" y="1350"/>
                  </a:lnTo>
                  <a:cubicBezTo>
                    <a:pt x="21600" y="603"/>
                    <a:pt x="21197" y="0"/>
                    <a:pt x="20699" y="0"/>
                  </a:cubicBezTo>
                </a:path>
              </a:pathLst>
            </a:custGeom>
            <a:grpFill/>
            <a:ln>
              <a:noFill/>
            </a:ln>
            <a:effectLst/>
            <a:extLst/>
          </p:spPr>
          <p:txBody>
            <a:bodyPr lIns="19050" tIns="19050" rIns="19050" bIns="19050" anchor="ctr"/>
            <a:lstStyle/>
            <a:p>
              <a:pPr marL="0" marR="0" lvl="0" indent="0" algn="ctr" defTabSz="228600" eaLnBrk="1" fontAlgn="base" latinLnBrk="0" hangingPunct="0">
                <a:lnSpc>
                  <a:spcPct val="100000"/>
                </a:lnSpc>
                <a:spcBef>
                  <a:spcPct val="0"/>
                </a:spcBef>
                <a:spcAft>
                  <a:spcPct val="0"/>
                </a:spcAft>
                <a:buClrTx/>
                <a:buSzTx/>
                <a:buFontTx/>
                <a:buNone/>
                <a:tabLst/>
                <a:defRPr/>
              </a:pPr>
              <a:endParaRPr kumimoji="0" lang="en-US" sz="1500" b="0" i="0" u="none" strike="noStrike" kern="0" cap="none" spc="0" normalizeH="0" baseline="0" noProof="0">
                <a:ln>
                  <a:noFill/>
                </a:ln>
                <a:solidFill>
                  <a:srgbClr val="FFFFFF"/>
                </a:solidFill>
                <a:effectLst>
                  <a:outerShdw blurRad="38100" dist="38100" dir="2700000" algn="tl">
                    <a:srgbClr val="000000"/>
                  </a:outerShdw>
                </a:effectLst>
                <a:uLnTx/>
                <a:uFillTx/>
                <a:latin typeface="Gill Sans" charset="0"/>
                <a:sym typeface="Gill Sans" charset="0"/>
              </a:endParaRPr>
            </a:p>
          </p:txBody>
        </p:sp>
        <p:sp>
          <p:nvSpPr>
            <p:cNvPr id="36" name="AutoShape 111">
              <a:extLst>
                <a:ext uri="{FF2B5EF4-FFF2-40B4-BE49-F238E27FC236}">
                  <a16:creationId xmlns:a16="http://schemas.microsoft.com/office/drawing/2014/main" xmlns="" id="{4124B546-BFD7-4929-83DE-6F4565D52A06}"/>
                </a:ext>
              </a:extLst>
            </p:cNvPr>
            <p:cNvSpPr>
              <a:spLocks/>
            </p:cNvSpPr>
            <p:nvPr/>
          </p:nvSpPr>
          <p:spPr bwMode="auto">
            <a:xfrm>
              <a:off x="5368132" y="3540125"/>
              <a:ext cx="465138" cy="435769"/>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20249" y="16562"/>
                  </a:moveTo>
                  <a:cubicBezTo>
                    <a:pt x="20249" y="16959"/>
                    <a:pt x="19946" y="17282"/>
                    <a:pt x="19575" y="17282"/>
                  </a:cubicBezTo>
                  <a:lnTo>
                    <a:pt x="13499" y="17282"/>
                  </a:lnTo>
                  <a:lnTo>
                    <a:pt x="8099" y="17282"/>
                  </a:lnTo>
                  <a:lnTo>
                    <a:pt x="2024" y="17282"/>
                  </a:lnTo>
                  <a:cubicBezTo>
                    <a:pt x="1651" y="17282"/>
                    <a:pt x="1349" y="16959"/>
                    <a:pt x="1349" y="16562"/>
                  </a:cubicBezTo>
                  <a:lnTo>
                    <a:pt x="1349" y="2160"/>
                  </a:lnTo>
                  <a:cubicBezTo>
                    <a:pt x="1349" y="1762"/>
                    <a:pt x="1651" y="1440"/>
                    <a:pt x="2024" y="1440"/>
                  </a:cubicBezTo>
                  <a:lnTo>
                    <a:pt x="19575" y="1440"/>
                  </a:lnTo>
                  <a:cubicBezTo>
                    <a:pt x="19946" y="1440"/>
                    <a:pt x="20249" y="1762"/>
                    <a:pt x="20249" y="2160"/>
                  </a:cubicBezTo>
                  <a:cubicBezTo>
                    <a:pt x="20249" y="2160"/>
                    <a:pt x="20249" y="16562"/>
                    <a:pt x="20249" y="16562"/>
                  </a:cubicBezTo>
                  <a:close/>
                  <a:moveTo>
                    <a:pt x="19575" y="0"/>
                  </a:moveTo>
                  <a:lnTo>
                    <a:pt x="2024" y="0"/>
                  </a:lnTo>
                  <a:cubicBezTo>
                    <a:pt x="905" y="0"/>
                    <a:pt x="0" y="966"/>
                    <a:pt x="0" y="2160"/>
                  </a:cubicBezTo>
                  <a:lnTo>
                    <a:pt x="0" y="16562"/>
                  </a:lnTo>
                  <a:cubicBezTo>
                    <a:pt x="0" y="17753"/>
                    <a:pt x="903" y="18718"/>
                    <a:pt x="2018" y="18721"/>
                  </a:cubicBezTo>
                  <a:lnTo>
                    <a:pt x="8774" y="18721"/>
                  </a:lnTo>
                  <a:lnTo>
                    <a:pt x="8774" y="19597"/>
                  </a:lnTo>
                  <a:lnTo>
                    <a:pt x="4561" y="20181"/>
                  </a:lnTo>
                  <a:cubicBezTo>
                    <a:pt x="4260" y="20262"/>
                    <a:pt x="4049" y="20549"/>
                    <a:pt x="4049" y="20879"/>
                  </a:cubicBezTo>
                  <a:cubicBezTo>
                    <a:pt x="4049" y="21277"/>
                    <a:pt x="4351" y="21599"/>
                    <a:pt x="4724" y="21599"/>
                  </a:cubicBezTo>
                  <a:lnTo>
                    <a:pt x="16874" y="21599"/>
                  </a:lnTo>
                  <a:cubicBezTo>
                    <a:pt x="17248" y="21599"/>
                    <a:pt x="17549" y="21277"/>
                    <a:pt x="17549" y="20879"/>
                  </a:cubicBezTo>
                  <a:cubicBezTo>
                    <a:pt x="17549" y="20549"/>
                    <a:pt x="17339" y="20262"/>
                    <a:pt x="17038" y="20181"/>
                  </a:cubicBezTo>
                  <a:lnTo>
                    <a:pt x="12824" y="19597"/>
                  </a:lnTo>
                  <a:lnTo>
                    <a:pt x="12824" y="18721"/>
                  </a:lnTo>
                  <a:lnTo>
                    <a:pt x="19581" y="18721"/>
                  </a:lnTo>
                  <a:cubicBezTo>
                    <a:pt x="20696" y="18718"/>
                    <a:pt x="21600" y="17753"/>
                    <a:pt x="21600" y="16562"/>
                  </a:cubicBezTo>
                  <a:lnTo>
                    <a:pt x="21600" y="2160"/>
                  </a:lnTo>
                  <a:cubicBezTo>
                    <a:pt x="21600" y="966"/>
                    <a:pt x="20692" y="0"/>
                    <a:pt x="19575" y="0"/>
                  </a:cubicBezTo>
                </a:path>
              </a:pathLst>
            </a:custGeom>
            <a:grpFill/>
            <a:ln>
              <a:noFill/>
            </a:ln>
            <a:effectLst/>
            <a:extLst/>
          </p:spPr>
          <p:txBody>
            <a:bodyPr lIns="19050" tIns="19050" rIns="19050" bIns="19050" anchor="ctr"/>
            <a:lstStyle/>
            <a:p>
              <a:pPr marL="0" marR="0" lvl="0" indent="0" algn="ctr" defTabSz="228600" eaLnBrk="1" fontAlgn="base" latinLnBrk="0" hangingPunct="0">
                <a:lnSpc>
                  <a:spcPct val="100000"/>
                </a:lnSpc>
                <a:spcBef>
                  <a:spcPct val="0"/>
                </a:spcBef>
                <a:spcAft>
                  <a:spcPct val="0"/>
                </a:spcAft>
                <a:buClrTx/>
                <a:buSzTx/>
                <a:buFontTx/>
                <a:buNone/>
                <a:tabLst/>
                <a:defRPr/>
              </a:pPr>
              <a:endParaRPr kumimoji="0" lang="en-US" sz="1500" b="0" i="0" u="none" strike="noStrike" kern="0" cap="none" spc="0" normalizeH="0" baseline="0" noProof="0">
                <a:ln>
                  <a:noFill/>
                </a:ln>
                <a:solidFill>
                  <a:srgbClr val="FFFFFF"/>
                </a:solidFill>
                <a:effectLst>
                  <a:outerShdw blurRad="38100" dist="38100" dir="2700000" algn="tl">
                    <a:srgbClr val="000000"/>
                  </a:outerShdw>
                </a:effectLst>
                <a:uLnTx/>
                <a:uFillTx/>
                <a:latin typeface="Gill Sans" charset="0"/>
                <a:sym typeface="Gill Sans" charset="0"/>
              </a:endParaRPr>
            </a:p>
          </p:txBody>
        </p:sp>
      </p:grpSp>
    </p:spTree>
    <p:extLst>
      <p:ext uri="{BB962C8B-B14F-4D97-AF65-F5344CB8AC3E}">
        <p14:creationId xmlns="" xmlns:p14="http://schemas.microsoft.com/office/powerpoint/2010/main" val="2514536633"/>
      </p:ext>
    </p:extLst>
  </p:cSld>
  <p:clrMapOvr>
    <a:masterClrMapping/>
  </p:clrMapOvr>
  <mc:AlternateContent xmlns:mc="http://schemas.openxmlformats.org/markup-compatibility/2006">
    <mc:Choice xmlns="" xmlns:p14="http://schemas.microsoft.com/office/powerpoint/2010/main" Requires="p14">
      <p:transition spd="slow" p14:dur="1600">
        <p14:conveyor dir="l"/>
      </p:transition>
    </mc:Choice>
    <mc:Fallback>
      <p:transition spd="slow">
        <p:fade/>
      </p:transition>
    </mc:Fallback>
  </mc:AlternateContent>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矩形 2">
            <a:extLst>
              <a:ext uri="{FF2B5EF4-FFF2-40B4-BE49-F238E27FC236}">
                <a16:creationId xmlns:a16="http://schemas.microsoft.com/office/drawing/2014/main" xmlns="" id="{6E4D1BDF-1238-42BA-94F5-21BF1CF0372D}"/>
              </a:ext>
            </a:extLst>
          </p:cNvPr>
          <p:cNvSpPr/>
          <p:nvPr/>
        </p:nvSpPr>
        <p:spPr>
          <a:xfrm>
            <a:off x="0" y="0"/>
            <a:ext cx="9144000" cy="2810194"/>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矩形 3">
            <a:extLst>
              <a:ext uri="{FF2B5EF4-FFF2-40B4-BE49-F238E27FC236}">
                <a16:creationId xmlns:a16="http://schemas.microsoft.com/office/drawing/2014/main" xmlns="" id="{82AD984A-7542-478E-BA3D-713A46CD0092}"/>
              </a:ext>
            </a:extLst>
          </p:cNvPr>
          <p:cNvSpPr/>
          <p:nvPr/>
        </p:nvSpPr>
        <p:spPr>
          <a:xfrm>
            <a:off x="268503" y="749128"/>
            <a:ext cx="8587946" cy="3645244"/>
          </a:xfrm>
          <a:prstGeom prst="rect">
            <a:avLst/>
          </a:prstGeom>
          <a:solidFill>
            <a:schemeClr val="bg1"/>
          </a:solidFill>
          <a:ln>
            <a:noFill/>
          </a:ln>
          <a:effectLst>
            <a:outerShdw blurRad="254000" dist="2540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文本框 5">
            <a:extLst>
              <a:ext uri="{FF2B5EF4-FFF2-40B4-BE49-F238E27FC236}">
                <a16:creationId xmlns:a16="http://schemas.microsoft.com/office/drawing/2014/main" xmlns="" id="{3AEEF0B3-7C7B-4852-95FF-BFD1FB4BD229}"/>
              </a:ext>
            </a:extLst>
          </p:cNvPr>
          <p:cNvSpPr txBox="1">
            <a:spLocks noChangeArrowheads="1"/>
          </p:cNvSpPr>
          <p:nvPr/>
        </p:nvSpPr>
        <p:spPr bwMode="auto">
          <a:xfrm>
            <a:off x="3556338" y="1888069"/>
            <a:ext cx="2031326" cy="646331"/>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a:spAutoFit/>
          </a:bodyPr>
          <a:lstStyle>
            <a:lvl1pPr>
              <a:defRPr sz="1300">
                <a:solidFill>
                  <a:schemeClr val="tx1"/>
                </a:solidFill>
                <a:latin typeface="Calibri Light" panose="020F0302020204030204" pitchFamily="34" charset="0"/>
                <a:ea typeface="方正宋刻本秀楷简体" panose="02000000000000000000" pitchFamily="2" charset="-122"/>
              </a:defRPr>
            </a:lvl1pPr>
            <a:lvl2pPr marL="742950" indent="-285750">
              <a:defRPr sz="1300">
                <a:solidFill>
                  <a:schemeClr val="tx1"/>
                </a:solidFill>
                <a:latin typeface="Calibri Light" panose="020F0302020204030204" pitchFamily="34" charset="0"/>
                <a:ea typeface="方正宋刻本秀楷简体" panose="02000000000000000000" pitchFamily="2" charset="-122"/>
              </a:defRPr>
            </a:lvl2pPr>
            <a:lvl3pPr marL="1143000" indent="-228600">
              <a:defRPr sz="1300">
                <a:solidFill>
                  <a:schemeClr val="tx1"/>
                </a:solidFill>
                <a:latin typeface="Calibri Light" panose="020F0302020204030204" pitchFamily="34" charset="0"/>
                <a:ea typeface="方正宋刻本秀楷简体" panose="02000000000000000000" pitchFamily="2" charset="-122"/>
              </a:defRPr>
            </a:lvl3pPr>
            <a:lvl4pPr marL="1600200" indent="-228600">
              <a:defRPr sz="1300">
                <a:solidFill>
                  <a:schemeClr val="tx1"/>
                </a:solidFill>
                <a:latin typeface="Calibri Light" panose="020F0302020204030204" pitchFamily="34" charset="0"/>
                <a:ea typeface="方正宋刻本秀楷简体" panose="02000000000000000000" pitchFamily="2" charset="-122"/>
              </a:defRPr>
            </a:lvl4pPr>
            <a:lvl5pPr marL="2057400" indent="-228600">
              <a:defRPr sz="1300">
                <a:solidFill>
                  <a:schemeClr val="tx1"/>
                </a:solidFill>
                <a:latin typeface="Calibri Light" panose="020F0302020204030204" pitchFamily="34" charset="0"/>
                <a:ea typeface="方正宋刻本秀楷简体" panose="02000000000000000000" pitchFamily="2" charset="-122"/>
              </a:defRPr>
            </a:lvl5pPr>
            <a:lvl6pPr marL="25146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6pPr>
            <a:lvl7pPr marL="29718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7pPr>
            <a:lvl8pPr marL="34290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8pPr>
            <a:lvl9pPr marL="38862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9pPr>
          </a:lstStyle>
          <a:p>
            <a:pPr lvl="0" algn="ctr" fontAlgn="base">
              <a:spcBef>
                <a:spcPct val="0"/>
              </a:spcBef>
              <a:spcAft>
                <a:spcPct val="0"/>
              </a:spcAft>
              <a:defRPr/>
            </a:pPr>
            <a:r>
              <a:rPr lang="zh-CN" altLang="en-US" sz="3600" b="1" dirty="0" smtClean="0">
                <a:solidFill>
                  <a:prstClr val="black">
                    <a:lumMod val="85000"/>
                    <a:lumOff val="15000"/>
                  </a:prstClr>
                </a:solidFill>
                <a:latin typeface="微软雅黑"/>
                <a:ea typeface="微软雅黑"/>
              </a:rPr>
              <a:t>相关工作</a:t>
            </a:r>
            <a:endParaRPr lang="zh-CN" altLang="en-US" sz="3600" b="1" dirty="0">
              <a:solidFill>
                <a:prstClr val="black">
                  <a:lumMod val="85000"/>
                  <a:lumOff val="15000"/>
                </a:prstClr>
              </a:solidFill>
              <a:latin typeface="微软雅黑"/>
              <a:ea typeface="微软雅黑"/>
            </a:endParaRPr>
          </a:p>
        </p:txBody>
      </p:sp>
      <p:cxnSp>
        <p:nvCxnSpPr>
          <p:cNvPr id="23" name="直接连接符 22">
            <a:extLst>
              <a:ext uri="{FF2B5EF4-FFF2-40B4-BE49-F238E27FC236}">
                <a16:creationId xmlns:a16="http://schemas.microsoft.com/office/drawing/2014/main" xmlns="" id="{5A29846D-E7EE-45F3-9A33-515E367DEED5}"/>
              </a:ext>
            </a:extLst>
          </p:cNvPr>
          <p:cNvCxnSpPr/>
          <p:nvPr/>
        </p:nvCxnSpPr>
        <p:spPr>
          <a:xfrm>
            <a:off x="4463537" y="2819169"/>
            <a:ext cx="216927" cy="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 xmlns:p14="http://schemas.microsoft.com/office/powerpoint/2010/main" val="3851058155"/>
      </p:ext>
    </p:extLst>
  </p:cSld>
  <p:clrMapOvr>
    <a:masterClrMapping/>
  </p:clrMapOvr>
  <mc:AlternateContent xmlns:mc="http://schemas.openxmlformats.org/markup-compatibility/2006">
    <mc:Choice xmlns="" xmlns:p14="http://schemas.microsoft.com/office/powerpoint/2010/main" Requires="p14">
      <p:transition spd="slow" p14:dur="1600">
        <p14:conveyor dir="l"/>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20"/>
                                        </p:tgtEl>
                                        <p:attrNameLst>
                                          <p:attrName>style.visibility</p:attrName>
                                        </p:attrNameLst>
                                      </p:cBhvr>
                                      <p:to>
                                        <p:strVal val="visible"/>
                                      </p:to>
                                    </p:set>
                                    <p:animEffect transition="in" filter="fade">
                                      <p:cBhvr>
                                        <p:cTn id="7" dur="500"/>
                                        <p:tgtEl>
                                          <p:spTgt spid="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 grpId="0"/>
    </p:bldLst>
  </p:timing>
</p:sld>
</file>

<file path=ppt/slides/slide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灯片编号占位符 1">
            <a:extLst>
              <a:ext uri="{FF2B5EF4-FFF2-40B4-BE49-F238E27FC236}">
                <a16:creationId xmlns:a16="http://schemas.microsoft.com/office/drawing/2014/main" xmlns="" id="{8F7CDB32-CE46-43FE-865A-AD720066713C}"/>
              </a:ext>
            </a:extLst>
          </p:cNvPr>
          <p:cNvSpPr>
            <a:spLocks noGrp="1"/>
          </p:cNvSpPr>
          <p:nvPr>
            <p:ph type="sldNum" sz="quarter" idx="12"/>
          </p:nvPr>
        </p:nvSpPr>
        <p:spPr/>
        <p:txBody>
          <a:bodyPr/>
          <a:lstStyle/>
          <a:p>
            <a:fld id="{ACBECEF1-1935-4692-9C86-5FD89D9EDF46}" type="slidenum">
              <a:rPr lang="zh-CN" altLang="en-US" smtClean="0"/>
              <a:pPr/>
              <a:t>6</a:t>
            </a:fld>
            <a:endParaRPr lang="zh-CN" altLang="en-US"/>
          </a:p>
        </p:txBody>
      </p:sp>
      <p:sp>
        <p:nvSpPr>
          <p:cNvPr id="19" name="椭圆 18"/>
          <p:cNvSpPr/>
          <p:nvPr/>
        </p:nvSpPr>
        <p:spPr>
          <a:xfrm rot="18900000">
            <a:off x="2345161" y="1075842"/>
            <a:ext cx="865723" cy="865722"/>
          </a:xfrm>
          <a:prstGeom prst="ellipse">
            <a:avLst/>
          </a:prstGeom>
          <a:solidFill>
            <a:srgbClr val="595959"/>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ctr"/>
          <a:lstStyle/>
          <a:p>
            <a:pPr algn="ctr"/>
            <a:endParaRPr lang="zh-CN" altLang="en-US">
              <a:solidFill>
                <a:schemeClr val="bg1"/>
              </a:solidFill>
            </a:endParaRPr>
          </a:p>
        </p:txBody>
      </p:sp>
      <p:sp>
        <p:nvSpPr>
          <p:cNvPr id="20" name="圆角矩形 3"/>
          <p:cNvSpPr/>
          <p:nvPr/>
        </p:nvSpPr>
        <p:spPr>
          <a:xfrm>
            <a:off x="2398549" y="1132069"/>
            <a:ext cx="758947" cy="758946"/>
          </a:xfrm>
          <a:prstGeom prst="roundRect">
            <a:avLst>
              <a:gd name="adj" fmla="val 50000"/>
            </a:avLst>
          </a:prstGeom>
          <a:solidFill>
            <a:schemeClr val="accent1">
              <a:lumMod val="90000"/>
              <a:lumOff val="10000"/>
            </a:schemeClr>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ctr"/>
          <a:lstStyle/>
          <a:p>
            <a:pPr algn="ctr"/>
            <a:endParaRPr lang="zh-CN" altLang="en-US">
              <a:solidFill>
                <a:schemeClr val="bg1"/>
              </a:solidFill>
            </a:endParaRPr>
          </a:p>
        </p:txBody>
      </p:sp>
      <p:sp>
        <p:nvSpPr>
          <p:cNvPr id="28" name="椭圆 27"/>
          <p:cNvSpPr/>
          <p:nvPr/>
        </p:nvSpPr>
        <p:spPr>
          <a:xfrm rot="249256">
            <a:off x="2946333" y="2258114"/>
            <a:ext cx="865723" cy="865722"/>
          </a:xfrm>
          <a:prstGeom prst="ellipse">
            <a:avLst/>
          </a:prstGeom>
          <a:solidFill>
            <a:srgbClr val="595959"/>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ctr"/>
          <a:lstStyle/>
          <a:p>
            <a:pPr algn="ctr"/>
            <a:endParaRPr lang="zh-CN" altLang="en-US">
              <a:solidFill>
                <a:schemeClr val="bg1"/>
              </a:solidFill>
            </a:endParaRPr>
          </a:p>
        </p:txBody>
      </p:sp>
      <p:sp>
        <p:nvSpPr>
          <p:cNvPr id="29" name="圆角矩形 3"/>
          <p:cNvSpPr/>
          <p:nvPr/>
        </p:nvSpPr>
        <p:spPr>
          <a:xfrm rot="2949256">
            <a:off x="2997573" y="2313359"/>
            <a:ext cx="758947" cy="758946"/>
          </a:xfrm>
          <a:prstGeom prst="roundRect">
            <a:avLst>
              <a:gd name="adj" fmla="val 50000"/>
            </a:avLst>
          </a:prstGeom>
          <a:solidFill>
            <a:schemeClr val="accent1">
              <a:lumMod val="90000"/>
              <a:lumOff val="10000"/>
            </a:schemeClr>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ctr"/>
          <a:lstStyle/>
          <a:p>
            <a:pPr algn="ctr"/>
            <a:endParaRPr lang="zh-CN" altLang="en-US">
              <a:solidFill>
                <a:schemeClr val="bg1"/>
              </a:solidFill>
            </a:endParaRPr>
          </a:p>
        </p:txBody>
      </p:sp>
      <p:sp>
        <p:nvSpPr>
          <p:cNvPr id="30" name="椭圆 29"/>
          <p:cNvSpPr/>
          <p:nvPr/>
        </p:nvSpPr>
        <p:spPr>
          <a:xfrm rot="3369963">
            <a:off x="2436959" y="3525797"/>
            <a:ext cx="865723" cy="865722"/>
          </a:xfrm>
          <a:prstGeom prst="ellipse">
            <a:avLst/>
          </a:prstGeom>
          <a:solidFill>
            <a:srgbClr val="595959"/>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ctr"/>
          <a:lstStyle/>
          <a:p>
            <a:pPr algn="ctr"/>
            <a:endParaRPr lang="zh-CN" altLang="en-US">
              <a:solidFill>
                <a:schemeClr val="bg1"/>
              </a:solidFill>
            </a:endParaRPr>
          </a:p>
        </p:txBody>
      </p:sp>
      <p:sp>
        <p:nvSpPr>
          <p:cNvPr id="31" name="圆角矩形 3"/>
          <p:cNvSpPr/>
          <p:nvPr/>
        </p:nvSpPr>
        <p:spPr>
          <a:xfrm rot="6069963">
            <a:off x="2487561" y="3578635"/>
            <a:ext cx="758947" cy="758946"/>
          </a:xfrm>
          <a:prstGeom prst="roundRect">
            <a:avLst>
              <a:gd name="adj" fmla="val 50000"/>
            </a:avLst>
          </a:prstGeom>
          <a:solidFill>
            <a:schemeClr val="accent1">
              <a:lumMod val="90000"/>
              <a:lumOff val="10000"/>
            </a:schemeClr>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ctr"/>
          <a:lstStyle/>
          <a:p>
            <a:pPr algn="ctr"/>
            <a:endParaRPr lang="zh-CN" altLang="en-US">
              <a:solidFill>
                <a:schemeClr val="bg1"/>
              </a:solidFill>
            </a:endParaRPr>
          </a:p>
        </p:txBody>
      </p:sp>
      <p:grpSp>
        <p:nvGrpSpPr>
          <p:cNvPr id="32" name="组合 31"/>
          <p:cNvGrpSpPr/>
          <p:nvPr/>
        </p:nvGrpSpPr>
        <p:grpSpPr>
          <a:xfrm>
            <a:off x="2167925" y="953680"/>
            <a:ext cx="1762372" cy="3554333"/>
            <a:chOff x="3250518" y="1419902"/>
            <a:chExt cx="2349829" cy="4739111"/>
          </a:xfrm>
        </p:grpSpPr>
        <p:grpSp>
          <p:nvGrpSpPr>
            <p:cNvPr id="33" name="组合 32"/>
            <p:cNvGrpSpPr/>
            <p:nvPr/>
          </p:nvGrpSpPr>
          <p:grpSpPr>
            <a:xfrm>
              <a:off x="3250518" y="1419902"/>
              <a:ext cx="1545904" cy="1725329"/>
              <a:chOff x="3249508" y="1667911"/>
              <a:chExt cx="1339487" cy="1494955"/>
            </a:xfrm>
          </p:grpSpPr>
          <p:sp>
            <p:nvSpPr>
              <p:cNvPr id="42" name="任意多边形: 形状 27"/>
              <p:cNvSpPr/>
              <p:nvPr/>
            </p:nvSpPr>
            <p:spPr>
              <a:xfrm rot="388124">
                <a:off x="3305453" y="1667911"/>
                <a:ext cx="1283542" cy="1283542"/>
              </a:xfrm>
              <a:custGeom>
                <a:avLst/>
                <a:gdLst>
                  <a:gd name="connsiteX0" fmla="*/ 641771 w 1283542"/>
                  <a:gd name="connsiteY0" fmla="*/ 0 h 1283542"/>
                  <a:gd name="connsiteX1" fmla="*/ 1283542 w 1283542"/>
                  <a:gd name="connsiteY1" fmla="*/ 641771 h 1283542"/>
                  <a:gd name="connsiteX2" fmla="*/ 641771 w 1283542"/>
                  <a:gd name="connsiteY2" fmla="*/ 1283542 h 1283542"/>
                  <a:gd name="connsiteX3" fmla="*/ 391965 w 1283542"/>
                  <a:gd name="connsiteY3" fmla="*/ 1233109 h 1283542"/>
                  <a:gd name="connsiteX4" fmla="*/ 310605 w 1283542"/>
                  <a:gd name="connsiteY4" fmla="*/ 1188948 h 1283542"/>
                  <a:gd name="connsiteX5" fmla="*/ 338726 w 1283542"/>
                  <a:gd name="connsiteY5" fmla="*/ 1152658 h 1283542"/>
                  <a:gd name="connsiteX6" fmla="*/ 297317 w 1283542"/>
                  <a:gd name="connsiteY6" fmla="*/ 1120570 h 1283542"/>
                  <a:gd name="connsiteX7" fmla="*/ 266487 w 1283542"/>
                  <a:gd name="connsiteY7" fmla="*/ 1160354 h 1283542"/>
                  <a:gd name="connsiteX8" fmla="*/ 187971 w 1283542"/>
                  <a:gd name="connsiteY8" fmla="*/ 1095572 h 1283542"/>
                  <a:gd name="connsiteX9" fmla="*/ 0 w 1283542"/>
                  <a:gd name="connsiteY9" fmla="*/ 641771 h 1283542"/>
                  <a:gd name="connsiteX10" fmla="*/ 641771 w 1283542"/>
                  <a:gd name="connsiteY10" fmla="*/ 0 h 1283542"/>
                  <a:gd name="connsiteX0" fmla="*/ 641771 w 1283542"/>
                  <a:gd name="connsiteY0" fmla="*/ 0 h 1283542"/>
                  <a:gd name="connsiteX1" fmla="*/ 1283542 w 1283542"/>
                  <a:gd name="connsiteY1" fmla="*/ 641771 h 1283542"/>
                  <a:gd name="connsiteX2" fmla="*/ 641771 w 1283542"/>
                  <a:gd name="connsiteY2" fmla="*/ 1283542 h 1283542"/>
                  <a:gd name="connsiteX3" fmla="*/ 391965 w 1283542"/>
                  <a:gd name="connsiteY3" fmla="*/ 1233109 h 1283542"/>
                  <a:gd name="connsiteX4" fmla="*/ 310605 w 1283542"/>
                  <a:gd name="connsiteY4" fmla="*/ 1188948 h 1283542"/>
                  <a:gd name="connsiteX5" fmla="*/ 297317 w 1283542"/>
                  <a:gd name="connsiteY5" fmla="*/ 1120570 h 1283542"/>
                  <a:gd name="connsiteX6" fmla="*/ 266487 w 1283542"/>
                  <a:gd name="connsiteY6" fmla="*/ 1160354 h 1283542"/>
                  <a:gd name="connsiteX7" fmla="*/ 187971 w 1283542"/>
                  <a:gd name="connsiteY7" fmla="*/ 1095572 h 1283542"/>
                  <a:gd name="connsiteX8" fmla="*/ 0 w 1283542"/>
                  <a:gd name="connsiteY8" fmla="*/ 641771 h 1283542"/>
                  <a:gd name="connsiteX9" fmla="*/ 641771 w 1283542"/>
                  <a:gd name="connsiteY9" fmla="*/ 0 h 1283542"/>
                  <a:gd name="connsiteX0" fmla="*/ 641771 w 1283542"/>
                  <a:gd name="connsiteY0" fmla="*/ 0 h 1283542"/>
                  <a:gd name="connsiteX1" fmla="*/ 1283542 w 1283542"/>
                  <a:gd name="connsiteY1" fmla="*/ 641771 h 1283542"/>
                  <a:gd name="connsiteX2" fmla="*/ 641771 w 1283542"/>
                  <a:gd name="connsiteY2" fmla="*/ 1283542 h 1283542"/>
                  <a:gd name="connsiteX3" fmla="*/ 391965 w 1283542"/>
                  <a:gd name="connsiteY3" fmla="*/ 1233109 h 1283542"/>
                  <a:gd name="connsiteX4" fmla="*/ 310605 w 1283542"/>
                  <a:gd name="connsiteY4" fmla="*/ 1188948 h 1283542"/>
                  <a:gd name="connsiteX5" fmla="*/ 266487 w 1283542"/>
                  <a:gd name="connsiteY5" fmla="*/ 1160354 h 1283542"/>
                  <a:gd name="connsiteX6" fmla="*/ 187971 w 1283542"/>
                  <a:gd name="connsiteY6" fmla="*/ 1095572 h 1283542"/>
                  <a:gd name="connsiteX7" fmla="*/ 0 w 1283542"/>
                  <a:gd name="connsiteY7" fmla="*/ 641771 h 1283542"/>
                  <a:gd name="connsiteX8" fmla="*/ 641771 w 1283542"/>
                  <a:gd name="connsiteY8" fmla="*/ 0 h 1283542"/>
                  <a:gd name="connsiteX0" fmla="*/ 310605 w 1283542"/>
                  <a:gd name="connsiteY0" fmla="*/ 1188948 h 1283542"/>
                  <a:gd name="connsiteX1" fmla="*/ 266487 w 1283542"/>
                  <a:gd name="connsiteY1" fmla="*/ 1160354 h 1283542"/>
                  <a:gd name="connsiteX2" fmla="*/ 187971 w 1283542"/>
                  <a:gd name="connsiteY2" fmla="*/ 1095572 h 1283542"/>
                  <a:gd name="connsiteX3" fmla="*/ 0 w 1283542"/>
                  <a:gd name="connsiteY3" fmla="*/ 641771 h 1283542"/>
                  <a:gd name="connsiteX4" fmla="*/ 641771 w 1283542"/>
                  <a:gd name="connsiteY4" fmla="*/ 0 h 1283542"/>
                  <a:gd name="connsiteX5" fmla="*/ 1283542 w 1283542"/>
                  <a:gd name="connsiteY5" fmla="*/ 641771 h 1283542"/>
                  <a:gd name="connsiteX6" fmla="*/ 641771 w 1283542"/>
                  <a:gd name="connsiteY6" fmla="*/ 1283542 h 1283542"/>
                  <a:gd name="connsiteX7" fmla="*/ 391965 w 1283542"/>
                  <a:gd name="connsiteY7" fmla="*/ 1233109 h 1283542"/>
                  <a:gd name="connsiteX8" fmla="*/ 402045 w 1283542"/>
                  <a:gd name="connsiteY8" fmla="*/ 1280388 h 1283542"/>
                  <a:gd name="connsiteX0" fmla="*/ 310605 w 1283542"/>
                  <a:gd name="connsiteY0" fmla="*/ 1188948 h 1283542"/>
                  <a:gd name="connsiteX1" fmla="*/ 266487 w 1283542"/>
                  <a:gd name="connsiteY1" fmla="*/ 1160354 h 1283542"/>
                  <a:gd name="connsiteX2" fmla="*/ 187971 w 1283542"/>
                  <a:gd name="connsiteY2" fmla="*/ 1095572 h 1283542"/>
                  <a:gd name="connsiteX3" fmla="*/ 0 w 1283542"/>
                  <a:gd name="connsiteY3" fmla="*/ 641771 h 1283542"/>
                  <a:gd name="connsiteX4" fmla="*/ 641771 w 1283542"/>
                  <a:gd name="connsiteY4" fmla="*/ 0 h 1283542"/>
                  <a:gd name="connsiteX5" fmla="*/ 1283542 w 1283542"/>
                  <a:gd name="connsiteY5" fmla="*/ 641771 h 1283542"/>
                  <a:gd name="connsiteX6" fmla="*/ 641771 w 1283542"/>
                  <a:gd name="connsiteY6" fmla="*/ 1283542 h 1283542"/>
                  <a:gd name="connsiteX7" fmla="*/ 391965 w 1283542"/>
                  <a:gd name="connsiteY7" fmla="*/ 1233109 h 12835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83542" h="1283542">
                    <a:moveTo>
                      <a:pt x="310605" y="1188948"/>
                    </a:moveTo>
                    <a:lnTo>
                      <a:pt x="266487" y="1160354"/>
                    </a:lnTo>
                    <a:lnTo>
                      <a:pt x="187971" y="1095572"/>
                    </a:lnTo>
                    <a:cubicBezTo>
                      <a:pt x="71833" y="979434"/>
                      <a:pt x="0" y="818991"/>
                      <a:pt x="0" y="641771"/>
                    </a:cubicBezTo>
                    <a:cubicBezTo>
                      <a:pt x="0" y="287331"/>
                      <a:pt x="287331" y="0"/>
                      <a:pt x="641771" y="0"/>
                    </a:cubicBezTo>
                    <a:cubicBezTo>
                      <a:pt x="996211" y="0"/>
                      <a:pt x="1283542" y="287331"/>
                      <a:pt x="1283542" y="641771"/>
                    </a:cubicBezTo>
                    <a:cubicBezTo>
                      <a:pt x="1283542" y="996211"/>
                      <a:pt x="996211" y="1283542"/>
                      <a:pt x="641771" y="1283542"/>
                    </a:cubicBezTo>
                    <a:cubicBezTo>
                      <a:pt x="553161" y="1283542"/>
                      <a:pt x="468745" y="1265584"/>
                      <a:pt x="391965" y="1233109"/>
                    </a:cubicBezTo>
                  </a:path>
                </a:pathLst>
              </a:custGeom>
              <a:noFill/>
              <a:ln w="19050">
                <a:solidFill>
                  <a:srgbClr val="595959"/>
                </a:solid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dirty="0">
                  <a:solidFill>
                    <a:schemeClr val="bg1"/>
                  </a:solidFill>
                </a:endParaRPr>
              </a:p>
            </p:txBody>
          </p:sp>
          <p:sp>
            <p:nvSpPr>
              <p:cNvPr id="46" name="椭圆 45"/>
              <p:cNvSpPr/>
              <p:nvPr/>
            </p:nvSpPr>
            <p:spPr>
              <a:xfrm>
                <a:off x="3249508" y="3023166"/>
                <a:ext cx="139700" cy="139700"/>
              </a:xfrm>
              <a:prstGeom prst="ellipse">
                <a:avLst/>
              </a:prstGeom>
              <a:noFill/>
              <a:ln w="19050">
                <a:solidFill>
                  <a:srgbClr val="595959"/>
                </a:solid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dirty="0">
                  <a:solidFill>
                    <a:schemeClr val="bg1"/>
                  </a:solidFill>
                </a:endParaRPr>
              </a:p>
            </p:txBody>
          </p:sp>
          <p:cxnSp>
            <p:nvCxnSpPr>
              <p:cNvPr id="55" name="直接连接符 54"/>
              <p:cNvCxnSpPr/>
              <p:nvPr/>
            </p:nvCxnSpPr>
            <p:spPr>
              <a:xfrm flipH="1">
                <a:off x="3364229" y="2805302"/>
                <a:ext cx="192611" cy="230846"/>
              </a:xfrm>
              <a:prstGeom prst="line">
                <a:avLst/>
              </a:prstGeom>
              <a:noFill/>
              <a:ln w="19050">
                <a:solidFill>
                  <a:srgbClr val="595959"/>
                </a:solidFill>
              </a:ln>
              <a:effectLst/>
            </p:spPr>
            <p:style>
              <a:lnRef idx="2">
                <a:schemeClr val="accent1">
                  <a:shade val="50000"/>
                </a:schemeClr>
              </a:lnRef>
              <a:fillRef idx="1">
                <a:schemeClr val="accent1"/>
              </a:fillRef>
              <a:effectRef idx="0">
                <a:schemeClr val="accent1"/>
              </a:effectRef>
              <a:fontRef idx="minor">
                <a:schemeClr val="lt1"/>
              </a:fontRef>
            </p:style>
          </p:cxnSp>
        </p:grpSp>
        <p:sp>
          <p:nvSpPr>
            <p:cNvPr id="34" name="任意多边形: 形状 13"/>
            <p:cNvSpPr/>
            <p:nvPr/>
          </p:nvSpPr>
          <p:spPr>
            <a:xfrm>
              <a:off x="3388049" y="3125619"/>
              <a:ext cx="285813" cy="505669"/>
            </a:xfrm>
            <a:custGeom>
              <a:avLst/>
              <a:gdLst>
                <a:gd name="connsiteX0" fmla="*/ 0 w 247650"/>
                <a:gd name="connsiteY0" fmla="*/ 0 h 438150"/>
                <a:gd name="connsiteX1" fmla="*/ 146050 w 247650"/>
                <a:gd name="connsiteY1" fmla="*/ 180975 h 438150"/>
                <a:gd name="connsiteX2" fmla="*/ 247650 w 247650"/>
                <a:gd name="connsiteY2" fmla="*/ 438150 h 438150"/>
                <a:gd name="connsiteX0" fmla="*/ 0 w 247650"/>
                <a:gd name="connsiteY0" fmla="*/ 0 h 438150"/>
                <a:gd name="connsiteX1" fmla="*/ 146050 w 247650"/>
                <a:gd name="connsiteY1" fmla="*/ 180975 h 438150"/>
                <a:gd name="connsiteX2" fmla="*/ 247650 w 247650"/>
                <a:gd name="connsiteY2" fmla="*/ 438150 h 438150"/>
              </a:gdLst>
              <a:ahLst/>
              <a:cxnLst>
                <a:cxn ang="0">
                  <a:pos x="connsiteX0" y="connsiteY0"/>
                </a:cxn>
                <a:cxn ang="0">
                  <a:pos x="connsiteX1" y="connsiteY1"/>
                </a:cxn>
                <a:cxn ang="0">
                  <a:pos x="connsiteX2" y="connsiteY2"/>
                </a:cxn>
              </a:cxnLst>
              <a:rect l="l" t="t" r="r" b="b"/>
              <a:pathLst>
                <a:path w="247650" h="438150">
                  <a:moveTo>
                    <a:pt x="0" y="0"/>
                  </a:moveTo>
                  <a:cubicBezTo>
                    <a:pt x="52387" y="53975"/>
                    <a:pt x="104775" y="107950"/>
                    <a:pt x="146050" y="180975"/>
                  </a:cubicBezTo>
                  <a:cubicBezTo>
                    <a:pt x="187325" y="254000"/>
                    <a:pt x="224630" y="341313"/>
                    <a:pt x="247650" y="438150"/>
                  </a:cubicBezTo>
                </a:path>
              </a:pathLst>
            </a:custGeom>
            <a:noFill/>
            <a:ln w="19050">
              <a:solidFill>
                <a:srgbClr val="595959"/>
              </a:solid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solidFill>
                  <a:schemeClr val="bg1"/>
                </a:solidFill>
              </a:endParaRPr>
            </a:p>
          </p:txBody>
        </p:sp>
        <p:sp>
          <p:nvSpPr>
            <p:cNvPr id="35" name="任意多边形: 形状 34"/>
            <p:cNvSpPr/>
            <p:nvPr/>
          </p:nvSpPr>
          <p:spPr>
            <a:xfrm rot="3337380">
              <a:off x="4119010" y="2989819"/>
              <a:ext cx="1481338" cy="1481337"/>
            </a:xfrm>
            <a:custGeom>
              <a:avLst/>
              <a:gdLst>
                <a:gd name="connsiteX0" fmla="*/ 641771 w 1283542"/>
                <a:gd name="connsiteY0" fmla="*/ 0 h 1283542"/>
                <a:gd name="connsiteX1" fmla="*/ 1283542 w 1283542"/>
                <a:gd name="connsiteY1" fmla="*/ 641771 h 1283542"/>
                <a:gd name="connsiteX2" fmla="*/ 641771 w 1283542"/>
                <a:gd name="connsiteY2" fmla="*/ 1283542 h 1283542"/>
                <a:gd name="connsiteX3" fmla="*/ 391965 w 1283542"/>
                <a:gd name="connsiteY3" fmla="*/ 1233109 h 1283542"/>
                <a:gd name="connsiteX4" fmla="*/ 310605 w 1283542"/>
                <a:gd name="connsiteY4" fmla="*/ 1188948 h 1283542"/>
                <a:gd name="connsiteX5" fmla="*/ 338726 w 1283542"/>
                <a:gd name="connsiteY5" fmla="*/ 1152658 h 1283542"/>
                <a:gd name="connsiteX6" fmla="*/ 297317 w 1283542"/>
                <a:gd name="connsiteY6" fmla="*/ 1120570 h 1283542"/>
                <a:gd name="connsiteX7" fmla="*/ 266487 w 1283542"/>
                <a:gd name="connsiteY7" fmla="*/ 1160354 h 1283542"/>
                <a:gd name="connsiteX8" fmla="*/ 187971 w 1283542"/>
                <a:gd name="connsiteY8" fmla="*/ 1095572 h 1283542"/>
                <a:gd name="connsiteX9" fmla="*/ 0 w 1283542"/>
                <a:gd name="connsiteY9" fmla="*/ 641771 h 1283542"/>
                <a:gd name="connsiteX10" fmla="*/ 641771 w 1283542"/>
                <a:gd name="connsiteY10" fmla="*/ 0 h 1283542"/>
                <a:gd name="connsiteX0" fmla="*/ 641771 w 1283542"/>
                <a:gd name="connsiteY0" fmla="*/ 0 h 1283542"/>
                <a:gd name="connsiteX1" fmla="*/ 1283542 w 1283542"/>
                <a:gd name="connsiteY1" fmla="*/ 641771 h 1283542"/>
                <a:gd name="connsiteX2" fmla="*/ 641771 w 1283542"/>
                <a:gd name="connsiteY2" fmla="*/ 1283542 h 1283542"/>
                <a:gd name="connsiteX3" fmla="*/ 391965 w 1283542"/>
                <a:gd name="connsiteY3" fmla="*/ 1233109 h 1283542"/>
                <a:gd name="connsiteX4" fmla="*/ 310605 w 1283542"/>
                <a:gd name="connsiteY4" fmla="*/ 1188948 h 1283542"/>
                <a:gd name="connsiteX5" fmla="*/ 297317 w 1283542"/>
                <a:gd name="connsiteY5" fmla="*/ 1120570 h 1283542"/>
                <a:gd name="connsiteX6" fmla="*/ 266487 w 1283542"/>
                <a:gd name="connsiteY6" fmla="*/ 1160354 h 1283542"/>
                <a:gd name="connsiteX7" fmla="*/ 187971 w 1283542"/>
                <a:gd name="connsiteY7" fmla="*/ 1095572 h 1283542"/>
                <a:gd name="connsiteX8" fmla="*/ 0 w 1283542"/>
                <a:gd name="connsiteY8" fmla="*/ 641771 h 1283542"/>
                <a:gd name="connsiteX9" fmla="*/ 641771 w 1283542"/>
                <a:gd name="connsiteY9" fmla="*/ 0 h 1283542"/>
                <a:gd name="connsiteX0" fmla="*/ 641771 w 1283542"/>
                <a:gd name="connsiteY0" fmla="*/ 0 h 1283542"/>
                <a:gd name="connsiteX1" fmla="*/ 1283542 w 1283542"/>
                <a:gd name="connsiteY1" fmla="*/ 641771 h 1283542"/>
                <a:gd name="connsiteX2" fmla="*/ 641771 w 1283542"/>
                <a:gd name="connsiteY2" fmla="*/ 1283542 h 1283542"/>
                <a:gd name="connsiteX3" fmla="*/ 391965 w 1283542"/>
                <a:gd name="connsiteY3" fmla="*/ 1233109 h 1283542"/>
                <a:gd name="connsiteX4" fmla="*/ 310605 w 1283542"/>
                <a:gd name="connsiteY4" fmla="*/ 1188948 h 1283542"/>
                <a:gd name="connsiteX5" fmla="*/ 266487 w 1283542"/>
                <a:gd name="connsiteY5" fmla="*/ 1160354 h 1283542"/>
                <a:gd name="connsiteX6" fmla="*/ 187971 w 1283542"/>
                <a:gd name="connsiteY6" fmla="*/ 1095572 h 1283542"/>
                <a:gd name="connsiteX7" fmla="*/ 0 w 1283542"/>
                <a:gd name="connsiteY7" fmla="*/ 641771 h 1283542"/>
                <a:gd name="connsiteX8" fmla="*/ 641771 w 1283542"/>
                <a:gd name="connsiteY8" fmla="*/ 0 h 1283542"/>
                <a:gd name="connsiteX0" fmla="*/ 310605 w 1283542"/>
                <a:gd name="connsiteY0" fmla="*/ 1188948 h 1283542"/>
                <a:gd name="connsiteX1" fmla="*/ 266487 w 1283542"/>
                <a:gd name="connsiteY1" fmla="*/ 1160354 h 1283542"/>
                <a:gd name="connsiteX2" fmla="*/ 187971 w 1283542"/>
                <a:gd name="connsiteY2" fmla="*/ 1095572 h 1283542"/>
                <a:gd name="connsiteX3" fmla="*/ 0 w 1283542"/>
                <a:gd name="connsiteY3" fmla="*/ 641771 h 1283542"/>
                <a:gd name="connsiteX4" fmla="*/ 641771 w 1283542"/>
                <a:gd name="connsiteY4" fmla="*/ 0 h 1283542"/>
                <a:gd name="connsiteX5" fmla="*/ 1283542 w 1283542"/>
                <a:gd name="connsiteY5" fmla="*/ 641771 h 1283542"/>
                <a:gd name="connsiteX6" fmla="*/ 641771 w 1283542"/>
                <a:gd name="connsiteY6" fmla="*/ 1283542 h 1283542"/>
                <a:gd name="connsiteX7" fmla="*/ 391965 w 1283542"/>
                <a:gd name="connsiteY7" fmla="*/ 1233109 h 1283542"/>
                <a:gd name="connsiteX8" fmla="*/ 402045 w 1283542"/>
                <a:gd name="connsiteY8" fmla="*/ 1280388 h 1283542"/>
                <a:gd name="connsiteX0" fmla="*/ 310605 w 1283542"/>
                <a:gd name="connsiteY0" fmla="*/ 1188948 h 1283542"/>
                <a:gd name="connsiteX1" fmla="*/ 266487 w 1283542"/>
                <a:gd name="connsiteY1" fmla="*/ 1160354 h 1283542"/>
                <a:gd name="connsiteX2" fmla="*/ 187971 w 1283542"/>
                <a:gd name="connsiteY2" fmla="*/ 1095572 h 1283542"/>
                <a:gd name="connsiteX3" fmla="*/ 0 w 1283542"/>
                <a:gd name="connsiteY3" fmla="*/ 641771 h 1283542"/>
                <a:gd name="connsiteX4" fmla="*/ 641771 w 1283542"/>
                <a:gd name="connsiteY4" fmla="*/ 0 h 1283542"/>
                <a:gd name="connsiteX5" fmla="*/ 1283542 w 1283542"/>
                <a:gd name="connsiteY5" fmla="*/ 641771 h 1283542"/>
                <a:gd name="connsiteX6" fmla="*/ 641771 w 1283542"/>
                <a:gd name="connsiteY6" fmla="*/ 1283542 h 1283542"/>
                <a:gd name="connsiteX7" fmla="*/ 391965 w 1283542"/>
                <a:gd name="connsiteY7" fmla="*/ 1233109 h 12835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83542" h="1283542">
                  <a:moveTo>
                    <a:pt x="310605" y="1188948"/>
                  </a:moveTo>
                  <a:lnTo>
                    <a:pt x="266487" y="1160354"/>
                  </a:lnTo>
                  <a:lnTo>
                    <a:pt x="187971" y="1095572"/>
                  </a:lnTo>
                  <a:cubicBezTo>
                    <a:pt x="71833" y="979434"/>
                    <a:pt x="0" y="818991"/>
                    <a:pt x="0" y="641771"/>
                  </a:cubicBezTo>
                  <a:cubicBezTo>
                    <a:pt x="0" y="287331"/>
                    <a:pt x="287331" y="0"/>
                    <a:pt x="641771" y="0"/>
                  </a:cubicBezTo>
                  <a:cubicBezTo>
                    <a:pt x="996211" y="0"/>
                    <a:pt x="1283542" y="287331"/>
                    <a:pt x="1283542" y="641771"/>
                  </a:cubicBezTo>
                  <a:cubicBezTo>
                    <a:pt x="1283542" y="996211"/>
                    <a:pt x="996211" y="1283542"/>
                    <a:pt x="641771" y="1283542"/>
                  </a:cubicBezTo>
                  <a:cubicBezTo>
                    <a:pt x="553161" y="1283542"/>
                    <a:pt x="468745" y="1265584"/>
                    <a:pt x="391965" y="1233109"/>
                  </a:cubicBezTo>
                </a:path>
              </a:pathLst>
            </a:custGeom>
            <a:noFill/>
            <a:ln w="19050">
              <a:solidFill>
                <a:srgbClr val="595959"/>
              </a:solid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solidFill>
                  <a:schemeClr val="bg1"/>
                </a:solidFill>
              </a:endParaRPr>
            </a:p>
          </p:txBody>
        </p:sp>
        <p:sp>
          <p:nvSpPr>
            <p:cNvPr id="36" name="椭圆 35"/>
            <p:cNvSpPr/>
            <p:nvPr/>
          </p:nvSpPr>
          <p:spPr>
            <a:xfrm rot="2949256">
              <a:off x="3621258" y="3692986"/>
              <a:ext cx="161228" cy="161228"/>
            </a:xfrm>
            <a:prstGeom prst="ellipse">
              <a:avLst/>
            </a:prstGeom>
            <a:noFill/>
            <a:ln w="19050">
              <a:solidFill>
                <a:srgbClr val="595959"/>
              </a:solid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dirty="0">
                <a:solidFill>
                  <a:schemeClr val="bg1"/>
                </a:solidFill>
              </a:endParaRPr>
            </a:p>
          </p:txBody>
        </p:sp>
        <p:cxnSp>
          <p:nvCxnSpPr>
            <p:cNvPr id="37" name="直接连接符 36"/>
            <p:cNvCxnSpPr/>
            <p:nvPr/>
          </p:nvCxnSpPr>
          <p:spPr>
            <a:xfrm rot="2949256" flipH="1">
              <a:off x="3847705" y="3633597"/>
              <a:ext cx="222293" cy="266420"/>
            </a:xfrm>
            <a:prstGeom prst="line">
              <a:avLst/>
            </a:prstGeom>
            <a:noFill/>
            <a:ln w="19050">
              <a:solidFill>
                <a:srgbClr val="595959"/>
              </a:solidFill>
            </a:ln>
            <a:effectLst/>
          </p:spPr>
          <p:style>
            <a:lnRef idx="2">
              <a:schemeClr val="accent1">
                <a:shade val="50000"/>
              </a:schemeClr>
            </a:lnRef>
            <a:fillRef idx="1">
              <a:schemeClr val="accent1"/>
            </a:fillRef>
            <a:effectRef idx="0">
              <a:schemeClr val="accent1"/>
            </a:effectRef>
            <a:fontRef idx="minor">
              <a:schemeClr val="lt1"/>
            </a:fontRef>
          </p:style>
        </p:cxnSp>
        <p:sp>
          <p:nvSpPr>
            <p:cNvPr id="38" name="任意多边形: 形状 33"/>
            <p:cNvSpPr/>
            <p:nvPr/>
          </p:nvSpPr>
          <p:spPr>
            <a:xfrm rot="2949256">
              <a:off x="3452246" y="3877183"/>
              <a:ext cx="285813" cy="505669"/>
            </a:xfrm>
            <a:custGeom>
              <a:avLst/>
              <a:gdLst>
                <a:gd name="connsiteX0" fmla="*/ 0 w 247650"/>
                <a:gd name="connsiteY0" fmla="*/ 0 h 438150"/>
                <a:gd name="connsiteX1" fmla="*/ 146050 w 247650"/>
                <a:gd name="connsiteY1" fmla="*/ 180975 h 438150"/>
                <a:gd name="connsiteX2" fmla="*/ 247650 w 247650"/>
                <a:gd name="connsiteY2" fmla="*/ 438150 h 438150"/>
                <a:gd name="connsiteX0" fmla="*/ 0 w 247650"/>
                <a:gd name="connsiteY0" fmla="*/ 0 h 438150"/>
                <a:gd name="connsiteX1" fmla="*/ 146050 w 247650"/>
                <a:gd name="connsiteY1" fmla="*/ 180975 h 438150"/>
                <a:gd name="connsiteX2" fmla="*/ 247650 w 247650"/>
                <a:gd name="connsiteY2" fmla="*/ 438150 h 438150"/>
              </a:gdLst>
              <a:ahLst/>
              <a:cxnLst>
                <a:cxn ang="0">
                  <a:pos x="connsiteX0" y="connsiteY0"/>
                </a:cxn>
                <a:cxn ang="0">
                  <a:pos x="connsiteX1" y="connsiteY1"/>
                </a:cxn>
                <a:cxn ang="0">
                  <a:pos x="connsiteX2" y="connsiteY2"/>
                </a:cxn>
              </a:cxnLst>
              <a:rect l="l" t="t" r="r" b="b"/>
              <a:pathLst>
                <a:path w="247650" h="438150">
                  <a:moveTo>
                    <a:pt x="0" y="0"/>
                  </a:moveTo>
                  <a:cubicBezTo>
                    <a:pt x="52387" y="53975"/>
                    <a:pt x="104775" y="107950"/>
                    <a:pt x="146050" y="180975"/>
                  </a:cubicBezTo>
                  <a:cubicBezTo>
                    <a:pt x="187325" y="254000"/>
                    <a:pt x="224630" y="341313"/>
                    <a:pt x="247650" y="438150"/>
                  </a:cubicBezTo>
                </a:path>
              </a:pathLst>
            </a:custGeom>
            <a:noFill/>
            <a:ln w="19050">
              <a:solidFill>
                <a:srgbClr val="595959"/>
              </a:solid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solidFill>
                  <a:schemeClr val="bg1"/>
                </a:solidFill>
              </a:endParaRPr>
            </a:p>
          </p:txBody>
        </p:sp>
        <p:sp>
          <p:nvSpPr>
            <p:cNvPr id="39" name="任意多边形: 形状 50"/>
            <p:cNvSpPr/>
            <p:nvPr/>
          </p:nvSpPr>
          <p:spPr>
            <a:xfrm rot="6458087">
              <a:off x="3446677" y="4677675"/>
              <a:ext cx="1481338" cy="1481337"/>
            </a:xfrm>
            <a:custGeom>
              <a:avLst/>
              <a:gdLst>
                <a:gd name="connsiteX0" fmla="*/ 641771 w 1283542"/>
                <a:gd name="connsiteY0" fmla="*/ 0 h 1283542"/>
                <a:gd name="connsiteX1" fmla="*/ 1283542 w 1283542"/>
                <a:gd name="connsiteY1" fmla="*/ 641771 h 1283542"/>
                <a:gd name="connsiteX2" fmla="*/ 641771 w 1283542"/>
                <a:gd name="connsiteY2" fmla="*/ 1283542 h 1283542"/>
                <a:gd name="connsiteX3" fmla="*/ 391965 w 1283542"/>
                <a:gd name="connsiteY3" fmla="*/ 1233109 h 1283542"/>
                <a:gd name="connsiteX4" fmla="*/ 310605 w 1283542"/>
                <a:gd name="connsiteY4" fmla="*/ 1188948 h 1283542"/>
                <a:gd name="connsiteX5" fmla="*/ 338726 w 1283542"/>
                <a:gd name="connsiteY5" fmla="*/ 1152658 h 1283542"/>
                <a:gd name="connsiteX6" fmla="*/ 297317 w 1283542"/>
                <a:gd name="connsiteY6" fmla="*/ 1120570 h 1283542"/>
                <a:gd name="connsiteX7" fmla="*/ 266487 w 1283542"/>
                <a:gd name="connsiteY7" fmla="*/ 1160354 h 1283542"/>
                <a:gd name="connsiteX8" fmla="*/ 187971 w 1283542"/>
                <a:gd name="connsiteY8" fmla="*/ 1095572 h 1283542"/>
                <a:gd name="connsiteX9" fmla="*/ 0 w 1283542"/>
                <a:gd name="connsiteY9" fmla="*/ 641771 h 1283542"/>
                <a:gd name="connsiteX10" fmla="*/ 641771 w 1283542"/>
                <a:gd name="connsiteY10" fmla="*/ 0 h 1283542"/>
                <a:gd name="connsiteX0" fmla="*/ 641771 w 1283542"/>
                <a:gd name="connsiteY0" fmla="*/ 0 h 1283542"/>
                <a:gd name="connsiteX1" fmla="*/ 1283542 w 1283542"/>
                <a:gd name="connsiteY1" fmla="*/ 641771 h 1283542"/>
                <a:gd name="connsiteX2" fmla="*/ 641771 w 1283542"/>
                <a:gd name="connsiteY2" fmla="*/ 1283542 h 1283542"/>
                <a:gd name="connsiteX3" fmla="*/ 391965 w 1283542"/>
                <a:gd name="connsiteY3" fmla="*/ 1233109 h 1283542"/>
                <a:gd name="connsiteX4" fmla="*/ 310605 w 1283542"/>
                <a:gd name="connsiteY4" fmla="*/ 1188948 h 1283542"/>
                <a:gd name="connsiteX5" fmla="*/ 297317 w 1283542"/>
                <a:gd name="connsiteY5" fmla="*/ 1120570 h 1283542"/>
                <a:gd name="connsiteX6" fmla="*/ 266487 w 1283542"/>
                <a:gd name="connsiteY6" fmla="*/ 1160354 h 1283542"/>
                <a:gd name="connsiteX7" fmla="*/ 187971 w 1283542"/>
                <a:gd name="connsiteY7" fmla="*/ 1095572 h 1283542"/>
                <a:gd name="connsiteX8" fmla="*/ 0 w 1283542"/>
                <a:gd name="connsiteY8" fmla="*/ 641771 h 1283542"/>
                <a:gd name="connsiteX9" fmla="*/ 641771 w 1283542"/>
                <a:gd name="connsiteY9" fmla="*/ 0 h 1283542"/>
                <a:gd name="connsiteX0" fmla="*/ 641771 w 1283542"/>
                <a:gd name="connsiteY0" fmla="*/ 0 h 1283542"/>
                <a:gd name="connsiteX1" fmla="*/ 1283542 w 1283542"/>
                <a:gd name="connsiteY1" fmla="*/ 641771 h 1283542"/>
                <a:gd name="connsiteX2" fmla="*/ 641771 w 1283542"/>
                <a:gd name="connsiteY2" fmla="*/ 1283542 h 1283542"/>
                <a:gd name="connsiteX3" fmla="*/ 391965 w 1283542"/>
                <a:gd name="connsiteY3" fmla="*/ 1233109 h 1283542"/>
                <a:gd name="connsiteX4" fmla="*/ 310605 w 1283542"/>
                <a:gd name="connsiteY4" fmla="*/ 1188948 h 1283542"/>
                <a:gd name="connsiteX5" fmla="*/ 266487 w 1283542"/>
                <a:gd name="connsiteY5" fmla="*/ 1160354 h 1283542"/>
                <a:gd name="connsiteX6" fmla="*/ 187971 w 1283542"/>
                <a:gd name="connsiteY6" fmla="*/ 1095572 h 1283542"/>
                <a:gd name="connsiteX7" fmla="*/ 0 w 1283542"/>
                <a:gd name="connsiteY7" fmla="*/ 641771 h 1283542"/>
                <a:gd name="connsiteX8" fmla="*/ 641771 w 1283542"/>
                <a:gd name="connsiteY8" fmla="*/ 0 h 1283542"/>
                <a:gd name="connsiteX0" fmla="*/ 310605 w 1283542"/>
                <a:gd name="connsiteY0" fmla="*/ 1188948 h 1283542"/>
                <a:gd name="connsiteX1" fmla="*/ 266487 w 1283542"/>
                <a:gd name="connsiteY1" fmla="*/ 1160354 h 1283542"/>
                <a:gd name="connsiteX2" fmla="*/ 187971 w 1283542"/>
                <a:gd name="connsiteY2" fmla="*/ 1095572 h 1283542"/>
                <a:gd name="connsiteX3" fmla="*/ 0 w 1283542"/>
                <a:gd name="connsiteY3" fmla="*/ 641771 h 1283542"/>
                <a:gd name="connsiteX4" fmla="*/ 641771 w 1283542"/>
                <a:gd name="connsiteY4" fmla="*/ 0 h 1283542"/>
                <a:gd name="connsiteX5" fmla="*/ 1283542 w 1283542"/>
                <a:gd name="connsiteY5" fmla="*/ 641771 h 1283542"/>
                <a:gd name="connsiteX6" fmla="*/ 641771 w 1283542"/>
                <a:gd name="connsiteY6" fmla="*/ 1283542 h 1283542"/>
                <a:gd name="connsiteX7" fmla="*/ 391965 w 1283542"/>
                <a:gd name="connsiteY7" fmla="*/ 1233109 h 1283542"/>
                <a:gd name="connsiteX8" fmla="*/ 402045 w 1283542"/>
                <a:gd name="connsiteY8" fmla="*/ 1280388 h 1283542"/>
                <a:gd name="connsiteX0" fmla="*/ 310605 w 1283542"/>
                <a:gd name="connsiteY0" fmla="*/ 1188948 h 1283542"/>
                <a:gd name="connsiteX1" fmla="*/ 266487 w 1283542"/>
                <a:gd name="connsiteY1" fmla="*/ 1160354 h 1283542"/>
                <a:gd name="connsiteX2" fmla="*/ 187971 w 1283542"/>
                <a:gd name="connsiteY2" fmla="*/ 1095572 h 1283542"/>
                <a:gd name="connsiteX3" fmla="*/ 0 w 1283542"/>
                <a:gd name="connsiteY3" fmla="*/ 641771 h 1283542"/>
                <a:gd name="connsiteX4" fmla="*/ 641771 w 1283542"/>
                <a:gd name="connsiteY4" fmla="*/ 0 h 1283542"/>
                <a:gd name="connsiteX5" fmla="*/ 1283542 w 1283542"/>
                <a:gd name="connsiteY5" fmla="*/ 641771 h 1283542"/>
                <a:gd name="connsiteX6" fmla="*/ 641771 w 1283542"/>
                <a:gd name="connsiteY6" fmla="*/ 1283542 h 1283542"/>
                <a:gd name="connsiteX7" fmla="*/ 391965 w 1283542"/>
                <a:gd name="connsiteY7" fmla="*/ 1233109 h 12835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83542" h="1283542">
                  <a:moveTo>
                    <a:pt x="310605" y="1188948"/>
                  </a:moveTo>
                  <a:lnTo>
                    <a:pt x="266487" y="1160354"/>
                  </a:lnTo>
                  <a:lnTo>
                    <a:pt x="187971" y="1095572"/>
                  </a:lnTo>
                  <a:cubicBezTo>
                    <a:pt x="71833" y="979434"/>
                    <a:pt x="0" y="818991"/>
                    <a:pt x="0" y="641771"/>
                  </a:cubicBezTo>
                  <a:cubicBezTo>
                    <a:pt x="0" y="287331"/>
                    <a:pt x="287331" y="0"/>
                    <a:pt x="641771" y="0"/>
                  </a:cubicBezTo>
                  <a:cubicBezTo>
                    <a:pt x="996211" y="0"/>
                    <a:pt x="1283542" y="287331"/>
                    <a:pt x="1283542" y="641771"/>
                  </a:cubicBezTo>
                  <a:cubicBezTo>
                    <a:pt x="1283542" y="996211"/>
                    <a:pt x="996211" y="1283542"/>
                    <a:pt x="641771" y="1283542"/>
                  </a:cubicBezTo>
                  <a:cubicBezTo>
                    <a:pt x="553161" y="1283542"/>
                    <a:pt x="468745" y="1265584"/>
                    <a:pt x="391965" y="1233109"/>
                  </a:cubicBezTo>
                </a:path>
              </a:pathLst>
            </a:custGeom>
            <a:noFill/>
            <a:ln w="19050">
              <a:solidFill>
                <a:srgbClr val="595959"/>
              </a:solid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solidFill>
                  <a:schemeClr val="bg1"/>
                </a:solidFill>
              </a:endParaRPr>
            </a:p>
          </p:txBody>
        </p:sp>
        <p:sp>
          <p:nvSpPr>
            <p:cNvPr id="40" name="椭圆 39"/>
            <p:cNvSpPr/>
            <p:nvPr/>
          </p:nvSpPr>
          <p:spPr>
            <a:xfrm rot="6069963">
              <a:off x="3360124" y="4451754"/>
              <a:ext cx="161228" cy="161228"/>
            </a:xfrm>
            <a:prstGeom prst="ellipse">
              <a:avLst/>
            </a:prstGeom>
            <a:noFill/>
            <a:ln w="19050">
              <a:solidFill>
                <a:srgbClr val="595959"/>
              </a:solid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dirty="0">
                <a:solidFill>
                  <a:schemeClr val="bg1"/>
                </a:solidFill>
              </a:endParaRPr>
            </a:p>
          </p:txBody>
        </p:sp>
        <p:cxnSp>
          <p:nvCxnSpPr>
            <p:cNvPr id="41" name="直接连接符 40"/>
            <p:cNvCxnSpPr/>
            <p:nvPr/>
          </p:nvCxnSpPr>
          <p:spPr>
            <a:xfrm rot="6069963" flipH="1">
              <a:off x="3493117" y="4597512"/>
              <a:ext cx="222293" cy="266420"/>
            </a:xfrm>
            <a:prstGeom prst="line">
              <a:avLst/>
            </a:prstGeom>
            <a:noFill/>
            <a:ln w="19050">
              <a:solidFill>
                <a:srgbClr val="595959"/>
              </a:solidFill>
            </a:ln>
            <a:effectLst/>
          </p:spPr>
          <p:style>
            <a:lnRef idx="2">
              <a:schemeClr val="accent1">
                <a:shade val="50000"/>
              </a:schemeClr>
            </a:lnRef>
            <a:fillRef idx="1">
              <a:schemeClr val="accent1"/>
            </a:fillRef>
            <a:effectRef idx="0">
              <a:schemeClr val="accent1"/>
            </a:effectRef>
            <a:fontRef idx="minor">
              <a:schemeClr val="lt1"/>
            </a:fontRef>
          </p:style>
        </p:cxnSp>
      </p:grpSp>
      <p:sp>
        <p:nvSpPr>
          <p:cNvPr id="56" name="椭圆 55"/>
          <p:cNvSpPr/>
          <p:nvPr/>
        </p:nvSpPr>
        <p:spPr>
          <a:xfrm rot="249256">
            <a:off x="989712" y="2146526"/>
            <a:ext cx="1258847" cy="1258845"/>
          </a:xfrm>
          <a:prstGeom prst="ellipse">
            <a:avLst/>
          </a:prstGeom>
          <a:solidFill>
            <a:schemeClr val="tx1">
              <a:lumMod val="75000"/>
              <a:lumOff val="25000"/>
              <a:alpha val="50000"/>
            </a:schemeClr>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ctr"/>
          <a:lstStyle/>
          <a:p>
            <a:pPr algn="ctr"/>
            <a:endParaRPr lang="zh-CN" altLang="en-US">
              <a:solidFill>
                <a:schemeClr val="bg1"/>
              </a:solidFill>
            </a:endParaRPr>
          </a:p>
        </p:txBody>
      </p:sp>
      <p:sp>
        <p:nvSpPr>
          <p:cNvPr id="57" name="圆角矩形 3"/>
          <p:cNvSpPr/>
          <p:nvPr/>
        </p:nvSpPr>
        <p:spPr>
          <a:xfrm rot="2949256">
            <a:off x="1064220" y="2226857"/>
            <a:ext cx="1103584" cy="1103583"/>
          </a:xfrm>
          <a:prstGeom prst="roundRect">
            <a:avLst>
              <a:gd name="adj" fmla="val 50000"/>
            </a:avLst>
          </a:prstGeom>
          <a:solidFill>
            <a:schemeClr val="accent1">
              <a:lumMod val="90000"/>
              <a:lumOff val="10000"/>
            </a:schemeClr>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ctr"/>
          <a:lstStyle/>
          <a:p>
            <a:pPr algn="ctr"/>
            <a:endParaRPr lang="zh-CN" altLang="en-US">
              <a:solidFill>
                <a:schemeClr val="accent1">
                  <a:lumMod val="90000"/>
                  <a:lumOff val="10000"/>
                </a:schemeClr>
              </a:solidFill>
            </a:endParaRPr>
          </a:p>
        </p:txBody>
      </p:sp>
      <p:sp>
        <p:nvSpPr>
          <p:cNvPr id="67" name="椭圆 66"/>
          <p:cNvSpPr/>
          <p:nvPr/>
        </p:nvSpPr>
        <p:spPr>
          <a:xfrm>
            <a:off x="5110533" y="3914089"/>
            <a:ext cx="120941" cy="120941"/>
          </a:xfrm>
          <a:prstGeom prst="ellipse">
            <a:avLst/>
          </a:prstGeom>
          <a:solidFill>
            <a:schemeClr val="accent1">
              <a:lumMod val="90000"/>
              <a:lumOff val="10000"/>
            </a:schemeClr>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ctr"/>
          <a:lstStyle/>
          <a:p>
            <a:pPr algn="ctr"/>
            <a:endParaRPr lang="zh-CN" altLang="en-US">
              <a:solidFill>
                <a:srgbClr val="404040"/>
              </a:solidFill>
            </a:endParaRPr>
          </a:p>
        </p:txBody>
      </p:sp>
      <p:sp>
        <p:nvSpPr>
          <p:cNvPr id="69" name="椭圆 68"/>
          <p:cNvSpPr/>
          <p:nvPr/>
        </p:nvSpPr>
        <p:spPr>
          <a:xfrm>
            <a:off x="5398768" y="1647475"/>
            <a:ext cx="120941" cy="120941"/>
          </a:xfrm>
          <a:prstGeom prst="ellipse">
            <a:avLst/>
          </a:prstGeom>
          <a:solidFill>
            <a:schemeClr val="accent1">
              <a:lumMod val="90000"/>
              <a:lumOff val="10000"/>
            </a:schemeClr>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ctr"/>
          <a:lstStyle/>
          <a:p>
            <a:pPr algn="ctr"/>
            <a:endParaRPr lang="zh-CN" altLang="en-US">
              <a:solidFill>
                <a:srgbClr val="404040"/>
              </a:solidFill>
            </a:endParaRPr>
          </a:p>
        </p:txBody>
      </p:sp>
      <p:cxnSp>
        <p:nvCxnSpPr>
          <p:cNvPr id="70" name="直接连接符 69" descr="e7d195523061f1c0e8da580c895714cc9e657dc935b73854DD54234BF92455C2409EC703713D08D418A918AD21FB4B97B212F83F8516769F1C595028FE6458DEA8E413C6E2511160CEE934C7F76380B4A00578EC6E9EBBA999580D2A107D3BD1118EE741061249FC41D2131BC3D642436CC15B106479E628F53C8386832395AA17BAB59967553570147D23516E8A3A98"/>
          <p:cNvCxnSpPr/>
          <p:nvPr/>
        </p:nvCxnSpPr>
        <p:spPr>
          <a:xfrm>
            <a:off x="3632454" y="1685951"/>
            <a:ext cx="1523233" cy="0"/>
          </a:xfrm>
          <a:prstGeom prst="line">
            <a:avLst/>
          </a:prstGeom>
          <a:noFill/>
          <a:ln w="19050">
            <a:solidFill>
              <a:srgbClr val="595959"/>
            </a:solidFill>
          </a:ln>
          <a:effectLst/>
        </p:spPr>
        <p:style>
          <a:lnRef idx="2">
            <a:schemeClr val="accent1">
              <a:shade val="50000"/>
            </a:schemeClr>
          </a:lnRef>
          <a:fillRef idx="1">
            <a:schemeClr val="accent1"/>
          </a:fillRef>
          <a:effectRef idx="0">
            <a:schemeClr val="accent1"/>
          </a:effectRef>
          <a:fontRef idx="minor">
            <a:schemeClr val="lt1"/>
          </a:fontRef>
        </p:style>
      </p:cxnSp>
      <p:cxnSp>
        <p:nvCxnSpPr>
          <p:cNvPr id="71" name="直接连接符 70" descr="e7d195523061f1c0e8da580c895714cc9e657dc935b73854DD54234BF92455C2409EC703713D08D418A918AD21FB4B97B212F83F8516769F1C595028FE6458DEA8E413C6E2511160CEE934C7F76380B4A00578EC6E9EBBA999580D2A107D3BD1118EE741061249FC41D2131BC3D642436CC15B106479E628F53C8386832395AA17BAB59967553570147D23516E8A3A98"/>
          <p:cNvCxnSpPr/>
          <p:nvPr/>
        </p:nvCxnSpPr>
        <p:spPr>
          <a:xfrm>
            <a:off x="3895901" y="3951275"/>
            <a:ext cx="971550" cy="0"/>
          </a:xfrm>
          <a:prstGeom prst="line">
            <a:avLst/>
          </a:prstGeom>
          <a:noFill/>
          <a:ln w="19050">
            <a:solidFill>
              <a:srgbClr val="595959"/>
            </a:solidFill>
          </a:ln>
          <a:effectLst/>
        </p:spPr>
        <p:style>
          <a:lnRef idx="2">
            <a:schemeClr val="accent1">
              <a:shade val="50000"/>
            </a:schemeClr>
          </a:lnRef>
          <a:fillRef idx="1">
            <a:schemeClr val="accent1"/>
          </a:fillRef>
          <a:effectRef idx="0">
            <a:schemeClr val="accent1"/>
          </a:effectRef>
          <a:fontRef idx="minor">
            <a:schemeClr val="lt1"/>
          </a:fontRef>
        </p:style>
      </p:cxnSp>
      <p:sp>
        <p:nvSpPr>
          <p:cNvPr id="76" name="0"/>
          <p:cNvSpPr txBox="1">
            <a:spLocks noChangeArrowheads="1"/>
          </p:cNvSpPr>
          <p:nvPr/>
        </p:nvSpPr>
        <p:spPr bwMode="auto">
          <a:xfrm>
            <a:off x="3612585" y="1093303"/>
            <a:ext cx="4756161" cy="43088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spAutoFit/>
          </a:bodyPr>
          <a:lstStyle>
            <a:lvl1pPr defTabSz="1216025">
              <a:defRPr>
                <a:solidFill>
                  <a:schemeClr val="tx1"/>
                </a:solidFill>
                <a:latin typeface="Arial" panose="020B0604020202020204" pitchFamily="34" charset="0"/>
                <a:ea typeface="微软雅黑" panose="020B0503020204020204" pitchFamily="34" charset="-122"/>
              </a:defRPr>
            </a:lvl1pPr>
            <a:lvl2pPr marL="742950" indent="-285750" defTabSz="1216025">
              <a:defRPr>
                <a:solidFill>
                  <a:schemeClr val="tx1"/>
                </a:solidFill>
                <a:latin typeface="Arial" panose="020B0604020202020204" pitchFamily="34" charset="0"/>
                <a:ea typeface="微软雅黑" panose="020B0503020204020204" pitchFamily="34" charset="-122"/>
              </a:defRPr>
            </a:lvl2pPr>
            <a:lvl3pPr marL="1143000" indent="-228600" defTabSz="1216025">
              <a:defRPr>
                <a:solidFill>
                  <a:schemeClr val="tx1"/>
                </a:solidFill>
                <a:latin typeface="Arial" panose="020B0604020202020204" pitchFamily="34" charset="0"/>
                <a:ea typeface="微软雅黑" panose="020B0503020204020204" pitchFamily="34" charset="-122"/>
              </a:defRPr>
            </a:lvl3pPr>
            <a:lvl4pPr marL="1600200" indent="-228600" defTabSz="1216025">
              <a:defRPr>
                <a:solidFill>
                  <a:schemeClr val="tx1"/>
                </a:solidFill>
                <a:latin typeface="Arial" panose="020B0604020202020204" pitchFamily="34" charset="0"/>
                <a:ea typeface="微软雅黑" panose="020B0503020204020204" pitchFamily="34" charset="-122"/>
              </a:defRPr>
            </a:lvl4pPr>
            <a:lvl5pPr marL="2057400" indent="-228600" defTabSz="1216025">
              <a:defRPr>
                <a:solidFill>
                  <a:schemeClr val="tx1"/>
                </a:solidFill>
                <a:latin typeface="Arial" panose="020B0604020202020204" pitchFamily="34" charset="0"/>
                <a:ea typeface="微软雅黑" panose="020B0503020204020204" pitchFamily="34" charset="-122"/>
              </a:defRPr>
            </a:lvl5pPr>
            <a:lvl6pPr marL="2514600" indent="-228600" defTabSz="1216025"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微软雅黑" panose="020B0503020204020204" pitchFamily="34" charset="-122"/>
              </a:defRPr>
            </a:lvl6pPr>
            <a:lvl7pPr marL="2971800" indent="-228600" defTabSz="1216025"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微软雅黑" panose="020B0503020204020204" pitchFamily="34" charset="-122"/>
              </a:defRPr>
            </a:lvl7pPr>
            <a:lvl8pPr marL="3429000" indent="-228600" defTabSz="1216025"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微软雅黑" panose="020B0503020204020204" pitchFamily="34" charset="-122"/>
              </a:defRPr>
            </a:lvl8pPr>
            <a:lvl9pPr marL="3886200" indent="-228600" defTabSz="1216025"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微软雅黑" panose="020B0503020204020204" pitchFamily="34" charset="-122"/>
              </a:defRPr>
            </a:lvl9pPr>
          </a:lstStyle>
          <a:p>
            <a:pPr>
              <a:spcBef>
                <a:spcPct val="20000"/>
              </a:spcBef>
            </a:pPr>
            <a:r>
              <a:rPr lang="en-US" altLang="zh-CN" sz="1400" dirty="0" smtClean="0">
                <a:latin typeface="Times New Roman" pitchFamily="18" charset="0"/>
                <a:cs typeface="Times New Roman" pitchFamily="18" charset="0"/>
              </a:rPr>
              <a:t>Estimating potential trade links in the international crude oil trade: A link prediction approach</a:t>
            </a:r>
            <a:endParaRPr lang="en-US" altLang="zh-CN" sz="1400" b="1" dirty="0">
              <a:solidFill>
                <a:srgbClr val="404040"/>
              </a:solidFill>
              <a:latin typeface="Times New Roman" pitchFamily="18" charset="0"/>
              <a:cs typeface="Times New Roman" pitchFamily="18" charset="0"/>
              <a:sym typeface="Arial" panose="020B0604020202020204" pitchFamily="34" charset="0"/>
            </a:endParaRPr>
          </a:p>
        </p:txBody>
      </p:sp>
      <p:sp>
        <p:nvSpPr>
          <p:cNvPr id="77" name="0"/>
          <p:cNvSpPr txBox="1">
            <a:spLocks noChangeArrowheads="1"/>
          </p:cNvSpPr>
          <p:nvPr/>
        </p:nvSpPr>
        <p:spPr bwMode="auto">
          <a:xfrm>
            <a:off x="4230861" y="1873888"/>
            <a:ext cx="3750261" cy="646331"/>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spAutoFit/>
          </a:bodyPr>
          <a:lstStyle>
            <a:lvl1pPr defTabSz="1216025">
              <a:defRPr>
                <a:solidFill>
                  <a:schemeClr val="tx1"/>
                </a:solidFill>
                <a:latin typeface="Arial" panose="020B0604020202020204" pitchFamily="34" charset="0"/>
                <a:ea typeface="微软雅黑" panose="020B0503020204020204" pitchFamily="34" charset="-122"/>
              </a:defRPr>
            </a:lvl1pPr>
            <a:lvl2pPr marL="742950" indent="-285750" defTabSz="1216025">
              <a:defRPr>
                <a:solidFill>
                  <a:schemeClr val="tx1"/>
                </a:solidFill>
                <a:latin typeface="Arial" panose="020B0604020202020204" pitchFamily="34" charset="0"/>
                <a:ea typeface="微软雅黑" panose="020B0503020204020204" pitchFamily="34" charset="-122"/>
              </a:defRPr>
            </a:lvl2pPr>
            <a:lvl3pPr marL="1143000" indent="-228600" defTabSz="1216025">
              <a:defRPr>
                <a:solidFill>
                  <a:schemeClr val="tx1"/>
                </a:solidFill>
                <a:latin typeface="Arial" panose="020B0604020202020204" pitchFamily="34" charset="0"/>
                <a:ea typeface="微软雅黑" panose="020B0503020204020204" pitchFamily="34" charset="-122"/>
              </a:defRPr>
            </a:lvl3pPr>
            <a:lvl4pPr marL="1600200" indent="-228600" defTabSz="1216025">
              <a:defRPr>
                <a:solidFill>
                  <a:schemeClr val="tx1"/>
                </a:solidFill>
                <a:latin typeface="Arial" panose="020B0604020202020204" pitchFamily="34" charset="0"/>
                <a:ea typeface="微软雅黑" panose="020B0503020204020204" pitchFamily="34" charset="-122"/>
              </a:defRPr>
            </a:lvl4pPr>
            <a:lvl5pPr marL="2057400" indent="-228600" defTabSz="1216025">
              <a:defRPr>
                <a:solidFill>
                  <a:schemeClr val="tx1"/>
                </a:solidFill>
                <a:latin typeface="Arial" panose="020B0604020202020204" pitchFamily="34" charset="0"/>
                <a:ea typeface="微软雅黑" panose="020B0503020204020204" pitchFamily="34" charset="-122"/>
              </a:defRPr>
            </a:lvl5pPr>
            <a:lvl6pPr marL="2514600" indent="-228600" defTabSz="1216025"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微软雅黑" panose="020B0503020204020204" pitchFamily="34" charset="-122"/>
              </a:defRPr>
            </a:lvl6pPr>
            <a:lvl7pPr marL="2971800" indent="-228600" defTabSz="1216025"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微软雅黑" panose="020B0503020204020204" pitchFamily="34" charset="-122"/>
              </a:defRPr>
            </a:lvl7pPr>
            <a:lvl8pPr marL="3429000" indent="-228600" defTabSz="1216025"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微软雅黑" panose="020B0503020204020204" pitchFamily="34" charset="-122"/>
              </a:defRPr>
            </a:lvl8pPr>
            <a:lvl9pPr marL="3886200" indent="-228600" defTabSz="1216025"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微软雅黑" panose="020B0503020204020204" pitchFamily="34" charset="-122"/>
              </a:defRPr>
            </a:lvl9pPr>
          </a:lstStyle>
          <a:p>
            <a:r>
              <a:rPr lang="zh-CN" altLang="zh-CN" sz="1400" dirty="0" smtClean="0">
                <a:latin typeface="宋体" pitchFamily="2" charset="-122"/>
                <a:ea typeface="宋体" pitchFamily="2" charset="-122"/>
              </a:rPr>
              <a:t>利用公共邻居 （</a:t>
            </a:r>
            <a:r>
              <a:rPr lang="en-US" altLang="zh-CN" sz="1400" dirty="0" smtClean="0">
                <a:latin typeface="宋体" pitchFamily="2" charset="-122"/>
                <a:ea typeface="宋体" pitchFamily="2" charset="-122"/>
              </a:rPr>
              <a:t>Common Neighbors, CN</a:t>
            </a:r>
            <a:r>
              <a:rPr lang="zh-CN" altLang="zh-CN" sz="1400" dirty="0" smtClean="0">
                <a:latin typeface="宋体" pitchFamily="2" charset="-122"/>
                <a:ea typeface="宋体" pitchFamily="2" charset="-122"/>
              </a:rPr>
              <a:t>）指标预测潜在的贸易联系，为全球贸易关系的研究提供了一个新的视角</a:t>
            </a:r>
            <a:endParaRPr lang="zh-CN" altLang="zh-CN" sz="1400" dirty="0">
              <a:solidFill>
                <a:srgbClr val="404040"/>
              </a:solidFill>
              <a:latin typeface="宋体" pitchFamily="2" charset="-122"/>
              <a:ea typeface="宋体" pitchFamily="2" charset="-122"/>
            </a:endParaRPr>
          </a:p>
        </p:txBody>
      </p:sp>
      <p:sp>
        <p:nvSpPr>
          <p:cNvPr id="82" name="文本框 59"/>
          <p:cNvSpPr txBox="1"/>
          <p:nvPr/>
        </p:nvSpPr>
        <p:spPr>
          <a:xfrm>
            <a:off x="549067" y="248925"/>
            <a:ext cx="2095898" cy="392415"/>
          </a:xfrm>
          <a:prstGeom prst="rect">
            <a:avLst/>
          </a:prstGeom>
          <a:noFill/>
        </p:spPr>
        <p:txBody>
          <a:bodyPr wrap="square" lIns="68580" tIns="34290" rIns="68580" bIns="34290" rtlCol="0">
            <a:spAutoFit/>
          </a:bodyPr>
          <a:lstStyle/>
          <a:p>
            <a:r>
              <a:rPr lang="zh-CN" altLang="en-US" sz="2100" b="1" dirty="0" smtClean="0">
                <a:solidFill>
                  <a:srgbClr val="404040"/>
                </a:solidFill>
                <a:latin typeface="微软雅黑" panose="020B0503020204020204" pitchFamily="34" charset="-122"/>
                <a:ea typeface="微软雅黑" panose="020B0503020204020204" pitchFamily="34" charset="-122"/>
              </a:rPr>
              <a:t>主要相关工作</a:t>
            </a:r>
            <a:endParaRPr lang="zh-CN" altLang="en-US" sz="2100" b="1" dirty="0">
              <a:solidFill>
                <a:srgbClr val="404040"/>
              </a:solidFill>
              <a:latin typeface="微软雅黑" panose="020B0503020204020204" pitchFamily="34" charset="-122"/>
              <a:ea typeface="微软雅黑" panose="020B0503020204020204" pitchFamily="34" charset="-122"/>
            </a:endParaRPr>
          </a:p>
        </p:txBody>
      </p:sp>
      <p:sp>
        <p:nvSpPr>
          <p:cNvPr id="53" name="0"/>
          <p:cNvSpPr txBox="1">
            <a:spLocks noChangeArrowheads="1"/>
          </p:cNvSpPr>
          <p:nvPr/>
        </p:nvSpPr>
        <p:spPr bwMode="auto">
          <a:xfrm>
            <a:off x="3685472" y="3313043"/>
            <a:ext cx="4882058" cy="43088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spAutoFit/>
          </a:bodyPr>
          <a:lstStyle>
            <a:lvl1pPr defTabSz="1216025">
              <a:defRPr>
                <a:solidFill>
                  <a:schemeClr val="tx1"/>
                </a:solidFill>
                <a:latin typeface="Arial" panose="020B0604020202020204" pitchFamily="34" charset="0"/>
                <a:ea typeface="微软雅黑" panose="020B0503020204020204" pitchFamily="34" charset="-122"/>
              </a:defRPr>
            </a:lvl1pPr>
            <a:lvl2pPr marL="742950" indent="-285750" defTabSz="1216025">
              <a:defRPr>
                <a:solidFill>
                  <a:schemeClr val="tx1"/>
                </a:solidFill>
                <a:latin typeface="Arial" panose="020B0604020202020204" pitchFamily="34" charset="0"/>
                <a:ea typeface="微软雅黑" panose="020B0503020204020204" pitchFamily="34" charset="-122"/>
              </a:defRPr>
            </a:lvl2pPr>
            <a:lvl3pPr marL="1143000" indent="-228600" defTabSz="1216025">
              <a:defRPr>
                <a:solidFill>
                  <a:schemeClr val="tx1"/>
                </a:solidFill>
                <a:latin typeface="Arial" panose="020B0604020202020204" pitchFamily="34" charset="0"/>
                <a:ea typeface="微软雅黑" panose="020B0503020204020204" pitchFamily="34" charset="-122"/>
              </a:defRPr>
            </a:lvl3pPr>
            <a:lvl4pPr marL="1600200" indent="-228600" defTabSz="1216025">
              <a:defRPr>
                <a:solidFill>
                  <a:schemeClr val="tx1"/>
                </a:solidFill>
                <a:latin typeface="Arial" panose="020B0604020202020204" pitchFamily="34" charset="0"/>
                <a:ea typeface="微软雅黑" panose="020B0503020204020204" pitchFamily="34" charset="-122"/>
              </a:defRPr>
            </a:lvl4pPr>
            <a:lvl5pPr marL="2057400" indent="-228600" defTabSz="1216025">
              <a:defRPr>
                <a:solidFill>
                  <a:schemeClr val="tx1"/>
                </a:solidFill>
                <a:latin typeface="Arial" panose="020B0604020202020204" pitchFamily="34" charset="0"/>
                <a:ea typeface="微软雅黑" panose="020B0503020204020204" pitchFamily="34" charset="-122"/>
              </a:defRPr>
            </a:lvl5pPr>
            <a:lvl6pPr marL="2514600" indent="-228600" defTabSz="1216025"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微软雅黑" panose="020B0503020204020204" pitchFamily="34" charset="-122"/>
              </a:defRPr>
            </a:lvl6pPr>
            <a:lvl7pPr marL="2971800" indent="-228600" defTabSz="1216025"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微软雅黑" panose="020B0503020204020204" pitchFamily="34" charset="-122"/>
              </a:defRPr>
            </a:lvl7pPr>
            <a:lvl8pPr marL="3429000" indent="-228600" defTabSz="1216025"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微软雅黑" panose="020B0503020204020204" pitchFamily="34" charset="-122"/>
              </a:defRPr>
            </a:lvl8pPr>
            <a:lvl9pPr marL="3886200" indent="-228600" defTabSz="1216025"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微软雅黑" panose="020B0503020204020204" pitchFamily="34" charset="-122"/>
              </a:defRPr>
            </a:lvl9pPr>
          </a:lstStyle>
          <a:p>
            <a:pPr>
              <a:spcBef>
                <a:spcPct val="20000"/>
              </a:spcBef>
            </a:pPr>
            <a:r>
              <a:rPr lang="en-US" altLang="zh-CN" sz="1400" dirty="0" smtClean="0">
                <a:latin typeface="Times New Roman" pitchFamily="18" charset="0"/>
                <a:cs typeface="Times New Roman" pitchFamily="18" charset="0"/>
              </a:rPr>
              <a:t>A new study of using temporality and weights to improve similarity measures for link prediction of social networks</a:t>
            </a:r>
            <a:endParaRPr lang="en-US" altLang="zh-CN" sz="1400" b="1" dirty="0">
              <a:solidFill>
                <a:srgbClr val="404040"/>
              </a:solidFill>
              <a:latin typeface="Times New Roman" pitchFamily="18" charset="0"/>
              <a:cs typeface="Times New Roman" pitchFamily="18" charset="0"/>
              <a:sym typeface="Arial" panose="020B0604020202020204" pitchFamily="34" charset="0"/>
            </a:endParaRPr>
          </a:p>
        </p:txBody>
      </p:sp>
      <p:sp>
        <p:nvSpPr>
          <p:cNvPr id="54" name="0"/>
          <p:cNvSpPr txBox="1">
            <a:spLocks noChangeArrowheads="1"/>
          </p:cNvSpPr>
          <p:nvPr/>
        </p:nvSpPr>
        <p:spPr bwMode="auto">
          <a:xfrm>
            <a:off x="4522409" y="4093627"/>
            <a:ext cx="3750261" cy="43088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spAutoFit/>
          </a:bodyPr>
          <a:lstStyle>
            <a:lvl1pPr defTabSz="1216025">
              <a:defRPr>
                <a:solidFill>
                  <a:schemeClr val="tx1"/>
                </a:solidFill>
                <a:latin typeface="Arial" panose="020B0604020202020204" pitchFamily="34" charset="0"/>
                <a:ea typeface="微软雅黑" panose="020B0503020204020204" pitchFamily="34" charset="-122"/>
              </a:defRPr>
            </a:lvl1pPr>
            <a:lvl2pPr marL="742950" indent="-285750" defTabSz="1216025">
              <a:defRPr>
                <a:solidFill>
                  <a:schemeClr val="tx1"/>
                </a:solidFill>
                <a:latin typeface="Arial" panose="020B0604020202020204" pitchFamily="34" charset="0"/>
                <a:ea typeface="微软雅黑" panose="020B0503020204020204" pitchFamily="34" charset="-122"/>
              </a:defRPr>
            </a:lvl2pPr>
            <a:lvl3pPr marL="1143000" indent="-228600" defTabSz="1216025">
              <a:defRPr>
                <a:solidFill>
                  <a:schemeClr val="tx1"/>
                </a:solidFill>
                <a:latin typeface="Arial" panose="020B0604020202020204" pitchFamily="34" charset="0"/>
                <a:ea typeface="微软雅黑" panose="020B0503020204020204" pitchFamily="34" charset="-122"/>
              </a:defRPr>
            </a:lvl3pPr>
            <a:lvl4pPr marL="1600200" indent="-228600" defTabSz="1216025">
              <a:defRPr>
                <a:solidFill>
                  <a:schemeClr val="tx1"/>
                </a:solidFill>
                <a:latin typeface="Arial" panose="020B0604020202020204" pitchFamily="34" charset="0"/>
                <a:ea typeface="微软雅黑" panose="020B0503020204020204" pitchFamily="34" charset="-122"/>
              </a:defRPr>
            </a:lvl4pPr>
            <a:lvl5pPr marL="2057400" indent="-228600" defTabSz="1216025">
              <a:defRPr>
                <a:solidFill>
                  <a:schemeClr val="tx1"/>
                </a:solidFill>
                <a:latin typeface="Arial" panose="020B0604020202020204" pitchFamily="34" charset="0"/>
                <a:ea typeface="微软雅黑" panose="020B0503020204020204" pitchFamily="34" charset="-122"/>
              </a:defRPr>
            </a:lvl5pPr>
            <a:lvl6pPr marL="2514600" indent="-228600" defTabSz="1216025"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微软雅黑" panose="020B0503020204020204" pitchFamily="34" charset="-122"/>
              </a:defRPr>
            </a:lvl6pPr>
            <a:lvl7pPr marL="2971800" indent="-228600" defTabSz="1216025"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微软雅黑" panose="020B0503020204020204" pitchFamily="34" charset="-122"/>
              </a:defRPr>
            </a:lvl7pPr>
            <a:lvl8pPr marL="3429000" indent="-228600" defTabSz="1216025"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微软雅黑" panose="020B0503020204020204" pitchFamily="34" charset="-122"/>
              </a:defRPr>
            </a:lvl8pPr>
            <a:lvl9pPr marL="3886200" indent="-228600" defTabSz="1216025"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微软雅黑" panose="020B0503020204020204" pitchFamily="34" charset="-122"/>
              </a:defRPr>
            </a:lvl9pPr>
          </a:lstStyle>
          <a:p>
            <a:r>
              <a:rPr lang="zh-CN" altLang="en-US" sz="1400" dirty="0" smtClean="0">
                <a:latin typeface="宋体" pitchFamily="2" charset="-122"/>
                <a:ea typeface="宋体" pitchFamily="2" charset="-122"/>
              </a:rPr>
              <a:t>将常用相似度方法与时间近因相结合，进一步提高了链路预测的准确度。</a:t>
            </a:r>
            <a:endParaRPr lang="zh-CN" altLang="zh-CN" sz="1400" dirty="0">
              <a:solidFill>
                <a:srgbClr val="404040"/>
              </a:solidFill>
              <a:latin typeface="宋体" pitchFamily="2" charset="-122"/>
              <a:ea typeface="宋体" pitchFamily="2" charset="-122"/>
            </a:endParaRPr>
          </a:p>
        </p:txBody>
      </p:sp>
    </p:spTree>
    <p:extLst>
      <p:ext uri="{BB962C8B-B14F-4D97-AF65-F5344CB8AC3E}">
        <p14:creationId xmlns="" xmlns:p14="http://schemas.microsoft.com/office/powerpoint/2010/main" val="226200046"/>
      </p:ext>
    </p:extLst>
  </p:cSld>
  <p:clrMapOvr>
    <a:masterClrMapping/>
  </p:clrMapOvr>
  <mc:AlternateContent xmlns:mc="http://schemas.openxmlformats.org/markup-compatibility/2006">
    <mc:Choice xmlns="" xmlns:p14="http://schemas.microsoft.com/office/powerpoint/2010/main" Requires="p14">
      <p:transition spd="slow" p14:dur="1600">
        <p14:conveyor dir="l"/>
      </p:transition>
    </mc:Choice>
    <mc:Fallback>
      <p:transition spd="slow">
        <p:fade/>
      </p:transition>
    </mc:Fallback>
  </mc:AlternateContent>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矩形 2">
            <a:extLst>
              <a:ext uri="{FF2B5EF4-FFF2-40B4-BE49-F238E27FC236}">
                <a16:creationId xmlns:a16="http://schemas.microsoft.com/office/drawing/2014/main" xmlns="" id="{6E4D1BDF-1238-42BA-94F5-21BF1CF0372D}"/>
              </a:ext>
            </a:extLst>
          </p:cNvPr>
          <p:cNvSpPr/>
          <p:nvPr/>
        </p:nvSpPr>
        <p:spPr>
          <a:xfrm>
            <a:off x="0" y="0"/>
            <a:ext cx="9144000" cy="2810194"/>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矩形 3">
            <a:extLst>
              <a:ext uri="{FF2B5EF4-FFF2-40B4-BE49-F238E27FC236}">
                <a16:creationId xmlns:a16="http://schemas.microsoft.com/office/drawing/2014/main" xmlns="" id="{82AD984A-7542-478E-BA3D-713A46CD0092}"/>
              </a:ext>
            </a:extLst>
          </p:cNvPr>
          <p:cNvSpPr/>
          <p:nvPr/>
        </p:nvSpPr>
        <p:spPr>
          <a:xfrm>
            <a:off x="268503" y="749128"/>
            <a:ext cx="8587946" cy="3645244"/>
          </a:xfrm>
          <a:prstGeom prst="rect">
            <a:avLst/>
          </a:prstGeom>
          <a:solidFill>
            <a:schemeClr val="bg1"/>
          </a:solidFill>
          <a:ln>
            <a:noFill/>
          </a:ln>
          <a:effectLst>
            <a:outerShdw blurRad="254000" dist="2540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文本框 5">
            <a:extLst>
              <a:ext uri="{FF2B5EF4-FFF2-40B4-BE49-F238E27FC236}">
                <a16:creationId xmlns:a16="http://schemas.microsoft.com/office/drawing/2014/main" xmlns="" id="{3AEEF0B3-7C7B-4852-95FF-BFD1FB4BD229}"/>
              </a:ext>
            </a:extLst>
          </p:cNvPr>
          <p:cNvSpPr txBox="1">
            <a:spLocks noChangeArrowheads="1"/>
          </p:cNvSpPr>
          <p:nvPr/>
        </p:nvSpPr>
        <p:spPr bwMode="auto">
          <a:xfrm>
            <a:off x="3325506" y="1888069"/>
            <a:ext cx="2492991" cy="646331"/>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a:spAutoFit/>
          </a:bodyPr>
          <a:lstStyle>
            <a:lvl1pPr>
              <a:defRPr sz="1300">
                <a:solidFill>
                  <a:schemeClr val="tx1"/>
                </a:solidFill>
                <a:latin typeface="Calibri Light" panose="020F0302020204030204" pitchFamily="34" charset="0"/>
                <a:ea typeface="方正宋刻本秀楷简体" panose="02000000000000000000" pitchFamily="2" charset="-122"/>
              </a:defRPr>
            </a:lvl1pPr>
            <a:lvl2pPr marL="742950" indent="-285750">
              <a:defRPr sz="1300">
                <a:solidFill>
                  <a:schemeClr val="tx1"/>
                </a:solidFill>
                <a:latin typeface="Calibri Light" panose="020F0302020204030204" pitchFamily="34" charset="0"/>
                <a:ea typeface="方正宋刻本秀楷简体" panose="02000000000000000000" pitchFamily="2" charset="-122"/>
              </a:defRPr>
            </a:lvl2pPr>
            <a:lvl3pPr marL="1143000" indent="-228600">
              <a:defRPr sz="1300">
                <a:solidFill>
                  <a:schemeClr val="tx1"/>
                </a:solidFill>
                <a:latin typeface="Calibri Light" panose="020F0302020204030204" pitchFamily="34" charset="0"/>
                <a:ea typeface="方正宋刻本秀楷简体" panose="02000000000000000000" pitchFamily="2" charset="-122"/>
              </a:defRPr>
            </a:lvl3pPr>
            <a:lvl4pPr marL="1600200" indent="-228600">
              <a:defRPr sz="1300">
                <a:solidFill>
                  <a:schemeClr val="tx1"/>
                </a:solidFill>
                <a:latin typeface="Calibri Light" panose="020F0302020204030204" pitchFamily="34" charset="0"/>
                <a:ea typeface="方正宋刻本秀楷简体" panose="02000000000000000000" pitchFamily="2" charset="-122"/>
              </a:defRPr>
            </a:lvl4pPr>
            <a:lvl5pPr marL="2057400" indent="-228600">
              <a:defRPr sz="1300">
                <a:solidFill>
                  <a:schemeClr val="tx1"/>
                </a:solidFill>
                <a:latin typeface="Calibri Light" panose="020F0302020204030204" pitchFamily="34" charset="0"/>
                <a:ea typeface="方正宋刻本秀楷简体" panose="02000000000000000000" pitchFamily="2" charset="-122"/>
              </a:defRPr>
            </a:lvl5pPr>
            <a:lvl6pPr marL="25146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6pPr>
            <a:lvl7pPr marL="29718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7pPr>
            <a:lvl8pPr marL="34290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8pPr>
            <a:lvl9pPr marL="38862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9pPr>
          </a:lstStyle>
          <a:p>
            <a:pPr algn="ctr" fontAlgn="base">
              <a:spcBef>
                <a:spcPct val="0"/>
              </a:spcBef>
              <a:spcAft>
                <a:spcPct val="0"/>
              </a:spcAft>
              <a:defRPr/>
            </a:pPr>
            <a:r>
              <a:rPr lang="zh-CN" altLang="en-US" sz="3600" b="1" dirty="0" smtClean="0">
                <a:solidFill>
                  <a:schemeClr val="accent1"/>
                </a:solidFill>
                <a:latin typeface="+mj-ea"/>
                <a:ea typeface="+mj-ea"/>
              </a:rPr>
              <a:t>知识点概述</a:t>
            </a:r>
            <a:endParaRPr lang="zh-CN" altLang="en-US" sz="3600" b="1" dirty="0">
              <a:solidFill>
                <a:schemeClr val="accent1"/>
              </a:solidFill>
              <a:latin typeface="+mj-ea"/>
              <a:ea typeface="+mj-ea"/>
            </a:endParaRPr>
          </a:p>
        </p:txBody>
      </p:sp>
      <p:cxnSp>
        <p:nvCxnSpPr>
          <p:cNvPr id="23" name="直接连接符 22">
            <a:extLst>
              <a:ext uri="{FF2B5EF4-FFF2-40B4-BE49-F238E27FC236}">
                <a16:creationId xmlns:a16="http://schemas.microsoft.com/office/drawing/2014/main" xmlns="" id="{5A29846D-E7EE-45F3-9A33-515E367DEED5}"/>
              </a:ext>
            </a:extLst>
          </p:cNvPr>
          <p:cNvCxnSpPr/>
          <p:nvPr/>
        </p:nvCxnSpPr>
        <p:spPr>
          <a:xfrm>
            <a:off x="4463537" y="2819169"/>
            <a:ext cx="216927" cy="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 xmlns:p14="http://schemas.microsoft.com/office/powerpoint/2010/main" val="2918734028"/>
      </p:ext>
    </p:extLst>
  </p:cSld>
  <p:clrMapOvr>
    <a:masterClrMapping/>
  </p:clrMapOvr>
  <mc:AlternateContent xmlns:mc="http://schemas.openxmlformats.org/markup-compatibility/2006">
    <mc:Choice xmlns="" xmlns:p14="http://schemas.microsoft.com/office/powerpoint/2010/main" Requires="p14">
      <p:transition spd="slow" p14:dur="1600">
        <p14:conveyor dir="l"/>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0"/>
                                  </p:stCondLst>
                                  <p:childTnLst>
                                    <p:set>
                                      <p:cBhvr>
                                        <p:cTn id="6" dur="1" fill="hold">
                                          <p:stCondLst>
                                            <p:cond delay="0"/>
                                          </p:stCondLst>
                                        </p:cTn>
                                        <p:tgtEl>
                                          <p:spTgt spid="20"/>
                                        </p:tgtEl>
                                        <p:attrNameLst>
                                          <p:attrName>style.visibility</p:attrName>
                                        </p:attrNameLst>
                                      </p:cBhvr>
                                      <p:to>
                                        <p:strVal val="visible"/>
                                      </p:to>
                                    </p:set>
                                    <p:animEffect transition="in" filter="fade">
                                      <p:cBhvr>
                                        <p:cTn id="7" dur="1000"/>
                                        <p:tgtEl>
                                          <p:spTgt spid="20"/>
                                        </p:tgtEl>
                                      </p:cBhvr>
                                    </p:animEffect>
                                    <p:anim calcmode="lin" valueType="num">
                                      <p:cBhvr>
                                        <p:cTn id="8" dur="1000" fill="hold"/>
                                        <p:tgtEl>
                                          <p:spTgt spid="20"/>
                                        </p:tgtEl>
                                        <p:attrNameLst>
                                          <p:attrName>ppt_x</p:attrName>
                                        </p:attrNameLst>
                                      </p:cBhvr>
                                      <p:tavLst>
                                        <p:tav tm="0">
                                          <p:val>
                                            <p:strVal val="#ppt_x"/>
                                          </p:val>
                                        </p:tav>
                                        <p:tav tm="100000">
                                          <p:val>
                                            <p:strVal val="#ppt_x"/>
                                          </p:val>
                                        </p:tav>
                                      </p:tavLst>
                                    </p:anim>
                                    <p:anim calcmode="lin" valueType="num">
                                      <p:cBhvr>
                                        <p:cTn id="9" dur="1000" fill="hold"/>
                                        <p:tgtEl>
                                          <p:spTgt spid="20"/>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 grpId="0"/>
    </p:bldLst>
  </p:timing>
</p:sld>
</file>

<file path=ppt/slides/slide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89" name="任意多边形 88"/>
          <p:cNvSpPr/>
          <p:nvPr/>
        </p:nvSpPr>
        <p:spPr>
          <a:xfrm rot="1616569">
            <a:off x="5291492" y="3468458"/>
            <a:ext cx="2236959" cy="1603130"/>
          </a:xfrm>
          <a:custGeom>
            <a:avLst/>
            <a:gdLst>
              <a:gd name="connsiteX0" fmla="*/ 0 w 2583180"/>
              <a:gd name="connsiteY0" fmla="*/ 769620 h 1592580"/>
              <a:gd name="connsiteX1" fmla="*/ 1303020 w 2583180"/>
              <a:gd name="connsiteY1" fmla="*/ 1592580 h 1592580"/>
              <a:gd name="connsiteX2" fmla="*/ 2583180 w 2583180"/>
              <a:gd name="connsiteY2" fmla="*/ 769620 h 1592580"/>
              <a:gd name="connsiteX3" fmla="*/ 1272540 w 2583180"/>
              <a:gd name="connsiteY3" fmla="*/ 0 h 1592580"/>
              <a:gd name="connsiteX4" fmla="*/ 0 w 2583180"/>
              <a:gd name="connsiteY4" fmla="*/ 769620 h 15925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583180" h="1592580">
                <a:moveTo>
                  <a:pt x="0" y="769620"/>
                </a:moveTo>
                <a:lnTo>
                  <a:pt x="1303020" y="1592580"/>
                </a:lnTo>
                <a:lnTo>
                  <a:pt x="2583180" y="769620"/>
                </a:lnTo>
                <a:lnTo>
                  <a:pt x="1272540" y="0"/>
                </a:lnTo>
                <a:lnTo>
                  <a:pt x="0" y="769620"/>
                </a:lnTo>
                <a:close/>
              </a:path>
            </a:pathLst>
          </a:custGeom>
          <a:solidFill>
            <a:schemeClr val="accent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zh-CN" altLang="en-US" sz="1500">
              <a:solidFill>
                <a:srgbClr val="595959"/>
              </a:solidFill>
            </a:endParaRPr>
          </a:p>
        </p:txBody>
      </p:sp>
      <p:sp>
        <p:nvSpPr>
          <p:cNvPr id="158" name="文本框 93"/>
          <p:cNvSpPr txBox="1"/>
          <p:nvPr/>
        </p:nvSpPr>
        <p:spPr>
          <a:xfrm>
            <a:off x="577338" y="601320"/>
            <a:ext cx="4650645" cy="461665"/>
          </a:xfrm>
          <a:prstGeom prst="rect">
            <a:avLst/>
          </a:prstGeom>
          <a:noFill/>
          <a:scene3d>
            <a:camera prst="orthographicFront">
              <a:rot lat="0" lon="0" rev="600000"/>
            </a:camera>
            <a:lightRig rig="threePt" dir="t"/>
          </a:scene3d>
        </p:spPr>
        <p:txBody>
          <a:bodyPr wrap="square" rtlCol="0">
            <a:spAutoFit/>
          </a:bodyPr>
          <a:lstStyle/>
          <a:p>
            <a:r>
              <a:rPr lang="zh-CN" altLang="en-US" sz="2400" b="1" dirty="0" smtClean="0">
                <a:solidFill>
                  <a:srgbClr val="404040"/>
                </a:solidFill>
                <a:latin typeface="微软雅黑" panose="020B0503020204020204" pitchFamily="34" charset="-122"/>
                <a:ea typeface="微软雅黑" panose="020B0503020204020204" pitchFamily="34" charset="-122"/>
              </a:rPr>
              <a:t>基于节点相似度的链路预测方法</a:t>
            </a:r>
          </a:p>
        </p:txBody>
      </p:sp>
      <p:sp>
        <p:nvSpPr>
          <p:cNvPr id="214" name="任意多边形 213"/>
          <p:cNvSpPr/>
          <p:nvPr/>
        </p:nvSpPr>
        <p:spPr>
          <a:xfrm rot="466415">
            <a:off x="5232515" y="689320"/>
            <a:ext cx="1435632" cy="971130"/>
          </a:xfrm>
          <a:custGeom>
            <a:avLst/>
            <a:gdLst>
              <a:gd name="connsiteX0" fmla="*/ 0 w 1314450"/>
              <a:gd name="connsiteY0" fmla="*/ 0 h 882650"/>
              <a:gd name="connsiteX1" fmla="*/ 0 w 1314450"/>
              <a:gd name="connsiteY1" fmla="*/ 63500 h 882650"/>
              <a:gd name="connsiteX2" fmla="*/ 1304925 w 1314450"/>
              <a:gd name="connsiteY2" fmla="*/ 882650 h 882650"/>
              <a:gd name="connsiteX3" fmla="*/ 1314450 w 1314450"/>
              <a:gd name="connsiteY3" fmla="*/ 815975 h 882650"/>
              <a:gd name="connsiteX4" fmla="*/ 0 w 1314450"/>
              <a:gd name="connsiteY4" fmla="*/ 0 h 882650"/>
              <a:gd name="connsiteX0" fmla="*/ 0 w 1314450"/>
              <a:gd name="connsiteY0" fmla="*/ 0 h 873125"/>
              <a:gd name="connsiteX1" fmla="*/ 0 w 1314450"/>
              <a:gd name="connsiteY1" fmla="*/ 63500 h 873125"/>
              <a:gd name="connsiteX2" fmla="*/ 1309688 w 1314450"/>
              <a:gd name="connsiteY2" fmla="*/ 873125 h 873125"/>
              <a:gd name="connsiteX3" fmla="*/ 1314450 w 1314450"/>
              <a:gd name="connsiteY3" fmla="*/ 815975 h 873125"/>
              <a:gd name="connsiteX4" fmla="*/ 0 w 1314450"/>
              <a:gd name="connsiteY4" fmla="*/ 0 h 873125"/>
              <a:gd name="connsiteX0" fmla="*/ 0 w 1314450"/>
              <a:gd name="connsiteY0" fmla="*/ 0 h 875506"/>
              <a:gd name="connsiteX1" fmla="*/ 0 w 1314450"/>
              <a:gd name="connsiteY1" fmla="*/ 63500 h 875506"/>
              <a:gd name="connsiteX2" fmla="*/ 1314450 w 1314450"/>
              <a:gd name="connsiteY2" fmla="*/ 875506 h 875506"/>
              <a:gd name="connsiteX3" fmla="*/ 1314450 w 1314450"/>
              <a:gd name="connsiteY3" fmla="*/ 815975 h 875506"/>
              <a:gd name="connsiteX4" fmla="*/ 0 w 1314450"/>
              <a:gd name="connsiteY4" fmla="*/ 0 h 875506"/>
              <a:gd name="connsiteX0" fmla="*/ 16669 w 1314450"/>
              <a:gd name="connsiteY0" fmla="*/ 0 h 868362"/>
              <a:gd name="connsiteX1" fmla="*/ 0 w 1314450"/>
              <a:gd name="connsiteY1" fmla="*/ 56356 h 868362"/>
              <a:gd name="connsiteX2" fmla="*/ 1314450 w 1314450"/>
              <a:gd name="connsiteY2" fmla="*/ 868362 h 868362"/>
              <a:gd name="connsiteX3" fmla="*/ 1314450 w 1314450"/>
              <a:gd name="connsiteY3" fmla="*/ 808831 h 868362"/>
              <a:gd name="connsiteX4" fmla="*/ 16669 w 1314450"/>
              <a:gd name="connsiteY4" fmla="*/ 0 h 868362"/>
              <a:gd name="connsiteX0" fmla="*/ 4763 w 1302544"/>
              <a:gd name="connsiteY0" fmla="*/ 0 h 868362"/>
              <a:gd name="connsiteX1" fmla="*/ 0 w 1302544"/>
              <a:gd name="connsiteY1" fmla="*/ 63500 h 868362"/>
              <a:gd name="connsiteX2" fmla="*/ 1302544 w 1302544"/>
              <a:gd name="connsiteY2" fmla="*/ 868362 h 868362"/>
              <a:gd name="connsiteX3" fmla="*/ 1302544 w 1302544"/>
              <a:gd name="connsiteY3" fmla="*/ 808831 h 868362"/>
              <a:gd name="connsiteX4" fmla="*/ 4763 w 1302544"/>
              <a:gd name="connsiteY4" fmla="*/ 0 h 868362"/>
              <a:gd name="connsiteX0" fmla="*/ 4763 w 1302544"/>
              <a:gd name="connsiteY0" fmla="*/ 0 h 875506"/>
              <a:gd name="connsiteX1" fmla="*/ 0 w 1302544"/>
              <a:gd name="connsiteY1" fmla="*/ 70644 h 875506"/>
              <a:gd name="connsiteX2" fmla="*/ 1302544 w 1302544"/>
              <a:gd name="connsiteY2" fmla="*/ 875506 h 875506"/>
              <a:gd name="connsiteX3" fmla="*/ 1302544 w 1302544"/>
              <a:gd name="connsiteY3" fmla="*/ 815975 h 875506"/>
              <a:gd name="connsiteX4" fmla="*/ 4763 w 1302544"/>
              <a:gd name="connsiteY4" fmla="*/ 0 h 875506"/>
              <a:gd name="connsiteX0" fmla="*/ 7145 w 1304926"/>
              <a:gd name="connsiteY0" fmla="*/ 0 h 875506"/>
              <a:gd name="connsiteX1" fmla="*/ 0 w 1304926"/>
              <a:gd name="connsiteY1" fmla="*/ 53975 h 875506"/>
              <a:gd name="connsiteX2" fmla="*/ 1304926 w 1304926"/>
              <a:gd name="connsiteY2" fmla="*/ 875506 h 875506"/>
              <a:gd name="connsiteX3" fmla="*/ 1304926 w 1304926"/>
              <a:gd name="connsiteY3" fmla="*/ 815975 h 875506"/>
              <a:gd name="connsiteX4" fmla="*/ 7145 w 1304926"/>
              <a:gd name="connsiteY4" fmla="*/ 0 h 875506"/>
              <a:gd name="connsiteX0" fmla="*/ 1 w 1297782"/>
              <a:gd name="connsiteY0" fmla="*/ 0 h 875506"/>
              <a:gd name="connsiteX1" fmla="*/ 0 w 1297782"/>
              <a:gd name="connsiteY1" fmla="*/ 51594 h 875506"/>
              <a:gd name="connsiteX2" fmla="*/ 1297782 w 1297782"/>
              <a:gd name="connsiteY2" fmla="*/ 875506 h 875506"/>
              <a:gd name="connsiteX3" fmla="*/ 1297782 w 1297782"/>
              <a:gd name="connsiteY3" fmla="*/ 815975 h 875506"/>
              <a:gd name="connsiteX4" fmla="*/ 1 w 1297782"/>
              <a:gd name="connsiteY4" fmla="*/ 0 h 875506"/>
              <a:gd name="connsiteX0" fmla="*/ 0 w 1297781"/>
              <a:gd name="connsiteY0" fmla="*/ 0 h 875506"/>
              <a:gd name="connsiteX1" fmla="*/ 2380 w 1297781"/>
              <a:gd name="connsiteY1" fmla="*/ 44451 h 875506"/>
              <a:gd name="connsiteX2" fmla="*/ 1297781 w 1297781"/>
              <a:gd name="connsiteY2" fmla="*/ 875506 h 875506"/>
              <a:gd name="connsiteX3" fmla="*/ 1297781 w 1297781"/>
              <a:gd name="connsiteY3" fmla="*/ 815975 h 875506"/>
              <a:gd name="connsiteX4" fmla="*/ 0 w 1297781"/>
              <a:gd name="connsiteY4" fmla="*/ 0 h 875506"/>
              <a:gd name="connsiteX0" fmla="*/ 7145 w 1295401"/>
              <a:gd name="connsiteY0" fmla="*/ 0 h 858837"/>
              <a:gd name="connsiteX1" fmla="*/ 0 w 1295401"/>
              <a:gd name="connsiteY1" fmla="*/ 27782 h 858837"/>
              <a:gd name="connsiteX2" fmla="*/ 1295401 w 1295401"/>
              <a:gd name="connsiteY2" fmla="*/ 858837 h 858837"/>
              <a:gd name="connsiteX3" fmla="*/ 1295401 w 1295401"/>
              <a:gd name="connsiteY3" fmla="*/ 799306 h 858837"/>
              <a:gd name="connsiteX4" fmla="*/ 7145 w 1295401"/>
              <a:gd name="connsiteY4" fmla="*/ 0 h 858837"/>
              <a:gd name="connsiteX0" fmla="*/ 2382 w 1290638"/>
              <a:gd name="connsiteY0" fmla="*/ 0 h 858837"/>
              <a:gd name="connsiteX1" fmla="*/ 0 w 1290638"/>
              <a:gd name="connsiteY1" fmla="*/ 39688 h 858837"/>
              <a:gd name="connsiteX2" fmla="*/ 1290638 w 1290638"/>
              <a:gd name="connsiteY2" fmla="*/ 858837 h 858837"/>
              <a:gd name="connsiteX3" fmla="*/ 1290638 w 1290638"/>
              <a:gd name="connsiteY3" fmla="*/ 799306 h 858837"/>
              <a:gd name="connsiteX4" fmla="*/ 2382 w 1290638"/>
              <a:gd name="connsiteY4" fmla="*/ 0 h 858837"/>
              <a:gd name="connsiteX0" fmla="*/ 2382 w 1290638"/>
              <a:gd name="connsiteY0" fmla="*/ 0 h 868362"/>
              <a:gd name="connsiteX1" fmla="*/ 0 w 1290638"/>
              <a:gd name="connsiteY1" fmla="*/ 49213 h 868362"/>
              <a:gd name="connsiteX2" fmla="*/ 1290638 w 1290638"/>
              <a:gd name="connsiteY2" fmla="*/ 868362 h 868362"/>
              <a:gd name="connsiteX3" fmla="*/ 1290638 w 1290638"/>
              <a:gd name="connsiteY3" fmla="*/ 808831 h 868362"/>
              <a:gd name="connsiteX4" fmla="*/ 2382 w 1290638"/>
              <a:gd name="connsiteY4" fmla="*/ 0 h 868362"/>
              <a:gd name="connsiteX0" fmla="*/ 2382 w 1290638"/>
              <a:gd name="connsiteY0" fmla="*/ 0 h 868362"/>
              <a:gd name="connsiteX1" fmla="*/ 0 w 1290638"/>
              <a:gd name="connsiteY1" fmla="*/ 49213 h 868362"/>
              <a:gd name="connsiteX2" fmla="*/ 1290638 w 1290638"/>
              <a:gd name="connsiteY2" fmla="*/ 868362 h 868362"/>
              <a:gd name="connsiteX3" fmla="*/ 1285875 w 1290638"/>
              <a:gd name="connsiteY3" fmla="*/ 801687 h 868362"/>
              <a:gd name="connsiteX4" fmla="*/ 2382 w 1290638"/>
              <a:gd name="connsiteY4" fmla="*/ 0 h 868362"/>
              <a:gd name="connsiteX0" fmla="*/ 2382 w 1285876"/>
              <a:gd name="connsiteY0" fmla="*/ 0 h 863600"/>
              <a:gd name="connsiteX1" fmla="*/ 0 w 1285876"/>
              <a:gd name="connsiteY1" fmla="*/ 49213 h 863600"/>
              <a:gd name="connsiteX2" fmla="*/ 1285876 w 1285876"/>
              <a:gd name="connsiteY2" fmla="*/ 863600 h 863600"/>
              <a:gd name="connsiteX3" fmla="*/ 1285875 w 1285876"/>
              <a:gd name="connsiteY3" fmla="*/ 801687 h 863600"/>
              <a:gd name="connsiteX4" fmla="*/ 2382 w 1285876"/>
              <a:gd name="connsiteY4" fmla="*/ 0 h 863600"/>
              <a:gd name="connsiteX0" fmla="*/ 4173 w 1287667"/>
              <a:gd name="connsiteY0" fmla="*/ 0 h 863600"/>
              <a:gd name="connsiteX1" fmla="*/ 0 w 1287667"/>
              <a:gd name="connsiteY1" fmla="*/ 57825 h 863600"/>
              <a:gd name="connsiteX2" fmla="*/ 1287667 w 1287667"/>
              <a:gd name="connsiteY2" fmla="*/ 863600 h 863600"/>
              <a:gd name="connsiteX3" fmla="*/ 1287666 w 1287667"/>
              <a:gd name="connsiteY3" fmla="*/ 801687 h 863600"/>
              <a:gd name="connsiteX4" fmla="*/ 4173 w 1287667"/>
              <a:gd name="connsiteY4" fmla="*/ 0 h 863600"/>
              <a:gd name="connsiteX0" fmla="*/ 0 w 1288866"/>
              <a:gd name="connsiteY0" fmla="*/ 0 h 836042"/>
              <a:gd name="connsiteX1" fmla="*/ 1199 w 1288866"/>
              <a:gd name="connsiteY1" fmla="*/ 30267 h 836042"/>
              <a:gd name="connsiteX2" fmla="*/ 1288866 w 1288866"/>
              <a:gd name="connsiteY2" fmla="*/ 836042 h 836042"/>
              <a:gd name="connsiteX3" fmla="*/ 1288865 w 1288866"/>
              <a:gd name="connsiteY3" fmla="*/ 774129 h 836042"/>
              <a:gd name="connsiteX4" fmla="*/ 0 w 1288866"/>
              <a:gd name="connsiteY4" fmla="*/ 0 h 836042"/>
              <a:gd name="connsiteX0" fmla="*/ 0 w 1288866"/>
              <a:gd name="connsiteY0" fmla="*/ 0 h 836042"/>
              <a:gd name="connsiteX1" fmla="*/ 1199 w 1288866"/>
              <a:gd name="connsiteY1" fmla="*/ 30267 h 836042"/>
              <a:gd name="connsiteX2" fmla="*/ 1288866 w 1288866"/>
              <a:gd name="connsiteY2" fmla="*/ 836042 h 836042"/>
              <a:gd name="connsiteX3" fmla="*/ 1287074 w 1288866"/>
              <a:gd name="connsiteY3" fmla="*/ 781019 h 836042"/>
              <a:gd name="connsiteX4" fmla="*/ 0 w 1288866"/>
              <a:gd name="connsiteY4" fmla="*/ 0 h 836042"/>
              <a:gd name="connsiteX0" fmla="*/ 592 w 1287667"/>
              <a:gd name="connsiteY0" fmla="*/ 0 h 837764"/>
              <a:gd name="connsiteX1" fmla="*/ 0 w 1287667"/>
              <a:gd name="connsiteY1" fmla="*/ 31989 h 837764"/>
              <a:gd name="connsiteX2" fmla="*/ 1287667 w 1287667"/>
              <a:gd name="connsiteY2" fmla="*/ 837764 h 837764"/>
              <a:gd name="connsiteX3" fmla="*/ 1285875 w 1287667"/>
              <a:gd name="connsiteY3" fmla="*/ 782741 h 837764"/>
              <a:gd name="connsiteX4" fmla="*/ 592 w 1287667"/>
              <a:gd name="connsiteY4" fmla="*/ 0 h 83776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87667" h="837764">
                <a:moveTo>
                  <a:pt x="592" y="0"/>
                </a:moveTo>
                <a:cubicBezTo>
                  <a:pt x="592" y="17198"/>
                  <a:pt x="0" y="14791"/>
                  <a:pt x="0" y="31989"/>
                </a:cubicBezTo>
                <a:lnTo>
                  <a:pt x="1287667" y="837764"/>
                </a:lnTo>
                <a:cubicBezTo>
                  <a:pt x="1287667" y="817126"/>
                  <a:pt x="1285875" y="803379"/>
                  <a:pt x="1285875" y="782741"/>
                </a:cubicBezTo>
                <a:lnTo>
                  <a:pt x="592" y="0"/>
                </a:lnTo>
                <a:close/>
              </a:path>
            </a:pathLst>
          </a:custGeom>
          <a:solidFill>
            <a:schemeClr val="accent1">
              <a:lumMod val="90000"/>
              <a:lumOff val="10000"/>
              <a:alpha val="50000"/>
            </a:schemeClr>
          </a:solidFill>
          <a:ln w="25400">
            <a:noFill/>
          </a:ln>
          <a:effectLst/>
        </p:spPr>
        <p:style>
          <a:lnRef idx="2">
            <a:schemeClr val="accent1">
              <a:shade val="50000"/>
            </a:schemeClr>
          </a:lnRef>
          <a:fillRef idx="1">
            <a:schemeClr val="accent1"/>
          </a:fillRef>
          <a:effectRef idx="0">
            <a:schemeClr val="accent1"/>
          </a:effectRef>
          <a:fontRef idx="minor">
            <a:schemeClr val="lt1"/>
          </a:fontRef>
        </p:style>
        <p:txBody>
          <a:bodyPr wrap="square" lIns="68580" tIns="34290" rIns="68580" bIns="34290" anchor="ctr">
            <a:noAutofit/>
          </a:bodyPr>
          <a:lstStyle/>
          <a:p>
            <a:pPr algn="ctr"/>
            <a:endParaRPr lang="zh-CN" altLang="en-US">
              <a:solidFill>
                <a:schemeClr val="bg1"/>
              </a:solidFill>
              <a:cs typeface="+mn-ea"/>
            </a:endParaRPr>
          </a:p>
        </p:txBody>
      </p:sp>
      <p:sp>
        <p:nvSpPr>
          <p:cNvPr id="215" name="任意多边形 214"/>
          <p:cNvSpPr/>
          <p:nvPr/>
        </p:nvSpPr>
        <p:spPr>
          <a:xfrm rot="466415">
            <a:off x="4457619" y="547320"/>
            <a:ext cx="2241941" cy="1466327"/>
          </a:xfrm>
          <a:custGeom>
            <a:avLst/>
            <a:gdLst>
              <a:gd name="connsiteX0" fmla="*/ 1280160 w 2613660"/>
              <a:gd name="connsiteY0" fmla="*/ 1638300 h 1638300"/>
              <a:gd name="connsiteX1" fmla="*/ 2377440 w 2613660"/>
              <a:gd name="connsiteY1" fmla="*/ 952500 h 1638300"/>
              <a:gd name="connsiteX2" fmla="*/ 2613660 w 2613660"/>
              <a:gd name="connsiteY2" fmla="*/ 1097280 h 1638300"/>
              <a:gd name="connsiteX3" fmla="*/ 2575560 w 2613660"/>
              <a:gd name="connsiteY3" fmla="*/ 0 h 1638300"/>
              <a:gd name="connsiteX4" fmla="*/ 899160 w 2613660"/>
              <a:gd name="connsiteY4" fmla="*/ 0 h 1638300"/>
              <a:gd name="connsiteX5" fmla="*/ 1082040 w 2613660"/>
              <a:gd name="connsiteY5" fmla="*/ 114300 h 1638300"/>
              <a:gd name="connsiteX6" fmla="*/ 0 w 2613660"/>
              <a:gd name="connsiteY6" fmla="*/ 830580 h 1638300"/>
              <a:gd name="connsiteX7" fmla="*/ 1280160 w 2613660"/>
              <a:gd name="connsiteY7" fmla="*/ 1638300 h 1638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13660" h="1638300">
                <a:moveTo>
                  <a:pt x="1280160" y="1638300"/>
                </a:moveTo>
                <a:lnTo>
                  <a:pt x="2377440" y="952500"/>
                </a:lnTo>
                <a:lnTo>
                  <a:pt x="2613660" y="1097280"/>
                </a:lnTo>
                <a:lnTo>
                  <a:pt x="2575560" y="0"/>
                </a:lnTo>
                <a:lnTo>
                  <a:pt x="899160" y="0"/>
                </a:lnTo>
                <a:lnTo>
                  <a:pt x="1082040" y="114300"/>
                </a:lnTo>
                <a:lnTo>
                  <a:pt x="0" y="830580"/>
                </a:lnTo>
                <a:lnTo>
                  <a:pt x="1280160" y="1638300"/>
                </a:lnTo>
                <a:close/>
              </a:path>
            </a:pathLst>
          </a:custGeom>
          <a:solidFill>
            <a:schemeClr val="accent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zh-CN" altLang="en-US" sz="1500">
              <a:solidFill>
                <a:srgbClr val="595959"/>
              </a:solidFill>
            </a:endParaRPr>
          </a:p>
        </p:txBody>
      </p:sp>
      <p:sp>
        <p:nvSpPr>
          <p:cNvPr id="216" name="任意多边形 215"/>
          <p:cNvSpPr/>
          <p:nvPr/>
        </p:nvSpPr>
        <p:spPr>
          <a:xfrm rot="466415">
            <a:off x="4404850" y="1252171"/>
            <a:ext cx="1078147" cy="724088"/>
          </a:xfrm>
          <a:custGeom>
            <a:avLst/>
            <a:gdLst>
              <a:gd name="connsiteX0" fmla="*/ 0 w 1314450"/>
              <a:gd name="connsiteY0" fmla="*/ 0 h 882650"/>
              <a:gd name="connsiteX1" fmla="*/ 0 w 1314450"/>
              <a:gd name="connsiteY1" fmla="*/ 63500 h 882650"/>
              <a:gd name="connsiteX2" fmla="*/ 1304925 w 1314450"/>
              <a:gd name="connsiteY2" fmla="*/ 882650 h 882650"/>
              <a:gd name="connsiteX3" fmla="*/ 1314450 w 1314450"/>
              <a:gd name="connsiteY3" fmla="*/ 815975 h 882650"/>
              <a:gd name="connsiteX4" fmla="*/ 0 w 1314450"/>
              <a:gd name="connsiteY4" fmla="*/ 0 h 882650"/>
              <a:gd name="connsiteX0" fmla="*/ 0 w 1314450"/>
              <a:gd name="connsiteY0" fmla="*/ 0 h 873125"/>
              <a:gd name="connsiteX1" fmla="*/ 0 w 1314450"/>
              <a:gd name="connsiteY1" fmla="*/ 63500 h 873125"/>
              <a:gd name="connsiteX2" fmla="*/ 1309688 w 1314450"/>
              <a:gd name="connsiteY2" fmla="*/ 873125 h 873125"/>
              <a:gd name="connsiteX3" fmla="*/ 1314450 w 1314450"/>
              <a:gd name="connsiteY3" fmla="*/ 815975 h 873125"/>
              <a:gd name="connsiteX4" fmla="*/ 0 w 1314450"/>
              <a:gd name="connsiteY4" fmla="*/ 0 h 873125"/>
              <a:gd name="connsiteX0" fmla="*/ 0 w 1314450"/>
              <a:gd name="connsiteY0" fmla="*/ 0 h 875506"/>
              <a:gd name="connsiteX1" fmla="*/ 0 w 1314450"/>
              <a:gd name="connsiteY1" fmla="*/ 63500 h 875506"/>
              <a:gd name="connsiteX2" fmla="*/ 1314450 w 1314450"/>
              <a:gd name="connsiteY2" fmla="*/ 875506 h 875506"/>
              <a:gd name="connsiteX3" fmla="*/ 1314450 w 1314450"/>
              <a:gd name="connsiteY3" fmla="*/ 815975 h 875506"/>
              <a:gd name="connsiteX4" fmla="*/ 0 w 1314450"/>
              <a:gd name="connsiteY4" fmla="*/ 0 h 875506"/>
              <a:gd name="connsiteX0" fmla="*/ 16669 w 1314450"/>
              <a:gd name="connsiteY0" fmla="*/ 0 h 868362"/>
              <a:gd name="connsiteX1" fmla="*/ 0 w 1314450"/>
              <a:gd name="connsiteY1" fmla="*/ 56356 h 868362"/>
              <a:gd name="connsiteX2" fmla="*/ 1314450 w 1314450"/>
              <a:gd name="connsiteY2" fmla="*/ 868362 h 868362"/>
              <a:gd name="connsiteX3" fmla="*/ 1314450 w 1314450"/>
              <a:gd name="connsiteY3" fmla="*/ 808831 h 868362"/>
              <a:gd name="connsiteX4" fmla="*/ 16669 w 1314450"/>
              <a:gd name="connsiteY4" fmla="*/ 0 h 868362"/>
              <a:gd name="connsiteX0" fmla="*/ 4763 w 1302544"/>
              <a:gd name="connsiteY0" fmla="*/ 0 h 868362"/>
              <a:gd name="connsiteX1" fmla="*/ 0 w 1302544"/>
              <a:gd name="connsiteY1" fmla="*/ 63500 h 868362"/>
              <a:gd name="connsiteX2" fmla="*/ 1302544 w 1302544"/>
              <a:gd name="connsiteY2" fmla="*/ 868362 h 868362"/>
              <a:gd name="connsiteX3" fmla="*/ 1302544 w 1302544"/>
              <a:gd name="connsiteY3" fmla="*/ 808831 h 868362"/>
              <a:gd name="connsiteX4" fmla="*/ 4763 w 1302544"/>
              <a:gd name="connsiteY4" fmla="*/ 0 h 868362"/>
              <a:gd name="connsiteX0" fmla="*/ 4763 w 1302544"/>
              <a:gd name="connsiteY0" fmla="*/ 0 h 875506"/>
              <a:gd name="connsiteX1" fmla="*/ 0 w 1302544"/>
              <a:gd name="connsiteY1" fmla="*/ 70644 h 875506"/>
              <a:gd name="connsiteX2" fmla="*/ 1302544 w 1302544"/>
              <a:gd name="connsiteY2" fmla="*/ 875506 h 875506"/>
              <a:gd name="connsiteX3" fmla="*/ 1302544 w 1302544"/>
              <a:gd name="connsiteY3" fmla="*/ 815975 h 875506"/>
              <a:gd name="connsiteX4" fmla="*/ 4763 w 1302544"/>
              <a:gd name="connsiteY4" fmla="*/ 0 h 875506"/>
              <a:gd name="connsiteX0" fmla="*/ 7145 w 1304926"/>
              <a:gd name="connsiteY0" fmla="*/ 0 h 875506"/>
              <a:gd name="connsiteX1" fmla="*/ 0 w 1304926"/>
              <a:gd name="connsiteY1" fmla="*/ 53975 h 875506"/>
              <a:gd name="connsiteX2" fmla="*/ 1304926 w 1304926"/>
              <a:gd name="connsiteY2" fmla="*/ 875506 h 875506"/>
              <a:gd name="connsiteX3" fmla="*/ 1304926 w 1304926"/>
              <a:gd name="connsiteY3" fmla="*/ 815975 h 875506"/>
              <a:gd name="connsiteX4" fmla="*/ 7145 w 1304926"/>
              <a:gd name="connsiteY4" fmla="*/ 0 h 875506"/>
              <a:gd name="connsiteX0" fmla="*/ 1 w 1297782"/>
              <a:gd name="connsiteY0" fmla="*/ 0 h 875506"/>
              <a:gd name="connsiteX1" fmla="*/ 0 w 1297782"/>
              <a:gd name="connsiteY1" fmla="*/ 51594 h 875506"/>
              <a:gd name="connsiteX2" fmla="*/ 1297782 w 1297782"/>
              <a:gd name="connsiteY2" fmla="*/ 875506 h 875506"/>
              <a:gd name="connsiteX3" fmla="*/ 1297782 w 1297782"/>
              <a:gd name="connsiteY3" fmla="*/ 815975 h 875506"/>
              <a:gd name="connsiteX4" fmla="*/ 1 w 1297782"/>
              <a:gd name="connsiteY4" fmla="*/ 0 h 875506"/>
              <a:gd name="connsiteX0" fmla="*/ 0 w 1297781"/>
              <a:gd name="connsiteY0" fmla="*/ 0 h 875506"/>
              <a:gd name="connsiteX1" fmla="*/ 2380 w 1297781"/>
              <a:gd name="connsiteY1" fmla="*/ 44451 h 875506"/>
              <a:gd name="connsiteX2" fmla="*/ 1297781 w 1297781"/>
              <a:gd name="connsiteY2" fmla="*/ 875506 h 875506"/>
              <a:gd name="connsiteX3" fmla="*/ 1297781 w 1297781"/>
              <a:gd name="connsiteY3" fmla="*/ 815975 h 875506"/>
              <a:gd name="connsiteX4" fmla="*/ 0 w 1297781"/>
              <a:gd name="connsiteY4" fmla="*/ 0 h 875506"/>
              <a:gd name="connsiteX0" fmla="*/ 7145 w 1295401"/>
              <a:gd name="connsiteY0" fmla="*/ 0 h 858837"/>
              <a:gd name="connsiteX1" fmla="*/ 0 w 1295401"/>
              <a:gd name="connsiteY1" fmla="*/ 27782 h 858837"/>
              <a:gd name="connsiteX2" fmla="*/ 1295401 w 1295401"/>
              <a:gd name="connsiteY2" fmla="*/ 858837 h 858837"/>
              <a:gd name="connsiteX3" fmla="*/ 1295401 w 1295401"/>
              <a:gd name="connsiteY3" fmla="*/ 799306 h 858837"/>
              <a:gd name="connsiteX4" fmla="*/ 7145 w 1295401"/>
              <a:gd name="connsiteY4" fmla="*/ 0 h 858837"/>
              <a:gd name="connsiteX0" fmla="*/ 2382 w 1290638"/>
              <a:gd name="connsiteY0" fmla="*/ 0 h 858837"/>
              <a:gd name="connsiteX1" fmla="*/ 0 w 1290638"/>
              <a:gd name="connsiteY1" fmla="*/ 39688 h 858837"/>
              <a:gd name="connsiteX2" fmla="*/ 1290638 w 1290638"/>
              <a:gd name="connsiteY2" fmla="*/ 858837 h 858837"/>
              <a:gd name="connsiteX3" fmla="*/ 1290638 w 1290638"/>
              <a:gd name="connsiteY3" fmla="*/ 799306 h 858837"/>
              <a:gd name="connsiteX4" fmla="*/ 2382 w 1290638"/>
              <a:gd name="connsiteY4" fmla="*/ 0 h 858837"/>
              <a:gd name="connsiteX0" fmla="*/ 2382 w 1290638"/>
              <a:gd name="connsiteY0" fmla="*/ 0 h 868362"/>
              <a:gd name="connsiteX1" fmla="*/ 0 w 1290638"/>
              <a:gd name="connsiteY1" fmla="*/ 49213 h 868362"/>
              <a:gd name="connsiteX2" fmla="*/ 1290638 w 1290638"/>
              <a:gd name="connsiteY2" fmla="*/ 868362 h 868362"/>
              <a:gd name="connsiteX3" fmla="*/ 1290638 w 1290638"/>
              <a:gd name="connsiteY3" fmla="*/ 808831 h 868362"/>
              <a:gd name="connsiteX4" fmla="*/ 2382 w 1290638"/>
              <a:gd name="connsiteY4" fmla="*/ 0 h 868362"/>
              <a:gd name="connsiteX0" fmla="*/ 2382 w 1290638"/>
              <a:gd name="connsiteY0" fmla="*/ 0 h 868362"/>
              <a:gd name="connsiteX1" fmla="*/ 0 w 1290638"/>
              <a:gd name="connsiteY1" fmla="*/ 49213 h 868362"/>
              <a:gd name="connsiteX2" fmla="*/ 1290638 w 1290638"/>
              <a:gd name="connsiteY2" fmla="*/ 868362 h 868362"/>
              <a:gd name="connsiteX3" fmla="*/ 1285875 w 1290638"/>
              <a:gd name="connsiteY3" fmla="*/ 801687 h 868362"/>
              <a:gd name="connsiteX4" fmla="*/ 2382 w 1290638"/>
              <a:gd name="connsiteY4" fmla="*/ 0 h 868362"/>
              <a:gd name="connsiteX0" fmla="*/ 2382 w 1285876"/>
              <a:gd name="connsiteY0" fmla="*/ 0 h 863600"/>
              <a:gd name="connsiteX1" fmla="*/ 0 w 1285876"/>
              <a:gd name="connsiteY1" fmla="*/ 49213 h 863600"/>
              <a:gd name="connsiteX2" fmla="*/ 1285876 w 1285876"/>
              <a:gd name="connsiteY2" fmla="*/ 863600 h 863600"/>
              <a:gd name="connsiteX3" fmla="*/ 1285875 w 1285876"/>
              <a:gd name="connsiteY3" fmla="*/ 801687 h 863600"/>
              <a:gd name="connsiteX4" fmla="*/ 2382 w 1285876"/>
              <a:gd name="connsiteY4" fmla="*/ 0 h 8636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85876" h="863600">
                <a:moveTo>
                  <a:pt x="2382" y="0"/>
                </a:moveTo>
                <a:cubicBezTo>
                  <a:pt x="2382" y="17198"/>
                  <a:pt x="0" y="32015"/>
                  <a:pt x="0" y="49213"/>
                </a:cubicBezTo>
                <a:lnTo>
                  <a:pt x="1285876" y="863600"/>
                </a:lnTo>
                <a:cubicBezTo>
                  <a:pt x="1285876" y="842962"/>
                  <a:pt x="1285875" y="822325"/>
                  <a:pt x="1285875" y="801687"/>
                </a:cubicBezTo>
                <a:lnTo>
                  <a:pt x="2382" y="0"/>
                </a:lnTo>
                <a:close/>
              </a:path>
            </a:pathLst>
          </a:custGeom>
          <a:solidFill>
            <a:schemeClr val="accent1">
              <a:lumMod val="75000"/>
              <a:lumOff val="25000"/>
              <a:alpha val="50000"/>
            </a:schemeClr>
          </a:solidFill>
          <a:ln w="25400">
            <a:noFill/>
          </a:ln>
          <a:effectLst/>
        </p:spPr>
        <p:style>
          <a:lnRef idx="2">
            <a:schemeClr val="accent1">
              <a:shade val="50000"/>
            </a:schemeClr>
          </a:lnRef>
          <a:fillRef idx="1">
            <a:schemeClr val="accent1"/>
          </a:fillRef>
          <a:effectRef idx="0">
            <a:schemeClr val="accent1"/>
          </a:effectRef>
          <a:fontRef idx="minor">
            <a:schemeClr val="lt1"/>
          </a:fontRef>
        </p:style>
        <p:txBody>
          <a:bodyPr wrap="square" lIns="68580" tIns="34290" rIns="68580" bIns="34290" anchor="ctr">
            <a:noAutofit/>
          </a:bodyPr>
          <a:lstStyle/>
          <a:p>
            <a:pPr algn="ctr"/>
            <a:endParaRPr lang="zh-CN" altLang="en-US">
              <a:solidFill>
                <a:schemeClr val="bg1"/>
              </a:solidFill>
              <a:cs typeface="+mn-ea"/>
            </a:endParaRPr>
          </a:p>
        </p:txBody>
      </p:sp>
      <p:sp>
        <p:nvSpPr>
          <p:cNvPr id="217" name="任意多边形 216"/>
          <p:cNvSpPr/>
          <p:nvPr/>
        </p:nvSpPr>
        <p:spPr>
          <a:xfrm rot="466415">
            <a:off x="5465739" y="1498063"/>
            <a:ext cx="918422" cy="622928"/>
          </a:xfrm>
          <a:custGeom>
            <a:avLst/>
            <a:gdLst>
              <a:gd name="connsiteX0" fmla="*/ 0 w 1297781"/>
              <a:gd name="connsiteY0" fmla="*/ 823913 h 876300"/>
              <a:gd name="connsiteX1" fmla="*/ 0 w 1297781"/>
              <a:gd name="connsiteY1" fmla="*/ 876300 h 876300"/>
              <a:gd name="connsiteX2" fmla="*/ 1297781 w 1297781"/>
              <a:gd name="connsiteY2" fmla="*/ 42863 h 876300"/>
              <a:gd name="connsiteX3" fmla="*/ 1293019 w 1297781"/>
              <a:gd name="connsiteY3" fmla="*/ 0 h 876300"/>
              <a:gd name="connsiteX4" fmla="*/ 0 w 1297781"/>
              <a:gd name="connsiteY4" fmla="*/ 823913 h 876300"/>
              <a:gd name="connsiteX0" fmla="*/ 0 w 1297781"/>
              <a:gd name="connsiteY0" fmla="*/ 823913 h 876300"/>
              <a:gd name="connsiteX1" fmla="*/ 0 w 1297781"/>
              <a:gd name="connsiteY1" fmla="*/ 876300 h 876300"/>
              <a:gd name="connsiteX2" fmla="*/ 1297781 w 1297781"/>
              <a:gd name="connsiteY2" fmla="*/ 42863 h 876300"/>
              <a:gd name="connsiteX3" fmla="*/ 1281113 w 1297781"/>
              <a:gd name="connsiteY3" fmla="*/ 0 h 876300"/>
              <a:gd name="connsiteX4" fmla="*/ 0 w 1297781"/>
              <a:gd name="connsiteY4" fmla="*/ 823913 h 876300"/>
              <a:gd name="connsiteX0" fmla="*/ 0 w 1288256"/>
              <a:gd name="connsiteY0" fmla="*/ 823913 h 876300"/>
              <a:gd name="connsiteX1" fmla="*/ 0 w 1288256"/>
              <a:gd name="connsiteY1" fmla="*/ 876300 h 876300"/>
              <a:gd name="connsiteX2" fmla="*/ 1288256 w 1288256"/>
              <a:gd name="connsiteY2" fmla="*/ 45244 h 876300"/>
              <a:gd name="connsiteX3" fmla="*/ 1281113 w 1288256"/>
              <a:gd name="connsiteY3" fmla="*/ 0 h 876300"/>
              <a:gd name="connsiteX4" fmla="*/ 0 w 1288256"/>
              <a:gd name="connsiteY4" fmla="*/ 823913 h 876300"/>
              <a:gd name="connsiteX0" fmla="*/ 4762 w 1288256"/>
              <a:gd name="connsiteY0" fmla="*/ 814388 h 876300"/>
              <a:gd name="connsiteX1" fmla="*/ 0 w 1288256"/>
              <a:gd name="connsiteY1" fmla="*/ 876300 h 876300"/>
              <a:gd name="connsiteX2" fmla="*/ 1288256 w 1288256"/>
              <a:gd name="connsiteY2" fmla="*/ 45244 h 876300"/>
              <a:gd name="connsiteX3" fmla="*/ 1281113 w 1288256"/>
              <a:gd name="connsiteY3" fmla="*/ 0 h 876300"/>
              <a:gd name="connsiteX4" fmla="*/ 4762 w 1288256"/>
              <a:gd name="connsiteY4" fmla="*/ 814388 h 876300"/>
              <a:gd name="connsiteX0" fmla="*/ 0 w 1288256"/>
              <a:gd name="connsiteY0" fmla="*/ 812007 h 876300"/>
              <a:gd name="connsiteX1" fmla="*/ 0 w 1288256"/>
              <a:gd name="connsiteY1" fmla="*/ 876300 h 876300"/>
              <a:gd name="connsiteX2" fmla="*/ 1288256 w 1288256"/>
              <a:gd name="connsiteY2" fmla="*/ 45244 h 876300"/>
              <a:gd name="connsiteX3" fmla="*/ 1281113 w 1288256"/>
              <a:gd name="connsiteY3" fmla="*/ 0 h 876300"/>
              <a:gd name="connsiteX4" fmla="*/ 0 w 1288256"/>
              <a:gd name="connsiteY4" fmla="*/ 812007 h 876300"/>
              <a:gd name="connsiteX0" fmla="*/ 0 w 1281113"/>
              <a:gd name="connsiteY0" fmla="*/ 812007 h 876300"/>
              <a:gd name="connsiteX1" fmla="*/ 0 w 1281113"/>
              <a:gd name="connsiteY1" fmla="*/ 876300 h 876300"/>
              <a:gd name="connsiteX2" fmla="*/ 1088231 w 1281113"/>
              <a:gd name="connsiteY2" fmla="*/ 173831 h 876300"/>
              <a:gd name="connsiteX3" fmla="*/ 1281113 w 1281113"/>
              <a:gd name="connsiteY3" fmla="*/ 0 h 876300"/>
              <a:gd name="connsiteX4" fmla="*/ 0 w 1281113"/>
              <a:gd name="connsiteY4" fmla="*/ 812007 h 876300"/>
              <a:gd name="connsiteX0" fmla="*/ 0 w 1088232"/>
              <a:gd name="connsiteY0" fmla="*/ 685801 h 750094"/>
              <a:gd name="connsiteX1" fmla="*/ 0 w 1088232"/>
              <a:gd name="connsiteY1" fmla="*/ 750094 h 750094"/>
              <a:gd name="connsiteX2" fmla="*/ 1088231 w 1088232"/>
              <a:gd name="connsiteY2" fmla="*/ 47625 h 750094"/>
              <a:gd name="connsiteX3" fmla="*/ 1088232 w 1088232"/>
              <a:gd name="connsiteY3" fmla="*/ 0 h 750094"/>
              <a:gd name="connsiteX4" fmla="*/ 0 w 1088232"/>
              <a:gd name="connsiteY4" fmla="*/ 685801 h 750094"/>
              <a:gd name="connsiteX0" fmla="*/ 0 w 1095375"/>
              <a:gd name="connsiteY0" fmla="*/ 685801 h 750094"/>
              <a:gd name="connsiteX1" fmla="*/ 0 w 1095375"/>
              <a:gd name="connsiteY1" fmla="*/ 750094 h 750094"/>
              <a:gd name="connsiteX2" fmla="*/ 1095375 w 1095375"/>
              <a:gd name="connsiteY2" fmla="*/ 50006 h 750094"/>
              <a:gd name="connsiteX3" fmla="*/ 1088232 w 1095375"/>
              <a:gd name="connsiteY3" fmla="*/ 0 h 750094"/>
              <a:gd name="connsiteX4" fmla="*/ 0 w 1095375"/>
              <a:gd name="connsiteY4" fmla="*/ 685801 h 750094"/>
              <a:gd name="connsiteX0" fmla="*/ 0 w 1095376"/>
              <a:gd name="connsiteY0" fmla="*/ 678657 h 742950"/>
              <a:gd name="connsiteX1" fmla="*/ 0 w 1095376"/>
              <a:gd name="connsiteY1" fmla="*/ 742950 h 742950"/>
              <a:gd name="connsiteX2" fmla="*/ 1095375 w 1095376"/>
              <a:gd name="connsiteY2" fmla="*/ 42862 h 742950"/>
              <a:gd name="connsiteX3" fmla="*/ 1095376 w 1095376"/>
              <a:gd name="connsiteY3" fmla="*/ 0 h 742950"/>
              <a:gd name="connsiteX4" fmla="*/ 0 w 1095376"/>
              <a:gd name="connsiteY4" fmla="*/ 678657 h 7429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95376" h="742950">
                <a:moveTo>
                  <a:pt x="0" y="678657"/>
                </a:moveTo>
                <a:lnTo>
                  <a:pt x="0" y="742950"/>
                </a:lnTo>
                <a:lnTo>
                  <a:pt x="1095375" y="42862"/>
                </a:lnTo>
                <a:cubicBezTo>
                  <a:pt x="1095375" y="26987"/>
                  <a:pt x="1095376" y="15875"/>
                  <a:pt x="1095376" y="0"/>
                </a:cubicBezTo>
                <a:lnTo>
                  <a:pt x="0" y="678657"/>
                </a:lnTo>
                <a:close/>
              </a:path>
            </a:pathLst>
          </a:custGeom>
          <a:solidFill>
            <a:schemeClr val="accent1">
              <a:lumMod val="75000"/>
              <a:lumOff val="25000"/>
              <a:alpha val="50000"/>
            </a:schemeClr>
          </a:solidFill>
          <a:ln w="25400">
            <a:noFill/>
          </a:ln>
          <a:effectLst/>
        </p:spPr>
        <p:style>
          <a:lnRef idx="2">
            <a:schemeClr val="accent1">
              <a:shade val="50000"/>
            </a:schemeClr>
          </a:lnRef>
          <a:fillRef idx="1">
            <a:schemeClr val="accent1"/>
          </a:fillRef>
          <a:effectRef idx="0">
            <a:schemeClr val="accent1"/>
          </a:effectRef>
          <a:fontRef idx="minor">
            <a:schemeClr val="lt1"/>
          </a:fontRef>
        </p:style>
        <p:txBody>
          <a:bodyPr wrap="square" lIns="68580" tIns="34290" rIns="68580" bIns="34290" anchor="ctr">
            <a:noAutofit/>
          </a:bodyPr>
          <a:lstStyle/>
          <a:p>
            <a:pPr algn="ctr"/>
            <a:endParaRPr lang="zh-CN" altLang="en-US">
              <a:solidFill>
                <a:schemeClr val="bg1"/>
              </a:solidFill>
              <a:cs typeface="+mn-ea"/>
            </a:endParaRPr>
          </a:p>
        </p:txBody>
      </p:sp>
      <p:sp>
        <p:nvSpPr>
          <p:cNvPr id="218" name="文本框 70"/>
          <p:cNvSpPr txBox="1"/>
          <p:nvPr/>
        </p:nvSpPr>
        <p:spPr>
          <a:xfrm rot="466415">
            <a:off x="4775299" y="932963"/>
            <a:ext cx="402995" cy="700192"/>
          </a:xfrm>
          <a:prstGeom prst="rect">
            <a:avLst/>
          </a:prstGeom>
          <a:noFill/>
          <a:scene3d>
            <a:camera prst="isometricOffAxis1Top">
              <a:rot lat="20448468" lon="18136550" rev="3247942"/>
            </a:camera>
            <a:lightRig rig="threePt" dir="t"/>
          </a:scene3d>
          <a:sp3d/>
        </p:spPr>
        <p:txBody>
          <a:bodyPr wrap="none" lIns="68580" tIns="34290" rIns="68580" bIns="34290" rtlCol="0">
            <a:spAutoFit/>
          </a:bodyPr>
          <a:lstStyle/>
          <a:p>
            <a:r>
              <a:rPr lang="en-US" altLang="zh-CN" sz="4100" b="1" dirty="0">
                <a:solidFill>
                  <a:schemeClr val="bg1"/>
                </a:solidFill>
              </a:rPr>
              <a:t>4</a:t>
            </a:r>
            <a:endParaRPr lang="zh-CN" altLang="en-US" sz="4100" b="1" dirty="0">
              <a:solidFill>
                <a:schemeClr val="bg1"/>
              </a:solidFill>
            </a:endParaRPr>
          </a:p>
        </p:txBody>
      </p:sp>
      <p:sp>
        <p:nvSpPr>
          <p:cNvPr id="219" name="任意多边形 218"/>
          <p:cNvSpPr/>
          <p:nvPr/>
        </p:nvSpPr>
        <p:spPr>
          <a:xfrm rot="452259">
            <a:off x="3122458" y="950334"/>
            <a:ext cx="2421094" cy="1387637"/>
          </a:xfrm>
          <a:custGeom>
            <a:avLst/>
            <a:gdLst>
              <a:gd name="connsiteX0" fmla="*/ 0 w 2583180"/>
              <a:gd name="connsiteY0" fmla="*/ 769620 h 1592580"/>
              <a:gd name="connsiteX1" fmla="*/ 1303020 w 2583180"/>
              <a:gd name="connsiteY1" fmla="*/ 1592580 h 1592580"/>
              <a:gd name="connsiteX2" fmla="*/ 2583180 w 2583180"/>
              <a:gd name="connsiteY2" fmla="*/ 769620 h 1592580"/>
              <a:gd name="connsiteX3" fmla="*/ 1272540 w 2583180"/>
              <a:gd name="connsiteY3" fmla="*/ 0 h 1592580"/>
              <a:gd name="connsiteX4" fmla="*/ 0 w 2583180"/>
              <a:gd name="connsiteY4" fmla="*/ 769620 h 15925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583180" h="1592580">
                <a:moveTo>
                  <a:pt x="0" y="769620"/>
                </a:moveTo>
                <a:lnTo>
                  <a:pt x="1303020" y="1592580"/>
                </a:lnTo>
                <a:lnTo>
                  <a:pt x="2583180" y="769620"/>
                </a:lnTo>
                <a:lnTo>
                  <a:pt x="1272540" y="0"/>
                </a:lnTo>
                <a:lnTo>
                  <a:pt x="0" y="769620"/>
                </a:lnTo>
                <a:close/>
              </a:path>
            </a:pathLst>
          </a:custGeom>
          <a:solidFill>
            <a:schemeClr val="accent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zh-CN" altLang="en-US" sz="1500">
              <a:solidFill>
                <a:srgbClr val="595959"/>
              </a:solidFill>
            </a:endParaRPr>
          </a:p>
        </p:txBody>
      </p:sp>
      <p:sp>
        <p:nvSpPr>
          <p:cNvPr id="220" name="任意多边形 219"/>
          <p:cNvSpPr/>
          <p:nvPr/>
        </p:nvSpPr>
        <p:spPr>
          <a:xfrm rot="452259">
            <a:off x="4203245" y="1678203"/>
            <a:ext cx="1122476" cy="763533"/>
          </a:xfrm>
          <a:custGeom>
            <a:avLst/>
            <a:gdLst>
              <a:gd name="connsiteX0" fmla="*/ 0 w 1297781"/>
              <a:gd name="connsiteY0" fmla="*/ 823913 h 876300"/>
              <a:gd name="connsiteX1" fmla="*/ 0 w 1297781"/>
              <a:gd name="connsiteY1" fmla="*/ 876300 h 876300"/>
              <a:gd name="connsiteX2" fmla="*/ 1297781 w 1297781"/>
              <a:gd name="connsiteY2" fmla="*/ 42863 h 876300"/>
              <a:gd name="connsiteX3" fmla="*/ 1293019 w 1297781"/>
              <a:gd name="connsiteY3" fmla="*/ 0 h 876300"/>
              <a:gd name="connsiteX4" fmla="*/ 0 w 1297781"/>
              <a:gd name="connsiteY4" fmla="*/ 823913 h 876300"/>
              <a:gd name="connsiteX0" fmla="*/ 0 w 1297781"/>
              <a:gd name="connsiteY0" fmla="*/ 823913 h 876300"/>
              <a:gd name="connsiteX1" fmla="*/ 0 w 1297781"/>
              <a:gd name="connsiteY1" fmla="*/ 876300 h 876300"/>
              <a:gd name="connsiteX2" fmla="*/ 1297781 w 1297781"/>
              <a:gd name="connsiteY2" fmla="*/ 42863 h 876300"/>
              <a:gd name="connsiteX3" fmla="*/ 1281113 w 1297781"/>
              <a:gd name="connsiteY3" fmla="*/ 0 h 876300"/>
              <a:gd name="connsiteX4" fmla="*/ 0 w 1297781"/>
              <a:gd name="connsiteY4" fmla="*/ 823913 h 876300"/>
              <a:gd name="connsiteX0" fmla="*/ 0 w 1288256"/>
              <a:gd name="connsiteY0" fmla="*/ 823913 h 876300"/>
              <a:gd name="connsiteX1" fmla="*/ 0 w 1288256"/>
              <a:gd name="connsiteY1" fmla="*/ 876300 h 876300"/>
              <a:gd name="connsiteX2" fmla="*/ 1288256 w 1288256"/>
              <a:gd name="connsiteY2" fmla="*/ 45244 h 876300"/>
              <a:gd name="connsiteX3" fmla="*/ 1281113 w 1288256"/>
              <a:gd name="connsiteY3" fmla="*/ 0 h 876300"/>
              <a:gd name="connsiteX4" fmla="*/ 0 w 1288256"/>
              <a:gd name="connsiteY4" fmla="*/ 823913 h 8763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88256" h="876300">
                <a:moveTo>
                  <a:pt x="0" y="823913"/>
                </a:moveTo>
                <a:lnTo>
                  <a:pt x="0" y="876300"/>
                </a:lnTo>
                <a:lnTo>
                  <a:pt x="1288256" y="45244"/>
                </a:lnTo>
                <a:lnTo>
                  <a:pt x="1281113" y="0"/>
                </a:lnTo>
                <a:lnTo>
                  <a:pt x="0" y="823913"/>
                </a:lnTo>
                <a:close/>
              </a:path>
            </a:pathLst>
          </a:custGeom>
          <a:solidFill>
            <a:schemeClr val="accent1">
              <a:lumMod val="75000"/>
              <a:lumOff val="25000"/>
              <a:alpha val="50000"/>
            </a:schemeClr>
          </a:solidFill>
          <a:ln w="25400">
            <a:noFill/>
          </a:ln>
          <a:effectLst/>
        </p:spPr>
        <p:style>
          <a:lnRef idx="2">
            <a:schemeClr val="accent1">
              <a:shade val="50000"/>
            </a:schemeClr>
          </a:lnRef>
          <a:fillRef idx="1">
            <a:schemeClr val="accent1"/>
          </a:fillRef>
          <a:effectRef idx="0">
            <a:schemeClr val="accent1"/>
          </a:effectRef>
          <a:fontRef idx="minor">
            <a:schemeClr val="lt1"/>
          </a:fontRef>
        </p:style>
        <p:txBody>
          <a:bodyPr wrap="square" lIns="68580" tIns="34290" rIns="68580" bIns="34290" anchor="ctr">
            <a:noAutofit/>
          </a:bodyPr>
          <a:lstStyle/>
          <a:p>
            <a:pPr algn="ctr"/>
            <a:endParaRPr lang="zh-CN" altLang="en-US">
              <a:solidFill>
                <a:schemeClr val="bg1"/>
              </a:solidFill>
              <a:cs typeface="+mn-ea"/>
            </a:endParaRPr>
          </a:p>
        </p:txBody>
      </p:sp>
      <p:sp>
        <p:nvSpPr>
          <p:cNvPr id="221" name="任意多边形 220"/>
          <p:cNvSpPr/>
          <p:nvPr/>
        </p:nvSpPr>
        <p:spPr>
          <a:xfrm rot="452259">
            <a:off x="3084217" y="1531376"/>
            <a:ext cx="1130775" cy="762841"/>
          </a:xfrm>
          <a:custGeom>
            <a:avLst/>
            <a:gdLst>
              <a:gd name="connsiteX0" fmla="*/ 0 w 1314450"/>
              <a:gd name="connsiteY0" fmla="*/ 0 h 882650"/>
              <a:gd name="connsiteX1" fmla="*/ 0 w 1314450"/>
              <a:gd name="connsiteY1" fmla="*/ 63500 h 882650"/>
              <a:gd name="connsiteX2" fmla="*/ 1304925 w 1314450"/>
              <a:gd name="connsiteY2" fmla="*/ 882650 h 882650"/>
              <a:gd name="connsiteX3" fmla="*/ 1314450 w 1314450"/>
              <a:gd name="connsiteY3" fmla="*/ 815975 h 882650"/>
              <a:gd name="connsiteX4" fmla="*/ 0 w 1314450"/>
              <a:gd name="connsiteY4" fmla="*/ 0 h 882650"/>
              <a:gd name="connsiteX0" fmla="*/ 0 w 1314450"/>
              <a:gd name="connsiteY0" fmla="*/ 0 h 873125"/>
              <a:gd name="connsiteX1" fmla="*/ 0 w 1314450"/>
              <a:gd name="connsiteY1" fmla="*/ 63500 h 873125"/>
              <a:gd name="connsiteX2" fmla="*/ 1309688 w 1314450"/>
              <a:gd name="connsiteY2" fmla="*/ 873125 h 873125"/>
              <a:gd name="connsiteX3" fmla="*/ 1314450 w 1314450"/>
              <a:gd name="connsiteY3" fmla="*/ 815975 h 873125"/>
              <a:gd name="connsiteX4" fmla="*/ 0 w 1314450"/>
              <a:gd name="connsiteY4" fmla="*/ 0 h 873125"/>
              <a:gd name="connsiteX0" fmla="*/ 0 w 1314450"/>
              <a:gd name="connsiteY0" fmla="*/ 0 h 875506"/>
              <a:gd name="connsiteX1" fmla="*/ 0 w 1314450"/>
              <a:gd name="connsiteY1" fmla="*/ 63500 h 875506"/>
              <a:gd name="connsiteX2" fmla="*/ 1314450 w 1314450"/>
              <a:gd name="connsiteY2" fmla="*/ 875506 h 875506"/>
              <a:gd name="connsiteX3" fmla="*/ 1314450 w 1314450"/>
              <a:gd name="connsiteY3" fmla="*/ 815975 h 875506"/>
              <a:gd name="connsiteX4" fmla="*/ 0 w 1314450"/>
              <a:gd name="connsiteY4" fmla="*/ 0 h 875506"/>
              <a:gd name="connsiteX0" fmla="*/ 16669 w 1314450"/>
              <a:gd name="connsiteY0" fmla="*/ 0 h 868362"/>
              <a:gd name="connsiteX1" fmla="*/ 0 w 1314450"/>
              <a:gd name="connsiteY1" fmla="*/ 56356 h 868362"/>
              <a:gd name="connsiteX2" fmla="*/ 1314450 w 1314450"/>
              <a:gd name="connsiteY2" fmla="*/ 868362 h 868362"/>
              <a:gd name="connsiteX3" fmla="*/ 1314450 w 1314450"/>
              <a:gd name="connsiteY3" fmla="*/ 808831 h 868362"/>
              <a:gd name="connsiteX4" fmla="*/ 16669 w 1314450"/>
              <a:gd name="connsiteY4" fmla="*/ 0 h 868362"/>
              <a:gd name="connsiteX0" fmla="*/ 4763 w 1302544"/>
              <a:gd name="connsiteY0" fmla="*/ 0 h 868362"/>
              <a:gd name="connsiteX1" fmla="*/ 0 w 1302544"/>
              <a:gd name="connsiteY1" fmla="*/ 63500 h 868362"/>
              <a:gd name="connsiteX2" fmla="*/ 1302544 w 1302544"/>
              <a:gd name="connsiteY2" fmla="*/ 868362 h 868362"/>
              <a:gd name="connsiteX3" fmla="*/ 1302544 w 1302544"/>
              <a:gd name="connsiteY3" fmla="*/ 808831 h 868362"/>
              <a:gd name="connsiteX4" fmla="*/ 4763 w 1302544"/>
              <a:gd name="connsiteY4" fmla="*/ 0 h 868362"/>
              <a:gd name="connsiteX0" fmla="*/ 4763 w 1302544"/>
              <a:gd name="connsiteY0" fmla="*/ 0 h 875506"/>
              <a:gd name="connsiteX1" fmla="*/ 0 w 1302544"/>
              <a:gd name="connsiteY1" fmla="*/ 70644 h 875506"/>
              <a:gd name="connsiteX2" fmla="*/ 1302544 w 1302544"/>
              <a:gd name="connsiteY2" fmla="*/ 875506 h 875506"/>
              <a:gd name="connsiteX3" fmla="*/ 1302544 w 1302544"/>
              <a:gd name="connsiteY3" fmla="*/ 815975 h 875506"/>
              <a:gd name="connsiteX4" fmla="*/ 4763 w 1302544"/>
              <a:gd name="connsiteY4" fmla="*/ 0 h 875506"/>
              <a:gd name="connsiteX0" fmla="*/ 7145 w 1304926"/>
              <a:gd name="connsiteY0" fmla="*/ 0 h 875506"/>
              <a:gd name="connsiteX1" fmla="*/ 0 w 1304926"/>
              <a:gd name="connsiteY1" fmla="*/ 53975 h 875506"/>
              <a:gd name="connsiteX2" fmla="*/ 1304926 w 1304926"/>
              <a:gd name="connsiteY2" fmla="*/ 875506 h 875506"/>
              <a:gd name="connsiteX3" fmla="*/ 1304926 w 1304926"/>
              <a:gd name="connsiteY3" fmla="*/ 815975 h 875506"/>
              <a:gd name="connsiteX4" fmla="*/ 7145 w 1304926"/>
              <a:gd name="connsiteY4" fmla="*/ 0 h 875506"/>
              <a:gd name="connsiteX0" fmla="*/ 1 w 1297782"/>
              <a:gd name="connsiteY0" fmla="*/ 0 h 875506"/>
              <a:gd name="connsiteX1" fmla="*/ 0 w 1297782"/>
              <a:gd name="connsiteY1" fmla="*/ 51594 h 875506"/>
              <a:gd name="connsiteX2" fmla="*/ 1297782 w 1297782"/>
              <a:gd name="connsiteY2" fmla="*/ 875506 h 875506"/>
              <a:gd name="connsiteX3" fmla="*/ 1297782 w 1297782"/>
              <a:gd name="connsiteY3" fmla="*/ 815975 h 875506"/>
              <a:gd name="connsiteX4" fmla="*/ 1 w 1297782"/>
              <a:gd name="connsiteY4" fmla="*/ 0 h 875506"/>
              <a:gd name="connsiteX0" fmla="*/ 0 w 1297781"/>
              <a:gd name="connsiteY0" fmla="*/ 0 h 875506"/>
              <a:gd name="connsiteX1" fmla="*/ 2380 w 1297781"/>
              <a:gd name="connsiteY1" fmla="*/ 44451 h 875506"/>
              <a:gd name="connsiteX2" fmla="*/ 1297781 w 1297781"/>
              <a:gd name="connsiteY2" fmla="*/ 875506 h 875506"/>
              <a:gd name="connsiteX3" fmla="*/ 1297781 w 1297781"/>
              <a:gd name="connsiteY3" fmla="*/ 815975 h 875506"/>
              <a:gd name="connsiteX4" fmla="*/ 0 w 1297781"/>
              <a:gd name="connsiteY4" fmla="*/ 0 h 87550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97781" h="875506">
                <a:moveTo>
                  <a:pt x="0" y="0"/>
                </a:moveTo>
                <a:cubicBezTo>
                  <a:pt x="0" y="17198"/>
                  <a:pt x="2380" y="27253"/>
                  <a:pt x="2380" y="44451"/>
                </a:cubicBezTo>
                <a:lnTo>
                  <a:pt x="1297781" y="875506"/>
                </a:lnTo>
                <a:lnTo>
                  <a:pt x="1297781" y="815975"/>
                </a:lnTo>
                <a:lnTo>
                  <a:pt x="0" y="0"/>
                </a:lnTo>
                <a:close/>
              </a:path>
            </a:pathLst>
          </a:custGeom>
          <a:solidFill>
            <a:schemeClr val="accent1">
              <a:lumMod val="75000"/>
              <a:lumOff val="25000"/>
              <a:alpha val="50000"/>
            </a:schemeClr>
          </a:solidFill>
          <a:ln w="25400">
            <a:noFill/>
          </a:ln>
          <a:effectLst/>
        </p:spPr>
        <p:style>
          <a:lnRef idx="2">
            <a:schemeClr val="accent1">
              <a:shade val="50000"/>
            </a:schemeClr>
          </a:lnRef>
          <a:fillRef idx="1">
            <a:schemeClr val="accent1"/>
          </a:fillRef>
          <a:effectRef idx="0">
            <a:schemeClr val="accent1"/>
          </a:effectRef>
          <a:fontRef idx="minor">
            <a:schemeClr val="lt1"/>
          </a:fontRef>
        </p:style>
        <p:txBody>
          <a:bodyPr wrap="square" lIns="68580" tIns="34290" rIns="68580" bIns="34290" anchor="ctr">
            <a:noAutofit/>
          </a:bodyPr>
          <a:lstStyle/>
          <a:p>
            <a:pPr algn="ctr"/>
            <a:endParaRPr lang="zh-CN" altLang="en-US">
              <a:solidFill>
                <a:schemeClr val="bg1"/>
              </a:solidFill>
              <a:cs typeface="+mn-ea"/>
            </a:endParaRPr>
          </a:p>
        </p:txBody>
      </p:sp>
      <p:sp>
        <p:nvSpPr>
          <p:cNvPr id="222" name="文本框 77"/>
          <p:cNvSpPr txBox="1"/>
          <p:nvPr/>
        </p:nvSpPr>
        <p:spPr>
          <a:xfrm rot="452259">
            <a:off x="3467429" y="1161188"/>
            <a:ext cx="402995" cy="700192"/>
          </a:xfrm>
          <a:prstGeom prst="rect">
            <a:avLst/>
          </a:prstGeom>
          <a:noFill/>
          <a:scene3d>
            <a:camera prst="isometricOffAxis1Top">
              <a:rot lat="20448468" lon="18136550" rev="3247942"/>
            </a:camera>
            <a:lightRig rig="threePt" dir="t"/>
          </a:scene3d>
          <a:sp3d/>
        </p:spPr>
        <p:txBody>
          <a:bodyPr wrap="none" lIns="68580" tIns="34290" rIns="68580" bIns="34290" rtlCol="0">
            <a:spAutoFit/>
          </a:bodyPr>
          <a:lstStyle/>
          <a:p>
            <a:r>
              <a:rPr lang="en-US" altLang="zh-CN" sz="4100" b="1" dirty="0">
                <a:solidFill>
                  <a:schemeClr val="bg1"/>
                </a:solidFill>
              </a:rPr>
              <a:t>3</a:t>
            </a:r>
            <a:endParaRPr lang="zh-CN" altLang="en-US" sz="4100" b="1" dirty="0">
              <a:solidFill>
                <a:schemeClr val="bg1"/>
              </a:solidFill>
            </a:endParaRPr>
          </a:p>
        </p:txBody>
      </p:sp>
      <p:sp>
        <p:nvSpPr>
          <p:cNvPr id="223" name="任意多边形 222"/>
          <p:cNvSpPr/>
          <p:nvPr/>
        </p:nvSpPr>
        <p:spPr>
          <a:xfrm rot="520032">
            <a:off x="1944322" y="1244434"/>
            <a:ext cx="2284493" cy="1442235"/>
          </a:xfrm>
          <a:custGeom>
            <a:avLst/>
            <a:gdLst>
              <a:gd name="connsiteX0" fmla="*/ 0 w 2583180"/>
              <a:gd name="connsiteY0" fmla="*/ 769620 h 1592580"/>
              <a:gd name="connsiteX1" fmla="*/ 1303020 w 2583180"/>
              <a:gd name="connsiteY1" fmla="*/ 1592580 h 1592580"/>
              <a:gd name="connsiteX2" fmla="*/ 2583180 w 2583180"/>
              <a:gd name="connsiteY2" fmla="*/ 769620 h 1592580"/>
              <a:gd name="connsiteX3" fmla="*/ 1272540 w 2583180"/>
              <a:gd name="connsiteY3" fmla="*/ 0 h 1592580"/>
              <a:gd name="connsiteX4" fmla="*/ 0 w 2583180"/>
              <a:gd name="connsiteY4" fmla="*/ 769620 h 15925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583180" h="1592580">
                <a:moveTo>
                  <a:pt x="0" y="769620"/>
                </a:moveTo>
                <a:lnTo>
                  <a:pt x="1303020" y="1592580"/>
                </a:lnTo>
                <a:lnTo>
                  <a:pt x="2583180" y="769620"/>
                </a:lnTo>
                <a:lnTo>
                  <a:pt x="1272540" y="0"/>
                </a:lnTo>
                <a:lnTo>
                  <a:pt x="0" y="769620"/>
                </a:lnTo>
                <a:close/>
              </a:path>
            </a:pathLst>
          </a:custGeom>
          <a:solidFill>
            <a:schemeClr val="accent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zh-CN" altLang="en-US" sz="1500">
              <a:solidFill>
                <a:srgbClr val="595959"/>
              </a:solidFill>
            </a:endParaRPr>
          </a:p>
        </p:txBody>
      </p:sp>
      <p:sp>
        <p:nvSpPr>
          <p:cNvPr id="224" name="任意多边形 223"/>
          <p:cNvSpPr/>
          <p:nvPr/>
        </p:nvSpPr>
        <p:spPr>
          <a:xfrm rot="520032">
            <a:off x="2954609" y="1958177"/>
            <a:ext cx="1052141" cy="743536"/>
          </a:xfrm>
          <a:custGeom>
            <a:avLst/>
            <a:gdLst>
              <a:gd name="connsiteX0" fmla="*/ 0 w 1297781"/>
              <a:gd name="connsiteY0" fmla="*/ 823913 h 876300"/>
              <a:gd name="connsiteX1" fmla="*/ 0 w 1297781"/>
              <a:gd name="connsiteY1" fmla="*/ 876300 h 876300"/>
              <a:gd name="connsiteX2" fmla="*/ 1297781 w 1297781"/>
              <a:gd name="connsiteY2" fmla="*/ 42863 h 876300"/>
              <a:gd name="connsiteX3" fmla="*/ 1293019 w 1297781"/>
              <a:gd name="connsiteY3" fmla="*/ 0 h 876300"/>
              <a:gd name="connsiteX4" fmla="*/ 0 w 1297781"/>
              <a:gd name="connsiteY4" fmla="*/ 823913 h 876300"/>
              <a:gd name="connsiteX0" fmla="*/ 0 w 1297781"/>
              <a:gd name="connsiteY0" fmla="*/ 823913 h 876300"/>
              <a:gd name="connsiteX1" fmla="*/ 0 w 1297781"/>
              <a:gd name="connsiteY1" fmla="*/ 876300 h 876300"/>
              <a:gd name="connsiteX2" fmla="*/ 1297781 w 1297781"/>
              <a:gd name="connsiteY2" fmla="*/ 42863 h 876300"/>
              <a:gd name="connsiteX3" fmla="*/ 1281113 w 1297781"/>
              <a:gd name="connsiteY3" fmla="*/ 0 h 876300"/>
              <a:gd name="connsiteX4" fmla="*/ 0 w 1297781"/>
              <a:gd name="connsiteY4" fmla="*/ 823913 h 876300"/>
              <a:gd name="connsiteX0" fmla="*/ 0 w 1288256"/>
              <a:gd name="connsiteY0" fmla="*/ 823913 h 876300"/>
              <a:gd name="connsiteX1" fmla="*/ 0 w 1288256"/>
              <a:gd name="connsiteY1" fmla="*/ 876300 h 876300"/>
              <a:gd name="connsiteX2" fmla="*/ 1288256 w 1288256"/>
              <a:gd name="connsiteY2" fmla="*/ 45244 h 876300"/>
              <a:gd name="connsiteX3" fmla="*/ 1281113 w 1288256"/>
              <a:gd name="connsiteY3" fmla="*/ 0 h 876300"/>
              <a:gd name="connsiteX4" fmla="*/ 0 w 1288256"/>
              <a:gd name="connsiteY4" fmla="*/ 823913 h 8763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88256" h="876300">
                <a:moveTo>
                  <a:pt x="0" y="823913"/>
                </a:moveTo>
                <a:lnTo>
                  <a:pt x="0" y="876300"/>
                </a:lnTo>
                <a:lnTo>
                  <a:pt x="1288256" y="45244"/>
                </a:lnTo>
                <a:lnTo>
                  <a:pt x="1281113" y="0"/>
                </a:lnTo>
                <a:lnTo>
                  <a:pt x="0" y="823913"/>
                </a:lnTo>
                <a:close/>
              </a:path>
            </a:pathLst>
          </a:custGeom>
          <a:solidFill>
            <a:schemeClr val="accent1">
              <a:lumMod val="75000"/>
              <a:lumOff val="25000"/>
              <a:alpha val="50000"/>
            </a:schemeClr>
          </a:solidFill>
          <a:ln w="25400">
            <a:noFill/>
          </a:ln>
          <a:effectLst/>
        </p:spPr>
        <p:style>
          <a:lnRef idx="2">
            <a:schemeClr val="accent1">
              <a:shade val="50000"/>
            </a:schemeClr>
          </a:lnRef>
          <a:fillRef idx="1">
            <a:schemeClr val="accent1"/>
          </a:fillRef>
          <a:effectRef idx="0">
            <a:schemeClr val="accent1"/>
          </a:effectRef>
          <a:fontRef idx="minor">
            <a:schemeClr val="lt1"/>
          </a:fontRef>
        </p:style>
        <p:txBody>
          <a:bodyPr wrap="square" lIns="68580" tIns="34290" rIns="68580" bIns="34290" anchor="ctr">
            <a:noAutofit/>
          </a:bodyPr>
          <a:lstStyle/>
          <a:p>
            <a:pPr algn="ctr"/>
            <a:endParaRPr lang="zh-CN" altLang="en-US">
              <a:solidFill>
                <a:schemeClr val="bg1"/>
              </a:solidFill>
              <a:cs typeface="+mn-ea"/>
            </a:endParaRPr>
          </a:p>
        </p:txBody>
      </p:sp>
      <p:sp>
        <p:nvSpPr>
          <p:cNvPr id="225" name="任意多边形 224"/>
          <p:cNvSpPr/>
          <p:nvPr/>
        </p:nvSpPr>
        <p:spPr>
          <a:xfrm rot="520032">
            <a:off x="1908620" y="1800002"/>
            <a:ext cx="1059920" cy="742862"/>
          </a:xfrm>
          <a:custGeom>
            <a:avLst/>
            <a:gdLst>
              <a:gd name="connsiteX0" fmla="*/ 0 w 1314450"/>
              <a:gd name="connsiteY0" fmla="*/ 0 h 882650"/>
              <a:gd name="connsiteX1" fmla="*/ 0 w 1314450"/>
              <a:gd name="connsiteY1" fmla="*/ 63500 h 882650"/>
              <a:gd name="connsiteX2" fmla="*/ 1304925 w 1314450"/>
              <a:gd name="connsiteY2" fmla="*/ 882650 h 882650"/>
              <a:gd name="connsiteX3" fmla="*/ 1314450 w 1314450"/>
              <a:gd name="connsiteY3" fmla="*/ 815975 h 882650"/>
              <a:gd name="connsiteX4" fmla="*/ 0 w 1314450"/>
              <a:gd name="connsiteY4" fmla="*/ 0 h 882650"/>
              <a:gd name="connsiteX0" fmla="*/ 0 w 1314450"/>
              <a:gd name="connsiteY0" fmla="*/ 0 h 873125"/>
              <a:gd name="connsiteX1" fmla="*/ 0 w 1314450"/>
              <a:gd name="connsiteY1" fmla="*/ 63500 h 873125"/>
              <a:gd name="connsiteX2" fmla="*/ 1309688 w 1314450"/>
              <a:gd name="connsiteY2" fmla="*/ 873125 h 873125"/>
              <a:gd name="connsiteX3" fmla="*/ 1314450 w 1314450"/>
              <a:gd name="connsiteY3" fmla="*/ 815975 h 873125"/>
              <a:gd name="connsiteX4" fmla="*/ 0 w 1314450"/>
              <a:gd name="connsiteY4" fmla="*/ 0 h 873125"/>
              <a:gd name="connsiteX0" fmla="*/ 0 w 1314450"/>
              <a:gd name="connsiteY0" fmla="*/ 0 h 875506"/>
              <a:gd name="connsiteX1" fmla="*/ 0 w 1314450"/>
              <a:gd name="connsiteY1" fmla="*/ 63500 h 875506"/>
              <a:gd name="connsiteX2" fmla="*/ 1314450 w 1314450"/>
              <a:gd name="connsiteY2" fmla="*/ 875506 h 875506"/>
              <a:gd name="connsiteX3" fmla="*/ 1314450 w 1314450"/>
              <a:gd name="connsiteY3" fmla="*/ 815975 h 875506"/>
              <a:gd name="connsiteX4" fmla="*/ 0 w 1314450"/>
              <a:gd name="connsiteY4" fmla="*/ 0 h 875506"/>
              <a:gd name="connsiteX0" fmla="*/ 16669 w 1314450"/>
              <a:gd name="connsiteY0" fmla="*/ 0 h 868362"/>
              <a:gd name="connsiteX1" fmla="*/ 0 w 1314450"/>
              <a:gd name="connsiteY1" fmla="*/ 56356 h 868362"/>
              <a:gd name="connsiteX2" fmla="*/ 1314450 w 1314450"/>
              <a:gd name="connsiteY2" fmla="*/ 868362 h 868362"/>
              <a:gd name="connsiteX3" fmla="*/ 1314450 w 1314450"/>
              <a:gd name="connsiteY3" fmla="*/ 808831 h 868362"/>
              <a:gd name="connsiteX4" fmla="*/ 16669 w 1314450"/>
              <a:gd name="connsiteY4" fmla="*/ 0 h 868362"/>
              <a:gd name="connsiteX0" fmla="*/ 4763 w 1302544"/>
              <a:gd name="connsiteY0" fmla="*/ 0 h 868362"/>
              <a:gd name="connsiteX1" fmla="*/ 0 w 1302544"/>
              <a:gd name="connsiteY1" fmla="*/ 63500 h 868362"/>
              <a:gd name="connsiteX2" fmla="*/ 1302544 w 1302544"/>
              <a:gd name="connsiteY2" fmla="*/ 868362 h 868362"/>
              <a:gd name="connsiteX3" fmla="*/ 1302544 w 1302544"/>
              <a:gd name="connsiteY3" fmla="*/ 808831 h 868362"/>
              <a:gd name="connsiteX4" fmla="*/ 4763 w 1302544"/>
              <a:gd name="connsiteY4" fmla="*/ 0 h 868362"/>
              <a:gd name="connsiteX0" fmla="*/ 4763 w 1302544"/>
              <a:gd name="connsiteY0" fmla="*/ 0 h 875506"/>
              <a:gd name="connsiteX1" fmla="*/ 0 w 1302544"/>
              <a:gd name="connsiteY1" fmla="*/ 70644 h 875506"/>
              <a:gd name="connsiteX2" fmla="*/ 1302544 w 1302544"/>
              <a:gd name="connsiteY2" fmla="*/ 875506 h 875506"/>
              <a:gd name="connsiteX3" fmla="*/ 1302544 w 1302544"/>
              <a:gd name="connsiteY3" fmla="*/ 815975 h 875506"/>
              <a:gd name="connsiteX4" fmla="*/ 4763 w 1302544"/>
              <a:gd name="connsiteY4" fmla="*/ 0 h 875506"/>
              <a:gd name="connsiteX0" fmla="*/ 7145 w 1304926"/>
              <a:gd name="connsiteY0" fmla="*/ 0 h 875506"/>
              <a:gd name="connsiteX1" fmla="*/ 0 w 1304926"/>
              <a:gd name="connsiteY1" fmla="*/ 53975 h 875506"/>
              <a:gd name="connsiteX2" fmla="*/ 1304926 w 1304926"/>
              <a:gd name="connsiteY2" fmla="*/ 875506 h 875506"/>
              <a:gd name="connsiteX3" fmla="*/ 1304926 w 1304926"/>
              <a:gd name="connsiteY3" fmla="*/ 815975 h 875506"/>
              <a:gd name="connsiteX4" fmla="*/ 7145 w 1304926"/>
              <a:gd name="connsiteY4" fmla="*/ 0 h 875506"/>
              <a:gd name="connsiteX0" fmla="*/ 1 w 1297782"/>
              <a:gd name="connsiteY0" fmla="*/ 0 h 875506"/>
              <a:gd name="connsiteX1" fmla="*/ 0 w 1297782"/>
              <a:gd name="connsiteY1" fmla="*/ 51594 h 875506"/>
              <a:gd name="connsiteX2" fmla="*/ 1297782 w 1297782"/>
              <a:gd name="connsiteY2" fmla="*/ 875506 h 875506"/>
              <a:gd name="connsiteX3" fmla="*/ 1297782 w 1297782"/>
              <a:gd name="connsiteY3" fmla="*/ 815975 h 875506"/>
              <a:gd name="connsiteX4" fmla="*/ 1 w 1297782"/>
              <a:gd name="connsiteY4" fmla="*/ 0 h 875506"/>
              <a:gd name="connsiteX0" fmla="*/ 0 w 1297781"/>
              <a:gd name="connsiteY0" fmla="*/ 0 h 875506"/>
              <a:gd name="connsiteX1" fmla="*/ 2380 w 1297781"/>
              <a:gd name="connsiteY1" fmla="*/ 44451 h 875506"/>
              <a:gd name="connsiteX2" fmla="*/ 1297781 w 1297781"/>
              <a:gd name="connsiteY2" fmla="*/ 875506 h 875506"/>
              <a:gd name="connsiteX3" fmla="*/ 1297781 w 1297781"/>
              <a:gd name="connsiteY3" fmla="*/ 815975 h 875506"/>
              <a:gd name="connsiteX4" fmla="*/ 0 w 1297781"/>
              <a:gd name="connsiteY4" fmla="*/ 0 h 87550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97781" h="875506">
                <a:moveTo>
                  <a:pt x="0" y="0"/>
                </a:moveTo>
                <a:cubicBezTo>
                  <a:pt x="0" y="17198"/>
                  <a:pt x="2380" y="27253"/>
                  <a:pt x="2380" y="44451"/>
                </a:cubicBezTo>
                <a:lnTo>
                  <a:pt x="1297781" y="875506"/>
                </a:lnTo>
                <a:lnTo>
                  <a:pt x="1297781" y="815975"/>
                </a:lnTo>
                <a:lnTo>
                  <a:pt x="0" y="0"/>
                </a:lnTo>
                <a:close/>
              </a:path>
            </a:pathLst>
          </a:custGeom>
          <a:solidFill>
            <a:schemeClr val="accent1">
              <a:lumMod val="75000"/>
              <a:lumOff val="25000"/>
              <a:alpha val="50000"/>
            </a:schemeClr>
          </a:solidFill>
          <a:ln w="25400">
            <a:noFill/>
          </a:ln>
          <a:effectLst/>
        </p:spPr>
        <p:style>
          <a:lnRef idx="2">
            <a:schemeClr val="accent1">
              <a:shade val="50000"/>
            </a:schemeClr>
          </a:lnRef>
          <a:fillRef idx="1">
            <a:schemeClr val="accent1"/>
          </a:fillRef>
          <a:effectRef idx="0">
            <a:schemeClr val="accent1"/>
          </a:effectRef>
          <a:fontRef idx="minor">
            <a:schemeClr val="lt1"/>
          </a:fontRef>
        </p:style>
        <p:txBody>
          <a:bodyPr wrap="square" lIns="68580" tIns="34290" rIns="68580" bIns="34290" anchor="ctr">
            <a:noAutofit/>
          </a:bodyPr>
          <a:lstStyle/>
          <a:p>
            <a:pPr algn="ctr"/>
            <a:endParaRPr lang="zh-CN" altLang="en-US">
              <a:solidFill>
                <a:schemeClr val="bg1"/>
              </a:solidFill>
              <a:cs typeface="+mn-ea"/>
            </a:endParaRPr>
          </a:p>
        </p:txBody>
      </p:sp>
      <p:sp>
        <p:nvSpPr>
          <p:cNvPr id="226" name="文本框 83"/>
          <p:cNvSpPr txBox="1"/>
          <p:nvPr/>
        </p:nvSpPr>
        <p:spPr>
          <a:xfrm rot="520032">
            <a:off x="2224518" y="1489747"/>
            <a:ext cx="402995" cy="700192"/>
          </a:xfrm>
          <a:prstGeom prst="rect">
            <a:avLst/>
          </a:prstGeom>
          <a:noFill/>
          <a:scene3d>
            <a:camera prst="isometricOffAxis1Top">
              <a:rot lat="20448468" lon="18136550" rev="3247942"/>
            </a:camera>
            <a:lightRig rig="threePt" dir="t"/>
          </a:scene3d>
          <a:sp3d/>
        </p:spPr>
        <p:txBody>
          <a:bodyPr wrap="none" lIns="68580" tIns="34290" rIns="68580" bIns="34290" rtlCol="0">
            <a:spAutoFit/>
          </a:bodyPr>
          <a:lstStyle/>
          <a:p>
            <a:r>
              <a:rPr lang="en-US" altLang="zh-CN" sz="4100" b="1" dirty="0">
                <a:solidFill>
                  <a:schemeClr val="bg1"/>
                </a:solidFill>
              </a:rPr>
              <a:t>2</a:t>
            </a:r>
            <a:endParaRPr lang="zh-CN" altLang="en-US" sz="4100" b="1" dirty="0">
              <a:solidFill>
                <a:schemeClr val="bg1"/>
              </a:solidFill>
            </a:endParaRPr>
          </a:p>
        </p:txBody>
      </p:sp>
      <p:sp>
        <p:nvSpPr>
          <p:cNvPr id="227" name="任意多边形 226"/>
          <p:cNvSpPr/>
          <p:nvPr/>
        </p:nvSpPr>
        <p:spPr>
          <a:xfrm rot="551618">
            <a:off x="600224" y="1476523"/>
            <a:ext cx="2236959" cy="1603130"/>
          </a:xfrm>
          <a:custGeom>
            <a:avLst/>
            <a:gdLst>
              <a:gd name="connsiteX0" fmla="*/ 0 w 2583180"/>
              <a:gd name="connsiteY0" fmla="*/ 769620 h 1592580"/>
              <a:gd name="connsiteX1" fmla="*/ 1303020 w 2583180"/>
              <a:gd name="connsiteY1" fmla="*/ 1592580 h 1592580"/>
              <a:gd name="connsiteX2" fmla="*/ 2583180 w 2583180"/>
              <a:gd name="connsiteY2" fmla="*/ 769620 h 1592580"/>
              <a:gd name="connsiteX3" fmla="*/ 1272540 w 2583180"/>
              <a:gd name="connsiteY3" fmla="*/ 0 h 1592580"/>
              <a:gd name="connsiteX4" fmla="*/ 0 w 2583180"/>
              <a:gd name="connsiteY4" fmla="*/ 769620 h 15925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583180" h="1592580">
                <a:moveTo>
                  <a:pt x="0" y="769620"/>
                </a:moveTo>
                <a:lnTo>
                  <a:pt x="1303020" y="1592580"/>
                </a:lnTo>
                <a:lnTo>
                  <a:pt x="2583180" y="769620"/>
                </a:lnTo>
                <a:lnTo>
                  <a:pt x="1272540" y="0"/>
                </a:lnTo>
                <a:lnTo>
                  <a:pt x="0" y="769620"/>
                </a:lnTo>
                <a:close/>
              </a:path>
            </a:pathLst>
          </a:custGeom>
          <a:solidFill>
            <a:schemeClr val="accent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zh-CN" altLang="en-US" sz="1500">
              <a:solidFill>
                <a:srgbClr val="595959"/>
              </a:solidFill>
            </a:endParaRPr>
          </a:p>
        </p:txBody>
      </p:sp>
      <p:sp>
        <p:nvSpPr>
          <p:cNvPr id="228" name="任意多边形 227"/>
          <p:cNvSpPr/>
          <p:nvPr/>
        </p:nvSpPr>
        <p:spPr>
          <a:xfrm rot="551618">
            <a:off x="1659939" y="2412059"/>
            <a:ext cx="1115592" cy="800704"/>
          </a:xfrm>
          <a:custGeom>
            <a:avLst/>
            <a:gdLst>
              <a:gd name="connsiteX0" fmla="*/ 0 w 1297781"/>
              <a:gd name="connsiteY0" fmla="*/ 823913 h 876300"/>
              <a:gd name="connsiteX1" fmla="*/ 0 w 1297781"/>
              <a:gd name="connsiteY1" fmla="*/ 876300 h 876300"/>
              <a:gd name="connsiteX2" fmla="*/ 1297781 w 1297781"/>
              <a:gd name="connsiteY2" fmla="*/ 42863 h 876300"/>
              <a:gd name="connsiteX3" fmla="*/ 1293019 w 1297781"/>
              <a:gd name="connsiteY3" fmla="*/ 0 h 876300"/>
              <a:gd name="connsiteX4" fmla="*/ 0 w 1297781"/>
              <a:gd name="connsiteY4" fmla="*/ 823913 h 876300"/>
              <a:gd name="connsiteX0" fmla="*/ 0 w 1297781"/>
              <a:gd name="connsiteY0" fmla="*/ 823913 h 876300"/>
              <a:gd name="connsiteX1" fmla="*/ 0 w 1297781"/>
              <a:gd name="connsiteY1" fmla="*/ 876300 h 876300"/>
              <a:gd name="connsiteX2" fmla="*/ 1297781 w 1297781"/>
              <a:gd name="connsiteY2" fmla="*/ 42863 h 876300"/>
              <a:gd name="connsiteX3" fmla="*/ 1281113 w 1297781"/>
              <a:gd name="connsiteY3" fmla="*/ 0 h 876300"/>
              <a:gd name="connsiteX4" fmla="*/ 0 w 1297781"/>
              <a:gd name="connsiteY4" fmla="*/ 823913 h 876300"/>
              <a:gd name="connsiteX0" fmla="*/ 0 w 1288256"/>
              <a:gd name="connsiteY0" fmla="*/ 823913 h 876300"/>
              <a:gd name="connsiteX1" fmla="*/ 0 w 1288256"/>
              <a:gd name="connsiteY1" fmla="*/ 876300 h 876300"/>
              <a:gd name="connsiteX2" fmla="*/ 1288256 w 1288256"/>
              <a:gd name="connsiteY2" fmla="*/ 45244 h 876300"/>
              <a:gd name="connsiteX3" fmla="*/ 1281113 w 1288256"/>
              <a:gd name="connsiteY3" fmla="*/ 0 h 876300"/>
              <a:gd name="connsiteX4" fmla="*/ 0 w 1288256"/>
              <a:gd name="connsiteY4" fmla="*/ 823913 h 8763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88256" h="876300">
                <a:moveTo>
                  <a:pt x="0" y="823913"/>
                </a:moveTo>
                <a:lnTo>
                  <a:pt x="0" y="876300"/>
                </a:lnTo>
                <a:lnTo>
                  <a:pt x="1288256" y="45244"/>
                </a:lnTo>
                <a:lnTo>
                  <a:pt x="1281113" y="0"/>
                </a:lnTo>
                <a:lnTo>
                  <a:pt x="0" y="823913"/>
                </a:lnTo>
                <a:close/>
              </a:path>
            </a:pathLst>
          </a:custGeom>
          <a:solidFill>
            <a:schemeClr val="accent1">
              <a:lumMod val="75000"/>
              <a:lumOff val="25000"/>
              <a:alpha val="50000"/>
            </a:schemeClr>
          </a:solidFill>
          <a:ln w="25400">
            <a:noFill/>
          </a:ln>
          <a:effectLst/>
        </p:spPr>
        <p:style>
          <a:lnRef idx="2">
            <a:schemeClr val="accent1">
              <a:shade val="50000"/>
            </a:schemeClr>
          </a:lnRef>
          <a:fillRef idx="1">
            <a:schemeClr val="accent1"/>
          </a:fillRef>
          <a:effectRef idx="0">
            <a:schemeClr val="accent1"/>
          </a:effectRef>
          <a:fontRef idx="minor">
            <a:schemeClr val="lt1"/>
          </a:fontRef>
        </p:style>
        <p:txBody>
          <a:bodyPr wrap="square" lIns="68580" tIns="34290" rIns="68580" bIns="34290" anchor="ctr">
            <a:noAutofit/>
          </a:bodyPr>
          <a:lstStyle/>
          <a:p>
            <a:pPr algn="ctr"/>
            <a:endParaRPr lang="zh-CN" altLang="en-US">
              <a:solidFill>
                <a:schemeClr val="bg1"/>
              </a:solidFill>
              <a:cs typeface="+mn-ea"/>
            </a:endParaRPr>
          </a:p>
        </p:txBody>
      </p:sp>
      <p:sp>
        <p:nvSpPr>
          <p:cNvPr id="229" name="任意多边形 228"/>
          <p:cNvSpPr/>
          <p:nvPr/>
        </p:nvSpPr>
        <p:spPr>
          <a:xfrm rot="551618">
            <a:off x="562399" y="2085122"/>
            <a:ext cx="1123841" cy="799979"/>
          </a:xfrm>
          <a:custGeom>
            <a:avLst/>
            <a:gdLst>
              <a:gd name="connsiteX0" fmla="*/ 0 w 1314450"/>
              <a:gd name="connsiteY0" fmla="*/ 0 h 882650"/>
              <a:gd name="connsiteX1" fmla="*/ 0 w 1314450"/>
              <a:gd name="connsiteY1" fmla="*/ 63500 h 882650"/>
              <a:gd name="connsiteX2" fmla="*/ 1304925 w 1314450"/>
              <a:gd name="connsiteY2" fmla="*/ 882650 h 882650"/>
              <a:gd name="connsiteX3" fmla="*/ 1314450 w 1314450"/>
              <a:gd name="connsiteY3" fmla="*/ 815975 h 882650"/>
              <a:gd name="connsiteX4" fmla="*/ 0 w 1314450"/>
              <a:gd name="connsiteY4" fmla="*/ 0 h 882650"/>
              <a:gd name="connsiteX0" fmla="*/ 0 w 1314450"/>
              <a:gd name="connsiteY0" fmla="*/ 0 h 873125"/>
              <a:gd name="connsiteX1" fmla="*/ 0 w 1314450"/>
              <a:gd name="connsiteY1" fmla="*/ 63500 h 873125"/>
              <a:gd name="connsiteX2" fmla="*/ 1309688 w 1314450"/>
              <a:gd name="connsiteY2" fmla="*/ 873125 h 873125"/>
              <a:gd name="connsiteX3" fmla="*/ 1314450 w 1314450"/>
              <a:gd name="connsiteY3" fmla="*/ 815975 h 873125"/>
              <a:gd name="connsiteX4" fmla="*/ 0 w 1314450"/>
              <a:gd name="connsiteY4" fmla="*/ 0 h 873125"/>
              <a:gd name="connsiteX0" fmla="*/ 0 w 1314450"/>
              <a:gd name="connsiteY0" fmla="*/ 0 h 875506"/>
              <a:gd name="connsiteX1" fmla="*/ 0 w 1314450"/>
              <a:gd name="connsiteY1" fmla="*/ 63500 h 875506"/>
              <a:gd name="connsiteX2" fmla="*/ 1314450 w 1314450"/>
              <a:gd name="connsiteY2" fmla="*/ 875506 h 875506"/>
              <a:gd name="connsiteX3" fmla="*/ 1314450 w 1314450"/>
              <a:gd name="connsiteY3" fmla="*/ 815975 h 875506"/>
              <a:gd name="connsiteX4" fmla="*/ 0 w 1314450"/>
              <a:gd name="connsiteY4" fmla="*/ 0 h 875506"/>
              <a:gd name="connsiteX0" fmla="*/ 16669 w 1314450"/>
              <a:gd name="connsiteY0" fmla="*/ 0 h 868362"/>
              <a:gd name="connsiteX1" fmla="*/ 0 w 1314450"/>
              <a:gd name="connsiteY1" fmla="*/ 56356 h 868362"/>
              <a:gd name="connsiteX2" fmla="*/ 1314450 w 1314450"/>
              <a:gd name="connsiteY2" fmla="*/ 868362 h 868362"/>
              <a:gd name="connsiteX3" fmla="*/ 1314450 w 1314450"/>
              <a:gd name="connsiteY3" fmla="*/ 808831 h 868362"/>
              <a:gd name="connsiteX4" fmla="*/ 16669 w 1314450"/>
              <a:gd name="connsiteY4" fmla="*/ 0 h 868362"/>
              <a:gd name="connsiteX0" fmla="*/ 4763 w 1302544"/>
              <a:gd name="connsiteY0" fmla="*/ 0 h 868362"/>
              <a:gd name="connsiteX1" fmla="*/ 0 w 1302544"/>
              <a:gd name="connsiteY1" fmla="*/ 63500 h 868362"/>
              <a:gd name="connsiteX2" fmla="*/ 1302544 w 1302544"/>
              <a:gd name="connsiteY2" fmla="*/ 868362 h 868362"/>
              <a:gd name="connsiteX3" fmla="*/ 1302544 w 1302544"/>
              <a:gd name="connsiteY3" fmla="*/ 808831 h 868362"/>
              <a:gd name="connsiteX4" fmla="*/ 4763 w 1302544"/>
              <a:gd name="connsiteY4" fmla="*/ 0 h 868362"/>
              <a:gd name="connsiteX0" fmla="*/ 4763 w 1302544"/>
              <a:gd name="connsiteY0" fmla="*/ 0 h 875506"/>
              <a:gd name="connsiteX1" fmla="*/ 0 w 1302544"/>
              <a:gd name="connsiteY1" fmla="*/ 70644 h 875506"/>
              <a:gd name="connsiteX2" fmla="*/ 1302544 w 1302544"/>
              <a:gd name="connsiteY2" fmla="*/ 875506 h 875506"/>
              <a:gd name="connsiteX3" fmla="*/ 1302544 w 1302544"/>
              <a:gd name="connsiteY3" fmla="*/ 815975 h 875506"/>
              <a:gd name="connsiteX4" fmla="*/ 4763 w 1302544"/>
              <a:gd name="connsiteY4" fmla="*/ 0 h 875506"/>
              <a:gd name="connsiteX0" fmla="*/ 7145 w 1304926"/>
              <a:gd name="connsiteY0" fmla="*/ 0 h 875506"/>
              <a:gd name="connsiteX1" fmla="*/ 0 w 1304926"/>
              <a:gd name="connsiteY1" fmla="*/ 53975 h 875506"/>
              <a:gd name="connsiteX2" fmla="*/ 1304926 w 1304926"/>
              <a:gd name="connsiteY2" fmla="*/ 875506 h 875506"/>
              <a:gd name="connsiteX3" fmla="*/ 1304926 w 1304926"/>
              <a:gd name="connsiteY3" fmla="*/ 815975 h 875506"/>
              <a:gd name="connsiteX4" fmla="*/ 7145 w 1304926"/>
              <a:gd name="connsiteY4" fmla="*/ 0 h 875506"/>
              <a:gd name="connsiteX0" fmla="*/ 1 w 1297782"/>
              <a:gd name="connsiteY0" fmla="*/ 0 h 875506"/>
              <a:gd name="connsiteX1" fmla="*/ 0 w 1297782"/>
              <a:gd name="connsiteY1" fmla="*/ 51594 h 875506"/>
              <a:gd name="connsiteX2" fmla="*/ 1297782 w 1297782"/>
              <a:gd name="connsiteY2" fmla="*/ 875506 h 875506"/>
              <a:gd name="connsiteX3" fmla="*/ 1297782 w 1297782"/>
              <a:gd name="connsiteY3" fmla="*/ 815975 h 875506"/>
              <a:gd name="connsiteX4" fmla="*/ 1 w 1297782"/>
              <a:gd name="connsiteY4" fmla="*/ 0 h 875506"/>
              <a:gd name="connsiteX0" fmla="*/ 0 w 1297781"/>
              <a:gd name="connsiteY0" fmla="*/ 0 h 875506"/>
              <a:gd name="connsiteX1" fmla="*/ 2380 w 1297781"/>
              <a:gd name="connsiteY1" fmla="*/ 44451 h 875506"/>
              <a:gd name="connsiteX2" fmla="*/ 1297781 w 1297781"/>
              <a:gd name="connsiteY2" fmla="*/ 875506 h 875506"/>
              <a:gd name="connsiteX3" fmla="*/ 1297781 w 1297781"/>
              <a:gd name="connsiteY3" fmla="*/ 815975 h 875506"/>
              <a:gd name="connsiteX4" fmla="*/ 0 w 1297781"/>
              <a:gd name="connsiteY4" fmla="*/ 0 h 87550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97781" h="875506">
                <a:moveTo>
                  <a:pt x="0" y="0"/>
                </a:moveTo>
                <a:cubicBezTo>
                  <a:pt x="0" y="17198"/>
                  <a:pt x="2380" y="27253"/>
                  <a:pt x="2380" y="44451"/>
                </a:cubicBezTo>
                <a:lnTo>
                  <a:pt x="1297781" y="875506"/>
                </a:lnTo>
                <a:lnTo>
                  <a:pt x="1297781" y="815975"/>
                </a:lnTo>
                <a:lnTo>
                  <a:pt x="0" y="0"/>
                </a:lnTo>
                <a:close/>
              </a:path>
            </a:pathLst>
          </a:custGeom>
          <a:solidFill>
            <a:schemeClr val="accent1">
              <a:lumMod val="75000"/>
              <a:lumOff val="25000"/>
              <a:alpha val="50000"/>
            </a:schemeClr>
          </a:solidFill>
          <a:ln w="25400">
            <a:noFill/>
          </a:ln>
          <a:effectLst/>
        </p:spPr>
        <p:style>
          <a:lnRef idx="2">
            <a:schemeClr val="accent1">
              <a:shade val="50000"/>
            </a:schemeClr>
          </a:lnRef>
          <a:fillRef idx="1">
            <a:schemeClr val="accent1"/>
          </a:fillRef>
          <a:effectRef idx="0">
            <a:schemeClr val="accent1"/>
          </a:effectRef>
          <a:fontRef idx="minor">
            <a:schemeClr val="lt1"/>
          </a:fontRef>
        </p:style>
        <p:txBody>
          <a:bodyPr wrap="square" lIns="68580" tIns="34290" rIns="68580" bIns="34290" anchor="ctr">
            <a:noAutofit/>
          </a:bodyPr>
          <a:lstStyle/>
          <a:p>
            <a:pPr algn="ctr"/>
            <a:endParaRPr lang="zh-CN" altLang="en-US">
              <a:solidFill>
                <a:schemeClr val="bg1"/>
              </a:solidFill>
              <a:cs typeface="+mn-ea"/>
            </a:endParaRPr>
          </a:p>
        </p:txBody>
      </p:sp>
      <p:sp>
        <p:nvSpPr>
          <p:cNvPr id="230" name="文本框 89"/>
          <p:cNvSpPr txBox="1"/>
          <p:nvPr/>
        </p:nvSpPr>
        <p:spPr>
          <a:xfrm rot="551618">
            <a:off x="878962" y="1740573"/>
            <a:ext cx="648267" cy="700192"/>
          </a:xfrm>
          <a:prstGeom prst="rect">
            <a:avLst/>
          </a:prstGeom>
          <a:noFill/>
          <a:scene3d>
            <a:camera prst="isometricOffAxis1Top">
              <a:rot lat="20448468" lon="18136550" rev="3247942"/>
            </a:camera>
            <a:lightRig rig="threePt" dir="t"/>
          </a:scene3d>
          <a:sp3d/>
        </p:spPr>
        <p:txBody>
          <a:bodyPr wrap="square" lIns="68580" tIns="34290" rIns="68580" bIns="34290" rtlCol="0">
            <a:spAutoFit/>
          </a:bodyPr>
          <a:lstStyle/>
          <a:p>
            <a:r>
              <a:rPr lang="en-US" altLang="zh-CN" sz="4100" b="1" dirty="0">
                <a:solidFill>
                  <a:schemeClr val="bg1"/>
                </a:solidFill>
              </a:rPr>
              <a:t>1</a:t>
            </a:r>
            <a:endParaRPr lang="zh-CN" altLang="en-US" sz="4100" b="1" dirty="0">
              <a:solidFill>
                <a:schemeClr val="bg1"/>
              </a:solidFill>
            </a:endParaRPr>
          </a:p>
        </p:txBody>
      </p:sp>
      <p:sp>
        <p:nvSpPr>
          <p:cNvPr id="231" name="0"/>
          <p:cNvSpPr txBox="1">
            <a:spLocks noChangeArrowheads="1"/>
          </p:cNvSpPr>
          <p:nvPr/>
        </p:nvSpPr>
        <p:spPr bwMode="auto">
          <a:xfrm rot="19857412">
            <a:off x="1299260" y="2186044"/>
            <a:ext cx="1314729" cy="276999"/>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spAutoFit/>
          </a:bodyPr>
          <a:lstStyle>
            <a:lvl1pPr defTabSz="1216025">
              <a:defRPr>
                <a:solidFill>
                  <a:schemeClr val="tx1"/>
                </a:solidFill>
                <a:latin typeface="Arial" panose="020B0604020202020204" pitchFamily="34" charset="0"/>
                <a:ea typeface="微软雅黑" panose="020B0503020204020204" pitchFamily="34" charset="-122"/>
              </a:defRPr>
            </a:lvl1pPr>
            <a:lvl2pPr marL="742950" indent="-285750" defTabSz="1216025">
              <a:defRPr>
                <a:solidFill>
                  <a:schemeClr val="tx1"/>
                </a:solidFill>
                <a:latin typeface="Arial" panose="020B0604020202020204" pitchFamily="34" charset="0"/>
                <a:ea typeface="微软雅黑" panose="020B0503020204020204" pitchFamily="34" charset="-122"/>
              </a:defRPr>
            </a:lvl2pPr>
            <a:lvl3pPr marL="1143000" indent="-228600" defTabSz="1216025">
              <a:defRPr>
                <a:solidFill>
                  <a:schemeClr val="tx1"/>
                </a:solidFill>
                <a:latin typeface="Arial" panose="020B0604020202020204" pitchFamily="34" charset="0"/>
                <a:ea typeface="微软雅黑" panose="020B0503020204020204" pitchFamily="34" charset="-122"/>
              </a:defRPr>
            </a:lvl3pPr>
            <a:lvl4pPr marL="1600200" indent="-228600" defTabSz="1216025">
              <a:defRPr>
                <a:solidFill>
                  <a:schemeClr val="tx1"/>
                </a:solidFill>
                <a:latin typeface="Arial" panose="020B0604020202020204" pitchFamily="34" charset="0"/>
                <a:ea typeface="微软雅黑" panose="020B0503020204020204" pitchFamily="34" charset="-122"/>
              </a:defRPr>
            </a:lvl4pPr>
            <a:lvl5pPr marL="2057400" indent="-228600" defTabSz="1216025">
              <a:defRPr>
                <a:solidFill>
                  <a:schemeClr val="tx1"/>
                </a:solidFill>
                <a:latin typeface="Arial" panose="020B0604020202020204" pitchFamily="34" charset="0"/>
                <a:ea typeface="微软雅黑" panose="020B0503020204020204" pitchFamily="34" charset="-122"/>
              </a:defRPr>
            </a:lvl5pPr>
            <a:lvl6pPr marL="2514600" indent="-228600" defTabSz="1216025"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微软雅黑" panose="020B0503020204020204" pitchFamily="34" charset="-122"/>
              </a:defRPr>
            </a:lvl6pPr>
            <a:lvl7pPr marL="2971800" indent="-228600" defTabSz="1216025"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微软雅黑" panose="020B0503020204020204" pitchFamily="34" charset="-122"/>
              </a:defRPr>
            </a:lvl7pPr>
            <a:lvl8pPr marL="3429000" indent="-228600" defTabSz="1216025"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微软雅黑" panose="020B0503020204020204" pitchFamily="34" charset="-122"/>
              </a:defRPr>
            </a:lvl8pPr>
            <a:lvl9pPr marL="3886200" indent="-228600" defTabSz="1216025"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微软雅黑" panose="020B0503020204020204" pitchFamily="34" charset="-122"/>
              </a:defRPr>
            </a:lvl9pPr>
          </a:lstStyle>
          <a:p>
            <a:r>
              <a:rPr lang="zh-CN" altLang="zh-CN" sz="1800" dirty="0" smtClean="0">
                <a:solidFill>
                  <a:schemeClr val="bg1"/>
                </a:solidFill>
                <a:latin typeface="宋体" pitchFamily="2" charset="-122"/>
                <a:ea typeface="宋体" pitchFamily="2" charset="-122"/>
              </a:rPr>
              <a:t>抽象数据集</a:t>
            </a:r>
            <a:endParaRPr lang="zh-CN" altLang="en-US" sz="1800" b="1" dirty="0">
              <a:solidFill>
                <a:schemeClr val="bg1"/>
              </a:solidFill>
              <a:latin typeface="宋体" pitchFamily="2" charset="-122"/>
              <a:ea typeface="宋体" pitchFamily="2" charset="-122"/>
            </a:endParaRPr>
          </a:p>
        </p:txBody>
      </p:sp>
      <p:sp>
        <p:nvSpPr>
          <p:cNvPr id="233" name="0"/>
          <p:cNvSpPr txBox="1">
            <a:spLocks noChangeArrowheads="1"/>
          </p:cNvSpPr>
          <p:nvPr/>
        </p:nvSpPr>
        <p:spPr bwMode="auto">
          <a:xfrm rot="20099573">
            <a:off x="2711487" y="1787760"/>
            <a:ext cx="1015685" cy="553998"/>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spAutoFit/>
          </a:bodyPr>
          <a:lstStyle>
            <a:lvl1pPr defTabSz="1216025">
              <a:defRPr>
                <a:solidFill>
                  <a:schemeClr val="tx1"/>
                </a:solidFill>
                <a:latin typeface="Arial" panose="020B0604020202020204" pitchFamily="34" charset="0"/>
                <a:ea typeface="微软雅黑" panose="020B0503020204020204" pitchFamily="34" charset="-122"/>
              </a:defRPr>
            </a:lvl1pPr>
            <a:lvl2pPr marL="742950" indent="-285750" defTabSz="1216025">
              <a:defRPr>
                <a:solidFill>
                  <a:schemeClr val="tx1"/>
                </a:solidFill>
                <a:latin typeface="Arial" panose="020B0604020202020204" pitchFamily="34" charset="0"/>
                <a:ea typeface="微软雅黑" panose="020B0503020204020204" pitchFamily="34" charset="-122"/>
              </a:defRPr>
            </a:lvl2pPr>
            <a:lvl3pPr marL="1143000" indent="-228600" defTabSz="1216025">
              <a:defRPr>
                <a:solidFill>
                  <a:schemeClr val="tx1"/>
                </a:solidFill>
                <a:latin typeface="Arial" panose="020B0604020202020204" pitchFamily="34" charset="0"/>
                <a:ea typeface="微软雅黑" panose="020B0503020204020204" pitchFamily="34" charset="-122"/>
              </a:defRPr>
            </a:lvl3pPr>
            <a:lvl4pPr marL="1600200" indent="-228600" defTabSz="1216025">
              <a:defRPr>
                <a:solidFill>
                  <a:schemeClr val="tx1"/>
                </a:solidFill>
                <a:latin typeface="Arial" panose="020B0604020202020204" pitchFamily="34" charset="0"/>
                <a:ea typeface="微软雅黑" panose="020B0503020204020204" pitchFamily="34" charset="-122"/>
              </a:defRPr>
            </a:lvl4pPr>
            <a:lvl5pPr marL="2057400" indent="-228600" defTabSz="1216025">
              <a:defRPr>
                <a:solidFill>
                  <a:schemeClr val="tx1"/>
                </a:solidFill>
                <a:latin typeface="Arial" panose="020B0604020202020204" pitchFamily="34" charset="0"/>
                <a:ea typeface="微软雅黑" panose="020B0503020204020204" pitchFamily="34" charset="-122"/>
              </a:defRPr>
            </a:lvl5pPr>
            <a:lvl6pPr marL="2514600" indent="-228600" defTabSz="1216025"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微软雅黑" panose="020B0503020204020204" pitchFamily="34" charset="-122"/>
              </a:defRPr>
            </a:lvl6pPr>
            <a:lvl7pPr marL="2971800" indent="-228600" defTabSz="1216025"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微软雅黑" panose="020B0503020204020204" pitchFamily="34" charset="-122"/>
              </a:defRPr>
            </a:lvl7pPr>
            <a:lvl8pPr marL="3429000" indent="-228600" defTabSz="1216025"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微软雅黑" panose="020B0503020204020204" pitchFamily="34" charset="-122"/>
              </a:defRPr>
            </a:lvl8pPr>
            <a:lvl9pPr marL="3886200" indent="-228600" defTabSz="1216025"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微软雅黑" panose="020B0503020204020204" pitchFamily="34" charset="-122"/>
              </a:defRPr>
            </a:lvl9pPr>
          </a:lstStyle>
          <a:p>
            <a:r>
              <a:rPr lang="zh-CN" altLang="zh-CN" sz="1800" dirty="0" smtClean="0">
                <a:solidFill>
                  <a:schemeClr val="bg1"/>
                </a:solidFill>
                <a:latin typeface="宋体" pitchFamily="2" charset="-122"/>
                <a:ea typeface="宋体" pitchFamily="2" charset="-122"/>
              </a:rPr>
              <a:t>定义节点</a:t>
            </a:r>
            <a:endParaRPr lang="en-US" altLang="zh-CN" sz="1800" dirty="0" smtClean="0">
              <a:solidFill>
                <a:schemeClr val="bg1"/>
              </a:solidFill>
              <a:latin typeface="宋体" pitchFamily="2" charset="-122"/>
              <a:ea typeface="宋体" pitchFamily="2" charset="-122"/>
            </a:endParaRPr>
          </a:p>
          <a:p>
            <a:r>
              <a:rPr lang="zh-CN" altLang="zh-CN" sz="1800" dirty="0" smtClean="0">
                <a:solidFill>
                  <a:schemeClr val="bg1"/>
                </a:solidFill>
                <a:latin typeface="宋体" pitchFamily="2" charset="-122"/>
                <a:ea typeface="宋体" pitchFamily="2" charset="-122"/>
              </a:rPr>
              <a:t>相似度</a:t>
            </a:r>
            <a:endParaRPr lang="zh-CN" altLang="en-US" sz="1800" dirty="0">
              <a:solidFill>
                <a:schemeClr val="bg1"/>
              </a:solidFill>
              <a:latin typeface="宋体" pitchFamily="2" charset="-122"/>
              <a:ea typeface="宋体" pitchFamily="2" charset="-122"/>
            </a:endParaRPr>
          </a:p>
        </p:txBody>
      </p:sp>
      <p:sp>
        <p:nvSpPr>
          <p:cNvPr id="235" name="0"/>
          <p:cNvSpPr txBox="1">
            <a:spLocks noChangeArrowheads="1"/>
          </p:cNvSpPr>
          <p:nvPr/>
        </p:nvSpPr>
        <p:spPr bwMode="auto">
          <a:xfrm rot="19965751">
            <a:off x="3923762" y="1469419"/>
            <a:ext cx="1095498" cy="553998"/>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spAutoFit/>
          </a:bodyPr>
          <a:lstStyle>
            <a:lvl1pPr defTabSz="1216025">
              <a:defRPr>
                <a:solidFill>
                  <a:schemeClr val="tx1"/>
                </a:solidFill>
                <a:latin typeface="Arial" panose="020B0604020202020204" pitchFamily="34" charset="0"/>
                <a:ea typeface="微软雅黑" panose="020B0503020204020204" pitchFamily="34" charset="-122"/>
              </a:defRPr>
            </a:lvl1pPr>
            <a:lvl2pPr marL="742950" indent="-285750" defTabSz="1216025">
              <a:defRPr>
                <a:solidFill>
                  <a:schemeClr val="tx1"/>
                </a:solidFill>
                <a:latin typeface="Arial" panose="020B0604020202020204" pitchFamily="34" charset="0"/>
                <a:ea typeface="微软雅黑" panose="020B0503020204020204" pitchFamily="34" charset="-122"/>
              </a:defRPr>
            </a:lvl2pPr>
            <a:lvl3pPr marL="1143000" indent="-228600" defTabSz="1216025">
              <a:defRPr>
                <a:solidFill>
                  <a:schemeClr val="tx1"/>
                </a:solidFill>
                <a:latin typeface="Arial" panose="020B0604020202020204" pitchFamily="34" charset="0"/>
                <a:ea typeface="微软雅黑" panose="020B0503020204020204" pitchFamily="34" charset="-122"/>
              </a:defRPr>
            </a:lvl3pPr>
            <a:lvl4pPr marL="1600200" indent="-228600" defTabSz="1216025">
              <a:defRPr>
                <a:solidFill>
                  <a:schemeClr val="tx1"/>
                </a:solidFill>
                <a:latin typeface="Arial" panose="020B0604020202020204" pitchFamily="34" charset="0"/>
                <a:ea typeface="微软雅黑" panose="020B0503020204020204" pitchFamily="34" charset="-122"/>
              </a:defRPr>
            </a:lvl4pPr>
            <a:lvl5pPr marL="2057400" indent="-228600" defTabSz="1216025">
              <a:defRPr>
                <a:solidFill>
                  <a:schemeClr val="tx1"/>
                </a:solidFill>
                <a:latin typeface="Arial" panose="020B0604020202020204" pitchFamily="34" charset="0"/>
                <a:ea typeface="微软雅黑" panose="020B0503020204020204" pitchFamily="34" charset="-122"/>
              </a:defRPr>
            </a:lvl5pPr>
            <a:lvl6pPr marL="2514600" indent="-228600" defTabSz="1216025"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微软雅黑" panose="020B0503020204020204" pitchFamily="34" charset="-122"/>
              </a:defRPr>
            </a:lvl6pPr>
            <a:lvl7pPr marL="2971800" indent="-228600" defTabSz="1216025"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微软雅黑" panose="020B0503020204020204" pitchFamily="34" charset="-122"/>
              </a:defRPr>
            </a:lvl7pPr>
            <a:lvl8pPr marL="3429000" indent="-228600" defTabSz="1216025"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微软雅黑" panose="020B0503020204020204" pitchFamily="34" charset="-122"/>
              </a:defRPr>
            </a:lvl8pPr>
            <a:lvl9pPr marL="3886200" indent="-228600" defTabSz="1216025"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微软雅黑" panose="020B0503020204020204" pitchFamily="34" charset="-122"/>
              </a:defRPr>
            </a:lvl9pPr>
          </a:lstStyle>
          <a:p>
            <a:r>
              <a:rPr lang="zh-CN" altLang="en-US" sz="1800" dirty="0" smtClean="0">
                <a:solidFill>
                  <a:schemeClr val="bg1"/>
                </a:solidFill>
                <a:latin typeface="宋体" pitchFamily="2" charset="-122"/>
                <a:ea typeface="宋体" pitchFamily="2" charset="-122"/>
              </a:rPr>
              <a:t>计算节点相似度</a:t>
            </a:r>
            <a:endParaRPr lang="zh-CN" altLang="en-US" sz="1800" dirty="0">
              <a:solidFill>
                <a:schemeClr val="bg1"/>
              </a:solidFill>
              <a:latin typeface="宋体" pitchFamily="2" charset="-122"/>
              <a:ea typeface="宋体" pitchFamily="2" charset="-122"/>
            </a:endParaRPr>
          </a:p>
        </p:txBody>
      </p:sp>
      <p:sp>
        <p:nvSpPr>
          <p:cNvPr id="237" name="0"/>
          <p:cNvSpPr txBox="1">
            <a:spLocks noChangeArrowheads="1"/>
          </p:cNvSpPr>
          <p:nvPr/>
        </p:nvSpPr>
        <p:spPr bwMode="auto">
          <a:xfrm rot="19785590">
            <a:off x="5284235" y="1091325"/>
            <a:ext cx="1046992" cy="553998"/>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spAutoFit/>
          </a:bodyPr>
          <a:lstStyle>
            <a:lvl1pPr defTabSz="1216025">
              <a:defRPr>
                <a:solidFill>
                  <a:schemeClr val="tx1"/>
                </a:solidFill>
                <a:latin typeface="Arial" panose="020B0604020202020204" pitchFamily="34" charset="0"/>
                <a:ea typeface="微软雅黑" panose="020B0503020204020204" pitchFamily="34" charset="-122"/>
              </a:defRPr>
            </a:lvl1pPr>
            <a:lvl2pPr marL="742950" indent="-285750" defTabSz="1216025">
              <a:defRPr>
                <a:solidFill>
                  <a:schemeClr val="tx1"/>
                </a:solidFill>
                <a:latin typeface="Arial" panose="020B0604020202020204" pitchFamily="34" charset="0"/>
                <a:ea typeface="微软雅黑" panose="020B0503020204020204" pitchFamily="34" charset="-122"/>
              </a:defRPr>
            </a:lvl2pPr>
            <a:lvl3pPr marL="1143000" indent="-228600" defTabSz="1216025">
              <a:defRPr>
                <a:solidFill>
                  <a:schemeClr val="tx1"/>
                </a:solidFill>
                <a:latin typeface="Arial" panose="020B0604020202020204" pitchFamily="34" charset="0"/>
                <a:ea typeface="微软雅黑" panose="020B0503020204020204" pitchFamily="34" charset="-122"/>
              </a:defRPr>
            </a:lvl3pPr>
            <a:lvl4pPr marL="1600200" indent="-228600" defTabSz="1216025">
              <a:defRPr>
                <a:solidFill>
                  <a:schemeClr val="tx1"/>
                </a:solidFill>
                <a:latin typeface="Arial" panose="020B0604020202020204" pitchFamily="34" charset="0"/>
                <a:ea typeface="微软雅黑" panose="020B0503020204020204" pitchFamily="34" charset="-122"/>
              </a:defRPr>
            </a:lvl4pPr>
            <a:lvl5pPr marL="2057400" indent="-228600" defTabSz="1216025">
              <a:defRPr>
                <a:solidFill>
                  <a:schemeClr val="tx1"/>
                </a:solidFill>
                <a:latin typeface="Arial" panose="020B0604020202020204" pitchFamily="34" charset="0"/>
                <a:ea typeface="微软雅黑" panose="020B0503020204020204" pitchFamily="34" charset="-122"/>
              </a:defRPr>
            </a:lvl5pPr>
            <a:lvl6pPr marL="2514600" indent="-228600" defTabSz="1216025"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微软雅黑" panose="020B0503020204020204" pitchFamily="34" charset="-122"/>
              </a:defRPr>
            </a:lvl6pPr>
            <a:lvl7pPr marL="2971800" indent="-228600" defTabSz="1216025"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微软雅黑" panose="020B0503020204020204" pitchFamily="34" charset="-122"/>
              </a:defRPr>
            </a:lvl7pPr>
            <a:lvl8pPr marL="3429000" indent="-228600" defTabSz="1216025"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微软雅黑" panose="020B0503020204020204" pitchFamily="34" charset="-122"/>
              </a:defRPr>
            </a:lvl8pPr>
            <a:lvl9pPr marL="3886200" indent="-228600" defTabSz="1216025"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微软雅黑" panose="020B0503020204020204" pitchFamily="34" charset="-122"/>
              </a:defRPr>
            </a:lvl9pPr>
          </a:lstStyle>
          <a:p>
            <a:r>
              <a:rPr lang="zh-CN" altLang="en-US" sz="1800" dirty="0" smtClean="0">
                <a:solidFill>
                  <a:schemeClr val="bg1"/>
                </a:solidFill>
                <a:latin typeface="宋体" pitchFamily="2" charset="-122"/>
                <a:ea typeface="宋体" pitchFamily="2" charset="-122"/>
              </a:rPr>
              <a:t>计算预测精确度</a:t>
            </a:r>
            <a:endParaRPr lang="zh-CN" altLang="en-US" sz="1800" dirty="0">
              <a:solidFill>
                <a:schemeClr val="bg1"/>
              </a:solidFill>
              <a:latin typeface="宋体" pitchFamily="2" charset="-122"/>
              <a:ea typeface="宋体" pitchFamily="2" charset="-122"/>
            </a:endParaRPr>
          </a:p>
        </p:txBody>
      </p:sp>
      <p:sp>
        <p:nvSpPr>
          <p:cNvPr id="83" name="椭圆 82"/>
          <p:cNvSpPr/>
          <p:nvPr/>
        </p:nvSpPr>
        <p:spPr>
          <a:xfrm rot="249256">
            <a:off x="2392010" y="3061152"/>
            <a:ext cx="1876749" cy="1579975"/>
          </a:xfrm>
          <a:prstGeom prst="ellipse">
            <a:avLst/>
          </a:prstGeom>
          <a:solidFill>
            <a:schemeClr val="tx1">
              <a:lumMod val="75000"/>
              <a:lumOff val="25000"/>
              <a:alpha val="50000"/>
            </a:schemeClr>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ctr"/>
          <a:lstStyle/>
          <a:p>
            <a:pPr algn="ctr"/>
            <a:endParaRPr lang="zh-CN" altLang="en-US">
              <a:solidFill>
                <a:schemeClr val="bg1"/>
              </a:solidFill>
            </a:endParaRPr>
          </a:p>
        </p:txBody>
      </p:sp>
      <p:sp>
        <p:nvSpPr>
          <p:cNvPr id="84" name="圆角矩形 3"/>
          <p:cNvSpPr/>
          <p:nvPr/>
        </p:nvSpPr>
        <p:spPr>
          <a:xfrm rot="285424">
            <a:off x="2258809" y="2901744"/>
            <a:ext cx="1751371" cy="1645274"/>
          </a:xfrm>
          <a:prstGeom prst="roundRect">
            <a:avLst>
              <a:gd name="adj" fmla="val 50000"/>
            </a:avLst>
          </a:prstGeom>
          <a:solidFill>
            <a:schemeClr val="accent1">
              <a:lumMod val="90000"/>
              <a:lumOff val="10000"/>
            </a:schemeClr>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ctr"/>
          <a:lstStyle/>
          <a:p>
            <a:pPr algn="ctr"/>
            <a:endParaRPr lang="zh-CN" altLang="en-US">
              <a:solidFill>
                <a:schemeClr val="accent1">
                  <a:lumMod val="90000"/>
                  <a:lumOff val="10000"/>
                </a:schemeClr>
              </a:solidFill>
            </a:endParaRPr>
          </a:p>
        </p:txBody>
      </p:sp>
      <p:sp>
        <p:nvSpPr>
          <p:cNvPr id="85" name="矩形 84"/>
          <p:cNvSpPr/>
          <p:nvPr/>
        </p:nvSpPr>
        <p:spPr>
          <a:xfrm>
            <a:off x="2488034" y="3256595"/>
            <a:ext cx="1308714" cy="923330"/>
          </a:xfrm>
          <a:prstGeom prst="rect">
            <a:avLst/>
          </a:prstGeom>
        </p:spPr>
        <p:txBody>
          <a:bodyPr wrap="square">
            <a:spAutoFit/>
          </a:bodyPr>
          <a:lstStyle/>
          <a:p>
            <a:r>
              <a:rPr lang="zh-CN" altLang="zh-CN" sz="1800" dirty="0" smtClean="0">
                <a:solidFill>
                  <a:schemeClr val="bg1"/>
                </a:solidFill>
                <a:latin typeface="宋体" pitchFamily="2" charset="-122"/>
                <a:ea typeface="宋体" pitchFamily="2" charset="-122"/>
              </a:rPr>
              <a:t>节点对相似度的定义</a:t>
            </a:r>
            <a:endParaRPr lang="zh-CN" altLang="en-US" sz="1800" dirty="0">
              <a:solidFill>
                <a:schemeClr val="bg1"/>
              </a:solidFill>
              <a:latin typeface="宋体" pitchFamily="2" charset="-122"/>
              <a:ea typeface="宋体" pitchFamily="2" charset="-122"/>
            </a:endParaRPr>
          </a:p>
        </p:txBody>
      </p:sp>
      <p:sp>
        <p:nvSpPr>
          <p:cNvPr id="86" name="任意多边形 85"/>
          <p:cNvSpPr/>
          <p:nvPr/>
        </p:nvSpPr>
        <p:spPr>
          <a:xfrm rot="1727697">
            <a:off x="4678583" y="2235218"/>
            <a:ext cx="2236959" cy="1603130"/>
          </a:xfrm>
          <a:custGeom>
            <a:avLst/>
            <a:gdLst>
              <a:gd name="connsiteX0" fmla="*/ 0 w 2583180"/>
              <a:gd name="connsiteY0" fmla="*/ 769620 h 1592580"/>
              <a:gd name="connsiteX1" fmla="*/ 1303020 w 2583180"/>
              <a:gd name="connsiteY1" fmla="*/ 1592580 h 1592580"/>
              <a:gd name="connsiteX2" fmla="*/ 2583180 w 2583180"/>
              <a:gd name="connsiteY2" fmla="*/ 769620 h 1592580"/>
              <a:gd name="connsiteX3" fmla="*/ 1272540 w 2583180"/>
              <a:gd name="connsiteY3" fmla="*/ 0 h 1592580"/>
              <a:gd name="connsiteX4" fmla="*/ 0 w 2583180"/>
              <a:gd name="connsiteY4" fmla="*/ 769620 h 15925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583180" h="1592580">
                <a:moveTo>
                  <a:pt x="0" y="769620"/>
                </a:moveTo>
                <a:lnTo>
                  <a:pt x="1303020" y="1592580"/>
                </a:lnTo>
                <a:lnTo>
                  <a:pt x="2583180" y="769620"/>
                </a:lnTo>
                <a:lnTo>
                  <a:pt x="1272540" y="0"/>
                </a:lnTo>
                <a:lnTo>
                  <a:pt x="0" y="769620"/>
                </a:lnTo>
                <a:close/>
              </a:path>
            </a:pathLst>
          </a:custGeom>
          <a:solidFill>
            <a:schemeClr val="accent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zh-CN" altLang="en-US" sz="1500">
              <a:solidFill>
                <a:srgbClr val="595959"/>
              </a:solidFill>
            </a:endParaRPr>
          </a:p>
        </p:txBody>
      </p:sp>
      <p:sp>
        <p:nvSpPr>
          <p:cNvPr id="87" name="矩形 86"/>
          <p:cNvSpPr/>
          <p:nvPr/>
        </p:nvSpPr>
        <p:spPr>
          <a:xfrm rot="20805411">
            <a:off x="5719703" y="3607311"/>
            <a:ext cx="1346700" cy="1169551"/>
          </a:xfrm>
          <a:prstGeom prst="rect">
            <a:avLst/>
          </a:prstGeom>
        </p:spPr>
        <p:txBody>
          <a:bodyPr wrap="square">
            <a:spAutoFit/>
          </a:bodyPr>
          <a:lstStyle/>
          <a:p>
            <a:r>
              <a:rPr lang="zh-CN" altLang="zh-CN" sz="1400" dirty="0" smtClean="0">
                <a:solidFill>
                  <a:schemeClr val="bg1"/>
                </a:solidFill>
              </a:rPr>
              <a:t>节点对的相似度越高，节点对之间有潜在联系的可能性就越大</a:t>
            </a:r>
            <a:endParaRPr lang="zh-CN" altLang="en-US" sz="1400" dirty="0">
              <a:solidFill>
                <a:schemeClr val="bg1"/>
              </a:solidFill>
            </a:endParaRPr>
          </a:p>
        </p:txBody>
      </p:sp>
      <p:sp>
        <p:nvSpPr>
          <p:cNvPr id="88" name="任意多边形 87"/>
          <p:cNvSpPr/>
          <p:nvPr/>
        </p:nvSpPr>
        <p:spPr>
          <a:xfrm rot="1632862">
            <a:off x="6013737" y="2059619"/>
            <a:ext cx="2236959" cy="1603130"/>
          </a:xfrm>
          <a:custGeom>
            <a:avLst/>
            <a:gdLst>
              <a:gd name="connsiteX0" fmla="*/ 0 w 2583180"/>
              <a:gd name="connsiteY0" fmla="*/ 769620 h 1592580"/>
              <a:gd name="connsiteX1" fmla="*/ 1303020 w 2583180"/>
              <a:gd name="connsiteY1" fmla="*/ 1592580 h 1592580"/>
              <a:gd name="connsiteX2" fmla="*/ 2583180 w 2583180"/>
              <a:gd name="connsiteY2" fmla="*/ 769620 h 1592580"/>
              <a:gd name="connsiteX3" fmla="*/ 1272540 w 2583180"/>
              <a:gd name="connsiteY3" fmla="*/ 0 h 1592580"/>
              <a:gd name="connsiteX4" fmla="*/ 0 w 2583180"/>
              <a:gd name="connsiteY4" fmla="*/ 769620 h 15925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583180" h="1592580">
                <a:moveTo>
                  <a:pt x="0" y="769620"/>
                </a:moveTo>
                <a:lnTo>
                  <a:pt x="1303020" y="1592580"/>
                </a:lnTo>
                <a:lnTo>
                  <a:pt x="2583180" y="769620"/>
                </a:lnTo>
                <a:lnTo>
                  <a:pt x="1272540" y="0"/>
                </a:lnTo>
                <a:lnTo>
                  <a:pt x="0" y="769620"/>
                </a:lnTo>
                <a:close/>
              </a:path>
            </a:pathLst>
          </a:custGeom>
          <a:solidFill>
            <a:schemeClr val="accent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zh-CN" altLang="en-US" sz="1500">
              <a:solidFill>
                <a:srgbClr val="595959"/>
              </a:solidFill>
            </a:endParaRPr>
          </a:p>
        </p:txBody>
      </p:sp>
      <p:sp>
        <p:nvSpPr>
          <p:cNvPr id="90" name="矩形 89"/>
          <p:cNvSpPr/>
          <p:nvPr/>
        </p:nvSpPr>
        <p:spPr>
          <a:xfrm rot="21208206">
            <a:off x="5105426" y="2354058"/>
            <a:ext cx="2644306" cy="954107"/>
          </a:xfrm>
          <a:prstGeom prst="rect">
            <a:avLst/>
          </a:prstGeom>
        </p:spPr>
        <p:txBody>
          <a:bodyPr wrap="square">
            <a:spAutoFit/>
          </a:bodyPr>
          <a:lstStyle/>
          <a:p>
            <a:r>
              <a:rPr lang="zh-CN" altLang="zh-CN" sz="1400" dirty="0" smtClean="0">
                <a:solidFill>
                  <a:schemeClr val="bg1"/>
                </a:solidFill>
                <a:latin typeface="+mn-ea"/>
              </a:rPr>
              <a:t>链路预测是为了准确的预测在网络</a:t>
            </a:r>
            <a:r>
              <a:rPr lang="en-US" altLang="zh-CN" sz="1400" i="1" dirty="0" smtClean="0">
                <a:solidFill>
                  <a:schemeClr val="bg1"/>
                </a:solidFill>
                <a:latin typeface="+mn-ea"/>
              </a:rPr>
              <a:t>G</a:t>
            </a:r>
            <a:r>
              <a:rPr lang="zh-CN" altLang="zh-CN" sz="1400" dirty="0" smtClean="0">
                <a:solidFill>
                  <a:schemeClr val="bg1"/>
                </a:solidFill>
                <a:latin typeface="+mn-ea"/>
              </a:rPr>
              <a:t>中，从指定的</a:t>
            </a:r>
            <a:r>
              <a:rPr lang="en-US" altLang="zh-CN" sz="1400" i="1" dirty="0" smtClean="0">
                <a:solidFill>
                  <a:schemeClr val="bg1"/>
                </a:solidFill>
                <a:latin typeface="+mn-ea"/>
              </a:rPr>
              <a:t>t</a:t>
            </a:r>
            <a:r>
              <a:rPr lang="en-US" altLang="zh-CN" sz="1400" i="1" baseline="-25000" dirty="0" smtClean="0">
                <a:solidFill>
                  <a:schemeClr val="bg1"/>
                </a:solidFill>
                <a:latin typeface="+mn-ea"/>
              </a:rPr>
              <a:t>1</a:t>
            </a:r>
            <a:r>
              <a:rPr lang="zh-CN" altLang="zh-CN" sz="1400" dirty="0" smtClean="0">
                <a:solidFill>
                  <a:schemeClr val="bg1"/>
                </a:solidFill>
                <a:latin typeface="+mn-ea"/>
              </a:rPr>
              <a:t>时刻到目标</a:t>
            </a:r>
            <a:r>
              <a:rPr lang="en-US" altLang="zh-CN" sz="1400" i="1" dirty="0" smtClean="0">
                <a:solidFill>
                  <a:schemeClr val="bg1"/>
                </a:solidFill>
                <a:latin typeface="+mn-ea"/>
              </a:rPr>
              <a:t>t</a:t>
            </a:r>
            <a:r>
              <a:rPr lang="en-US" altLang="zh-CN" sz="1400" i="1" baseline="-25000" dirty="0" smtClean="0">
                <a:solidFill>
                  <a:schemeClr val="bg1"/>
                </a:solidFill>
                <a:latin typeface="+mn-ea"/>
              </a:rPr>
              <a:t>2</a:t>
            </a:r>
            <a:r>
              <a:rPr lang="zh-CN" altLang="zh-CN" sz="1400" dirty="0" smtClean="0">
                <a:solidFill>
                  <a:schemeClr val="bg1"/>
                </a:solidFill>
                <a:latin typeface="+mn-ea"/>
              </a:rPr>
              <a:t>时刻内被添加到网络</a:t>
            </a:r>
            <a:r>
              <a:rPr lang="en-US" altLang="zh-CN" sz="1400" i="1" dirty="0" smtClean="0">
                <a:solidFill>
                  <a:schemeClr val="bg1"/>
                </a:solidFill>
                <a:latin typeface="+mn-ea"/>
              </a:rPr>
              <a:t>G</a:t>
            </a:r>
            <a:r>
              <a:rPr lang="zh-CN" altLang="zh-CN" sz="1400" dirty="0" smtClean="0">
                <a:solidFill>
                  <a:schemeClr val="bg1"/>
                </a:solidFill>
                <a:latin typeface="+mn-ea"/>
              </a:rPr>
              <a:t>中的边</a:t>
            </a:r>
            <a:endParaRPr lang="zh-CN" altLang="en-US" sz="1400" dirty="0">
              <a:solidFill>
                <a:schemeClr val="bg1"/>
              </a:solidFill>
              <a:latin typeface="+mn-ea"/>
            </a:endParaRPr>
          </a:p>
        </p:txBody>
      </p:sp>
    </p:spTree>
    <p:extLst>
      <p:ext uri="{BB962C8B-B14F-4D97-AF65-F5344CB8AC3E}">
        <p14:creationId xmlns="" xmlns:p14="http://schemas.microsoft.com/office/powerpoint/2010/main" val="2880832275"/>
      </p:ext>
    </p:extLst>
  </p:cSld>
  <p:clrMapOvr>
    <a:masterClrMapping/>
  </p:clrMapOvr>
  <mc:AlternateContent xmlns:mc="http://schemas.openxmlformats.org/markup-compatibility/2006">
    <mc:Choice xmlns="" xmlns:p14="http://schemas.microsoft.com/office/powerpoint/2010/main" Requires="p14">
      <p:transition spd="slow" p14:dur="1600">
        <p14:conveyor dir="l"/>
      </p:transition>
    </mc:Choice>
    <mc:Fallback>
      <p:transition spd="slow">
        <p:fade/>
      </p:transition>
    </mc:Fallback>
  </mc:AlternateContent>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矩形: 圆角 1">
            <a:extLst>
              <a:ext uri="{FF2B5EF4-FFF2-40B4-BE49-F238E27FC236}">
                <a16:creationId xmlns:a16="http://schemas.microsoft.com/office/drawing/2014/main" xmlns="" id="{418E5A06-8819-4805-BC9F-6521A304F46B}"/>
              </a:ext>
            </a:extLst>
          </p:cNvPr>
          <p:cNvSpPr/>
          <p:nvPr/>
        </p:nvSpPr>
        <p:spPr>
          <a:xfrm rot="2700000">
            <a:off x="3263698" y="1544657"/>
            <a:ext cx="2576379" cy="2576379"/>
          </a:xfrm>
          <a:prstGeom prst="roundRect">
            <a:avLst/>
          </a:prstGeom>
          <a:solidFill>
            <a:schemeClr val="bg1"/>
          </a:solidFill>
          <a:ln>
            <a:noFill/>
          </a:ln>
          <a:effectLst>
            <a:outerShdw blurRad="254000" dist="2540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3" name="文本框 5"/>
          <p:cNvSpPr txBox="1">
            <a:spLocks noChangeArrowheads="1"/>
          </p:cNvSpPr>
          <p:nvPr/>
        </p:nvSpPr>
        <p:spPr bwMode="auto">
          <a:xfrm>
            <a:off x="3222914" y="137008"/>
            <a:ext cx="2698175" cy="52322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a:spAutoFit/>
          </a:bodyPr>
          <a:lstStyle>
            <a:lvl1pPr>
              <a:defRPr sz="1300">
                <a:solidFill>
                  <a:schemeClr val="tx1"/>
                </a:solidFill>
                <a:latin typeface="Calibri Light" panose="020F0302020204030204" pitchFamily="34" charset="0"/>
                <a:ea typeface="方正宋刻本秀楷简体" panose="02000000000000000000" pitchFamily="2" charset="-122"/>
              </a:defRPr>
            </a:lvl1pPr>
            <a:lvl2pPr marL="742950" indent="-285750">
              <a:defRPr sz="1300">
                <a:solidFill>
                  <a:schemeClr val="tx1"/>
                </a:solidFill>
                <a:latin typeface="Calibri Light" panose="020F0302020204030204" pitchFamily="34" charset="0"/>
                <a:ea typeface="方正宋刻本秀楷简体" panose="02000000000000000000" pitchFamily="2" charset="-122"/>
              </a:defRPr>
            </a:lvl2pPr>
            <a:lvl3pPr marL="1143000" indent="-228600">
              <a:defRPr sz="1300">
                <a:solidFill>
                  <a:schemeClr val="tx1"/>
                </a:solidFill>
                <a:latin typeface="Calibri Light" panose="020F0302020204030204" pitchFamily="34" charset="0"/>
                <a:ea typeface="方正宋刻本秀楷简体" panose="02000000000000000000" pitchFamily="2" charset="-122"/>
              </a:defRPr>
            </a:lvl3pPr>
            <a:lvl4pPr marL="1600200" indent="-228600">
              <a:defRPr sz="1300">
                <a:solidFill>
                  <a:schemeClr val="tx1"/>
                </a:solidFill>
                <a:latin typeface="Calibri Light" panose="020F0302020204030204" pitchFamily="34" charset="0"/>
                <a:ea typeface="方正宋刻本秀楷简体" panose="02000000000000000000" pitchFamily="2" charset="-122"/>
              </a:defRPr>
            </a:lvl4pPr>
            <a:lvl5pPr marL="2057400" indent="-228600">
              <a:defRPr sz="1300">
                <a:solidFill>
                  <a:schemeClr val="tx1"/>
                </a:solidFill>
                <a:latin typeface="Calibri Light" panose="020F0302020204030204" pitchFamily="34" charset="0"/>
                <a:ea typeface="方正宋刻本秀楷简体" panose="02000000000000000000" pitchFamily="2" charset="-122"/>
              </a:defRPr>
            </a:lvl5pPr>
            <a:lvl6pPr marL="25146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6pPr>
            <a:lvl7pPr marL="29718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7pPr>
            <a:lvl8pPr marL="34290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8pPr>
            <a:lvl9pPr marL="38862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9pPr>
          </a:lstStyle>
          <a:p>
            <a:pPr algn="ctr" fontAlgn="base">
              <a:spcBef>
                <a:spcPct val="0"/>
              </a:spcBef>
              <a:spcAft>
                <a:spcPct val="0"/>
              </a:spcAft>
              <a:defRPr/>
            </a:pPr>
            <a:r>
              <a:rPr lang="zh-CN" altLang="en-US" sz="2800" b="1" dirty="0" smtClean="0">
                <a:solidFill>
                  <a:schemeClr val="accent1"/>
                </a:solidFill>
                <a:latin typeface="+mj-ea"/>
                <a:ea typeface="+mj-ea"/>
              </a:rPr>
              <a:t>常用相似度方法</a:t>
            </a:r>
            <a:endParaRPr lang="zh-CN" altLang="en-US" sz="2800" b="1" dirty="0">
              <a:solidFill>
                <a:schemeClr val="accent1"/>
              </a:solidFill>
              <a:latin typeface="+mj-ea"/>
              <a:ea typeface="+mj-ea"/>
            </a:endParaRPr>
          </a:p>
        </p:txBody>
      </p:sp>
      <p:cxnSp>
        <p:nvCxnSpPr>
          <p:cNvPr id="75" name="直接连接符 74"/>
          <p:cNvCxnSpPr/>
          <p:nvPr/>
        </p:nvCxnSpPr>
        <p:spPr>
          <a:xfrm>
            <a:off x="4433191" y="838402"/>
            <a:ext cx="277619" cy="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
        <p:nvSpPr>
          <p:cNvPr id="52" name="TextBox 8" descr="e7d195523061f1c09e9d68d7cf438b91ef959ecb14fc25d26BBA7F7DBC18E55DFF4014AF651F0BF2569D4B6C1DA7F1A4683A481403BD872FC687266AD13265C1DE7C373772FD8728ABDD69ADD03BFF5BE2862BC891DBB79E74B044BEE21896B58BB504F9B7B8366179F035B8F1FE97608BAB4D7DF1E11532BDCC25DF947C3C4C1B257BA7AAE60662DCA45AF4273F5B3E">
            <a:extLst>
              <a:ext uri="{FF2B5EF4-FFF2-40B4-BE49-F238E27FC236}">
                <a16:creationId xmlns:a16="http://schemas.microsoft.com/office/drawing/2014/main" xmlns="" id="{EC85FA89-A7AF-4D7F-9827-1C1D04B8D9E7}"/>
              </a:ext>
            </a:extLst>
          </p:cNvPr>
          <p:cNvSpPr txBox="1"/>
          <p:nvPr/>
        </p:nvSpPr>
        <p:spPr>
          <a:xfrm>
            <a:off x="6122718" y="686695"/>
            <a:ext cx="1706014" cy="369332"/>
          </a:xfrm>
          <a:prstGeom prst="rect">
            <a:avLst/>
          </a:prstGeom>
          <a:noFill/>
          <a:ln>
            <a:noFill/>
          </a:ln>
        </p:spPr>
        <p:txBody>
          <a:bodyPr wrap="square">
            <a:spAutoFit/>
          </a:bodyPr>
          <a:lstStyle>
            <a:defPPr>
              <a:defRPr lang="zh-CN"/>
            </a:defPPr>
            <a:lvl1pPr algn="r" fontAlgn="base">
              <a:spcBef>
                <a:spcPct val="0"/>
              </a:spcBef>
              <a:spcAft>
                <a:spcPct val="0"/>
              </a:spcAft>
              <a:defRPr sz="1800" b="1">
                <a:solidFill>
                  <a:schemeClr val="accent1"/>
                </a:solidFill>
                <a:latin typeface="+mj-ea"/>
                <a:ea typeface="+mj-ea"/>
              </a:defRPr>
            </a:lvl1pPr>
            <a:lvl2pPr marL="742950" indent="-285750">
              <a:defRPr sz="1300">
                <a:latin typeface="Arial" panose="020B0604020202020204" pitchFamily="34" charset="0"/>
                <a:ea typeface="微软雅黑" panose="020B0503020204020204" pitchFamily="34" charset="-122"/>
              </a:defRPr>
            </a:lvl2pPr>
            <a:lvl3pPr marL="1143000" indent="-228600">
              <a:defRPr sz="1300">
                <a:latin typeface="Arial" panose="020B0604020202020204" pitchFamily="34" charset="0"/>
                <a:ea typeface="微软雅黑" panose="020B0503020204020204" pitchFamily="34" charset="-122"/>
              </a:defRPr>
            </a:lvl3pPr>
            <a:lvl4pPr marL="1600200" indent="-228600">
              <a:defRPr sz="1300">
                <a:latin typeface="Arial" panose="020B0604020202020204" pitchFamily="34" charset="0"/>
                <a:ea typeface="微软雅黑" panose="020B0503020204020204" pitchFamily="34" charset="-122"/>
              </a:defRPr>
            </a:lvl4pPr>
            <a:lvl5pPr marL="2057400" indent="-228600">
              <a:defRPr sz="1300">
                <a:latin typeface="Arial" panose="020B0604020202020204" pitchFamily="34" charset="0"/>
                <a:ea typeface="微软雅黑" panose="020B0503020204020204" pitchFamily="34" charset="-122"/>
              </a:defRPr>
            </a:lvl5pPr>
            <a:lvl6pPr marL="2514600" indent="-228600" fontAlgn="base">
              <a:spcBef>
                <a:spcPct val="0"/>
              </a:spcBef>
              <a:spcAft>
                <a:spcPct val="0"/>
              </a:spcAft>
              <a:defRPr sz="1300">
                <a:latin typeface="Arial" panose="020B0604020202020204" pitchFamily="34" charset="0"/>
                <a:ea typeface="微软雅黑" panose="020B0503020204020204" pitchFamily="34" charset="-122"/>
              </a:defRPr>
            </a:lvl6pPr>
            <a:lvl7pPr marL="2971800" indent="-228600" fontAlgn="base">
              <a:spcBef>
                <a:spcPct val="0"/>
              </a:spcBef>
              <a:spcAft>
                <a:spcPct val="0"/>
              </a:spcAft>
              <a:defRPr sz="1300">
                <a:latin typeface="Arial" panose="020B0604020202020204" pitchFamily="34" charset="0"/>
                <a:ea typeface="微软雅黑" panose="020B0503020204020204" pitchFamily="34" charset="-122"/>
              </a:defRPr>
            </a:lvl7pPr>
            <a:lvl8pPr marL="3429000" indent="-228600" fontAlgn="base">
              <a:spcBef>
                <a:spcPct val="0"/>
              </a:spcBef>
              <a:spcAft>
                <a:spcPct val="0"/>
              </a:spcAft>
              <a:defRPr sz="1300">
                <a:latin typeface="Arial" panose="020B0604020202020204" pitchFamily="34" charset="0"/>
                <a:ea typeface="微软雅黑" panose="020B0503020204020204" pitchFamily="34" charset="-122"/>
              </a:defRPr>
            </a:lvl8pPr>
            <a:lvl9pPr marL="3886200" indent="-228600" fontAlgn="base">
              <a:spcBef>
                <a:spcPct val="0"/>
              </a:spcBef>
              <a:spcAft>
                <a:spcPct val="0"/>
              </a:spcAft>
              <a:defRPr sz="1300">
                <a:latin typeface="Arial" panose="020B0604020202020204" pitchFamily="34" charset="0"/>
                <a:ea typeface="微软雅黑" panose="020B0503020204020204" pitchFamily="34" charset="-122"/>
              </a:defRPr>
            </a:lvl9pPr>
          </a:lstStyle>
          <a:p>
            <a:pPr algn="l"/>
            <a:r>
              <a:rPr lang="en-US" altLang="zh-CN" dirty="0" smtClean="0"/>
              <a:t>JC</a:t>
            </a:r>
            <a:endParaRPr lang="en-US" dirty="0"/>
          </a:p>
        </p:txBody>
      </p:sp>
      <p:sp>
        <p:nvSpPr>
          <p:cNvPr id="53" name="TextBox 9" descr="e7d195523061f1c09e9d68d7cf438b91ef959ecb14fc25d26BBA7F7DBC18E55DFF4014AF651F0BF2569D4B6C1DA7F1A4683A481403BD872FC687266AD13265C1DE7C373772FD8728ABDD69ADD03BFF5BE2862BC891DBB79E74B044BEE21896B58BB504F9B7B8366179F035B8F1FE97608BAB4D7DF1E11532BDCC25DF947C3C4C1B257BA7AAE60662DCA45AF4273F5B3E">
            <a:extLst>
              <a:ext uri="{FF2B5EF4-FFF2-40B4-BE49-F238E27FC236}">
                <a16:creationId xmlns:a16="http://schemas.microsoft.com/office/drawing/2014/main" xmlns="" id="{80D39079-A873-43D5-AA1D-200EEEE4F35B}"/>
              </a:ext>
            </a:extLst>
          </p:cNvPr>
          <p:cNvSpPr txBox="1"/>
          <p:nvPr/>
        </p:nvSpPr>
        <p:spPr>
          <a:xfrm>
            <a:off x="6155002" y="977107"/>
            <a:ext cx="2715471" cy="890693"/>
          </a:xfrm>
          <a:prstGeom prst="rect">
            <a:avLst/>
          </a:prstGeom>
          <a:noFill/>
        </p:spPr>
        <p:txBody>
          <a:bodyPr wrap="square" lIns="27000" rIns="27000" rtlCol="0">
            <a:spAutoFit/>
          </a:bodyPr>
          <a:lstStyle/>
          <a:p>
            <a:pPr defTabSz="914400">
              <a:lnSpc>
                <a:spcPct val="150000"/>
              </a:lnSpc>
              <a:defRPr/>
            </a:pPr>
            <a:r>
              <a:rPr lang="en-US" altLang="zh-CN" sz="1200" dirty="0" smtClean="0">
                <a:latin typeface="+mn-ea"/>
              </a:rPr>
              <a:t>JC</a:t>
            </a:r>
            <a:r>
              <a:rPr lang="zh-CN" altLang="zh-CN" sz="1200" dirty="0" smtClean="0">
                <a:latin typeface="+mn-ea"/>
              </a:rPr>
              <a:t>定义节点对</a:t>
            </a:r>
            <a:r>
              <a:rPr lang="en-US" altLang="zh-CN" sz="1200" dirty="0" smtClean="0">
                <a:latin typeface="+mn-ea"/>
              </a:rPr>
              <a:t>(</a:t>
            </a:r>
            <a:r>
              <a:rPr lang="en-US" altLang="zh-CN" sz="1200" i="1" dirty="0" err="1" smtClean="0">
                <a:latin typeface="+mn-ea"/>
              </a:rPr>
              <a:t>x,y</a:t>
            </a:r>
            <a:r>
              <a:rPr lang="en-US" altLang="zh-CN" sz="1200" dirty="0" smtClean="0">
                <a:latin typeface="+mn-ea"/>
              </a:rPr>
              <a:t>)</a:t>
            </a:r>
            <a:r>
              <a:rPr lang="zh-CN" altLang="zh-CN" sz="1200" dirty="0" smtClean="0">
                <a:latin typeface="+mn-ea"/>
              </a:rPr>
              <a:t>的相似度为</a:t>
            </a:r>
            <a:r>
              <a:rPr lang="en-US" altLang="zh-CN" sz="1200" i="1" dirty="0" smtClean="0">
                <a:latin typeface="+mn-ea"/>
              </a:rPr>
              <a:t>x</a:t>
            </a:r>
            <a:r>
              <a:rPr lang="zh-CN" altLang="zh-CN" sz="1200" dirty="0" smtClean="0">
                <a:latin typeface="+mn-ea"/>
              </a:rPr>
              <a:t>，</a:t>
            </a:r>
            <a:r>
              <a:rPr lang="en-US" altLang="zh-CN" sz="1200" i="1" dirty="0" smtClean="0">
                <a:latin typeface="+mn-ea"/>
              </a:rPr>
              <a:t>y</a:t>
            </a:r>
            <a:r>
              <a:rPr lang="zh-CN" altLang="zh-CN" sz="1200" dirty="0" smtClean="0">
                <a:latin typeface="+mn-ea"/>
              </a:rPr>
              <a:t>的共同邻居的数量在</a:t>
            </a:r>
            <a:r>
              <a:rPr lang="en-US" altLang="zh-CN" sz="1200" i="1" dirty="0" smtClean="0">
                <a:latin typeface="+mn-ea"/>
              </a:rPr>
              <a:t>x</a:t>
            </a:r>
            <a:r>
              <a:rPr lang="zh-CN" altLang="zh-CN" sz="1200" dirty="0" smtClean="0">
                <a:latin typeface="+mn-ea"/>
              </a:rPr>
              <a:t>，</a:t>
            </a:r>
            <a:r>
              <a:rPr lang="en-US" altLang="zh-CN" sz="1200" i="1" dirty="0" smtClean="0">
                <a:latin typeface="+mn-ea"/>
              </a:rPr>
              <a:t>y</a:t>
            </a:r>
            <a:r>
              <a:rPr lang="zh-CN" altLang="zh-CN" sz="1200" dirty="0" smtClean="0">
                <a:latin typeface="+mn-ea"/>
              </a:rPr>
              <a:t>的所有邻居中所占的比例</a:t>
            </a:r>
            <a:endParaRPr lang="en-US" altLang="zh-CN" sz="1200" kern="0" dirty="0">
              <a:solidFill>
                <a:schemeClr val="tx1">
                  <a:lumMod val="95000"/>
                  <a:lumOff val="5000"/>
                </a:schemeClr>
              </a:solidFill>
              <a:latin typeface="+mn-ea"/>
            </a:endParaRPr>
          </a:p>
        </p:txBody>
      </p:sp>
      <p:sp>
        <p:nvSpPr>
          <p:cNvPr id="54" name="TextBox 8" descr="e7d195523061f1c09e9d68d7cf438b91ef959ecb14fc25d26BBA7F7DBC18E55DFF4014AF651F0BF2569D4B6C1DA7F1A4683A481403BD872FC687266AD13265C1DE7C373772FD8728ABDD69ADD03BFF5BE2862BC891DBB79E74B044BEE21896B58BB504F9B7B8366179F035B8F1FE97608BAB4D7DF1E11532BDCC25DF947C3C4C1B257BA7AAE60662DCA45AF4273F5B3E">
            <a:extLst>
              <a:ext uri="{FF2B5EF4-FFF2-40B4-BE49-F238E27FC236}">
                <a16:creationId xmlns:a16="http://schemas.microsoft.com/office/drawing/2014/main" xmlns="" id="{789D3605-2DAC-42C0-8463-C4B8228D57D5}"/>
              </a:ext>
            </a:extLst>
          </p:cNvPr>
          <p:cNvSpPr txBox="1"/>
          <p:nvPr/>
        </p:nvSpPr>
        <p:spPr>
          <a:xfrm>
            <a:off x="6245586" y="2304381"/>
            <a:ext cx="1794463" cy="369332"/>
          </a:xfrm>
          <a:prstGeom prst="rect">
            <a:avLst/>
          </a:prstGeom>
          <a:noFill/>
          <a:ln>
            <a:noFill/>
          </a:ln>
        </p:spPr>
        <p:txBody>
          <a:bodyPr wrap="square">
            <a:spAutoFit/>
          </a:bodyPr>
          <a:lstStyle>
            <a:defPPr>
              <a:defRPr lang="zh-CN"/>
            </a:defPPr>
            <a:lvl1pPr fontAlgn="base">
              <a:spcBef>
                <a:spcPct val="0"/>
              </a:spcBef>
              <a:spcAft>
                <a:spcPct val="0"/>
              </a:spcAft>
              <a:defRPr sz="1800" b="1">
                <a:solidFill>
                  <a:schemeClr val="accent1"/>
                </a:solidFill>
                <a:latin typeface="+mj-ea"/>
                <a:ea typeface="+mj-ea"/>
              </a:defRPr>
            </a:lvl1pPr>
            <a:lvl2pPr marL="742950" indent="-285750">
              <a:defRPr sz="1300">
                <a:latin typeface="Arial" panose="020B0604020202020204" pitchFamily="34" charset="0"/>
                <a:ea typeface="微软雅黑" panose="020B0503020204020204" pitchFamily="34" charset="-122"/>
              </a:defRPr>
            </a:lvl2pPr>
            <a:lvl3pPr marL="1143000" indent="-228600">
              <a:defRPr sz="1300">
                <a:latin typeface="Arial" panose="020B0604020202020204" pitchFamily="34" charset="0"/>
                <a:ea typeface="微软雅黑" panose="020B0503020204020204" pitchFamily="34" charset="-122"/>
              </a:defRPr>
            </a:lvl3pPr>
            <a:lvl4pPr marL="1600200" indent="-228600">
              <a:defRPr sz="1300">
                <a:latin typeface="Arial" panose="020B0604020202020204" pitchFamily="34" charset="0"/>
                <a:ea typeface="微软雅黑" panose="020B0503020204020204" pitchFamily="34" charset="-122"/>
              </a:defRPr>
            </a:lvl4pPr>
            <a:lvl5pPr marL="2057400" indent="-228600">
              <a:defRPr sz="1300">
                <a:latin typeface="Arial" panose="020B0604020202020204" pitchFamily="34" charset="0"/>
                <a:ea typeface="微软雅黑" panose="020B0503020204020204" pitchFamily="34" charset="-122"/>
              </a:defRPr>
            </a:lvl5pPr>
            <a:lvl6pPr marL="2514600" indent="-228600" fontAlgn="base">
              <a:spcBef>
                <a:spcPct val="0"/>
              </a:spcBef>
              <a:spcAft>
                <a:spcPct val="0"/>
              </a:spcAft>
              <a:defRPr sz="1300">
                <a:latin typeface="Arial" panose="020B0604020202020204" pitchFamily="34" charset="0"/>
                <a:ea typeface="微软雅黑" panose="020B0503020204020204" pitchFamily="34" charset="-122"/>
              </a:defRPr>
            </a:lvl6pPr>
            <a:lvl7pPr marL="2971800" indent="-228600" fontAlgn="base">
              <a:spcBef>
                <a:spcPct val="0"/>
              </a:spcBef>
              <a:spcAft>
                <a:spcPct val="0"/>
              </a:spcAft>
              <a:defRPr sz="1300">
                <a:latin typeface="Arial" panose="020B0604020202020204" pitchFamily="34" charset="0"/>
                <a:ea typeface="微软雅黑" panose="020B0503020204020204" pitchFamily="34" charset="-122"/>
              </a:defRPr>
            </a:lvl7pPr>
            <a:lvl8pPr marL="3429000" indent="-228600" fontAlgn="base">
              <a:spcBef>
                <a:spcPct val="0"/>
              </a:spcBef>
              <a:spcAft>
                <a:spcPct val="0"/>
              </a:spcAft>
              <a:defRPr sz="1300">
                <a:latin typeface="Arial" panose="020B0604020202020204" pitchFamily="34" charset="0"/>
                <a:ea typeface="微软雅黑" panose="020B0503020204020204" pitchFamily="34" charset="-122"/>
              </a:defRPr>
            </a:lvl8pPr>
            <a:lvl9pPr marL="3886200" indent="-228600" fontAlgn="base">
              <a:spcBef>
                <a:spcPct val="0"/>
              </a:spcBef>
              <a:spcAft>
                <a:spcPct val="0"/>
              </a:spcAft>
              <a:defRPr sz="1300">
                <a:latin typeface="Arial" panose="020B0604020202020204" pitchFamily="34" charset="0"/>
                <a:ea typeface="微软雅黑" panose="020B0503020204020204" pitchFamily="34" charset="-122"/>
              </a:defRPr>
            </a:lvl9pPr>
          </a:lstStyle>
          <a:p>
            <a:r>
              <a:rPr lang="en-US" altLang="zh-CN" dirty="0" smtClean="0"/>
              <a:t>PA</a:t>
            </a:r>
            <a:endParaRPr lang="en-US" dirty="0"/>
          </a:p>
        </p:txBody>
      </p:sp>
      <p:sp>
        <p:nvSpPr>
          <p:cNvPr id="55" name="TextBox 9" descr="e7d195523061f1c09e9d68d7cf438b91ef959ecb14fc25d26BBA7F7DBC18E55DFF4014AF651F0BF2569D4B6C1DA7F1A4683A481403BD872FC687266AD13265C1DE7C373772FD8728ABDD69ADD03BFF5BE2862BC891DBB79E74B044BEE21896B58BB504F9B7B8366179F035B8F1FE97608BAB4D7DF1E11532BDCC25DF947C3C4C1B257BA7AAE60662DCA45AF4273F5B3E">
            <a:extLst>
              <a:ext uri="{FF2B5EF4-FFF2-40B4-BE49-F238E27FC236}">
                <a16:creationId xmlns:a16="http://schemas.microsoft.com/office/drawing/2014/main" xmlns="" id="{CFFB01D1-6BE1-4BBE-8535-9F19719FE5A2}"/>
              </a:ext>
            </a:extLst>
          </p:cNvPr>
          <p:cNvSpPr txBox="1"/>
          <p:nvPr/>
        </p:nvSpPr>
        <p:spPr>
          <a:xfrm>
            <a:off x="6304089" y="2577052"/>
            <a:ext cx="2715471" cy="336695"/>
          </a:xfrm>
          <a:prstGeom prst="rect">
            <a:avLst/>
          </a:prstGeom>
          <a:noFill/>
        </p:spPr>
        <p:txBody>
          <a:bodyPr wrap="square" lIns="27000" rIns="27000" rtlCol="0">
            <a:spAutoFit/>
          </a:bodyPr>
          <a:lstStyle/>
          <a:p>
            <a:pPr defTabSz="914400">
              <a:lnSpc>
                <a:spcPct val="150000"/>
              </a:lnSpc>
              <a:defRPr/>
            </a:pPr>
            <a:r>
              <a:rPr lang="en-US" altLang="zh-CN" sz="1200" dirty="0" smtClean="0">
                <a:latin typeface="+mn-ea"/>
              </a:rPr>
              <a:t>PA</a:t>
            </a:r>
            <a:r>
              <a:rPr lang="zh-CN" altLang="zh-CN" sz="1200" dirty="0" smtClean="0">
                <a:latin typeface="+mn-ea"/>
              </a:rPr>
              <a:t>指标定义为节点对的度的大小的乘积</a:t>
            </a:r>
            <a:endParaRPr lang="en-US" altLang="zh-CN" sz="1200" kern="0" dirty="0">
              <a:solidFill>
                <a:schemeClr val="tx1">
                  <a:lumMod val="95000"/>
                  <a:lumOff val="5000"/>
                </a:schemeClr>
              </a:solidFill>
              <a:latin typeface="+mn-ea"/>
            </a:endParaRPr>
          </a:p>
        </p:txBody>
      </p:sp>
      <p:sp>
        <p:nvSpPr>
          <p:cNvPr id="56" name="TextBox 8" descr="e7d195523061f1c09e9d68d7cf438b91ef959ecb14fc25d26BBA7F7DBC18E55DFF4014AF651F0BF2569D4B6C1DA7F1A4683A481403BD872FC687266AD13265C1DE7C373772FD8728ABDD69ADD03BFF5BE2862BC891DBB79E74B044BEE21896B58BB504F9B7B8366179F035B8F1FE97608BAB4D7DF1E11532BDCC25DF947C3C4C1B257BA7AAE60662DCA45AF4273F5B3E">
            <a:extLst>
              <a:ext uri="{FF2B5EF4-FFF2-40B4-BE49-F238E27FC236}">
                <a16:creationId xmlns:a16="http://schemas.microsoft.com/office/drawing/2014/main" xmlns="" id="{F1ABBEBF-AF91-450A-A89A-F348505E6F97}"/>
              </a:ext>
            </a:extLst>
          </p:cNvPr>
          <p:cNvSpPr txBox="1"/>
          <p:nvPr/>
        </p:nvSpPr>
        <p:spPr>
          <a:xfrm>
            <a:off x="1349513" y="812896"/>
            <a:ext cx="1613889" cy="369332"/>
          </a:xfrm>
          <a:prstGeom prst="rect">
            <a:avLst/>
          </a:prstGeom>
          <a:noFill/>
          <a:ln>
            <a:noFill/>
          </a:ln>
        </p:spPr>
        <p:txBody>
          <a:bodyPr wrap="square">
            <a:spAutoFit/>
          </a:bodyPr>
          <a:lstStyle>
            <a:defPPr>
              <a:defRPr lang="zh-CN"/>
            </a:defPPr>
            <a:lvl1pPr algn="ctr" fontAlgn="base">
              <a:spcBef>
                <a:spcPct val="0"/>
              </a:spcBef>
              <a:spcAft>
                <a:spcPct val="0"/>
              </a:spcAft>
              <a:defRPr sz="1800" b="1">
                <a:solidFill>
                  <a:schemeClr val="accent1"/>
                </a:solidFill>
                <a:latin typeface="+mj-ea"/>
                <a:ea typeface="+mj-ea"/>
              </a:defRPr>
            </a:lvl1pPr>
            <a:lvl2pPr marL="742950" indent="-285750">
              <a:defRPr sz="1300">
                <a:latin typeface="Arial" panose="020B0604020202020204" pitchFamily="34" charset="0"/>
                <a:ea typeface="微软雅黑" panose="020B0503020204020204" pitchFamily="34" charset="-122"/>
              </a:defRPr>
            </a:lvl2pPr>
            <a:lvl3pPr marL="1143000" indent="-228600">
              <a:defRPr sz="1300">
                <a:latin typeface="Arial" panose="020B0604020202020204" pitchFamily="34" charset="0"/>
                <a:ea typeface="微软雅黑" panose="020B0503020204020204" pitchFamily="34" charset="-122"/>
              </a:defRPr>
            </a:lvl3pPr>
            <a:lvl4pPr marL="1600200" indent="-228600">
              <a:defRPr sz="1300">
                <a:latin typeface="Arial" panose="020B0604020202020204" pitchFamily="34" charset="0"/>
                <a:ea typeface="微软雅黑" panose="020B0503020204020204" pitchFamily="34" charset="-122"/>
              </a:defRPr>
            </a:lvl4pPr>
            <a:lvl5pPr marL="2057400" indent="-228600">
              <a:defRPr sz="1300">
                <a:latin typeface="Arial" panose="020B0604020202020204" pitchFamily="34" charset="0"/>
                <a:ea typeface="微软雅黑" panose="020B0503020204020204" pitchFamily="34" charset="-122"/>
              </a:defRPr>
            </a:lvl5pPr>
            <a:lvl6pPr marL="2514600" indent="-228600" fontAlgn="base">
              <a:spcBef>
                <a:spcPct val="0"/>
              </a:spcBef>
              <a:spcAft>
                <a:spcPct val="0"/>
              </a:spcAft>
              <a:defRPr sz="1300">
                <a:latin typeface="Arial" panose="020B0604020202020204" pitchFamily="34" charset="0"/>
                <a:ea typeface="微软雅黑" panose="020B0503020204020204" pitchFamily="34" charset="-122"/>
              </a:defRPr>
            </a:lvl6pPr>
            <a:lvl7pPr marL="2971800" indent="-228600" fontAlgn="base">
              <a:spcBef>
                <a:spcPct val="0"/>
              </a:spcBef>
              <a:spcAft>
                <a:spcPct val="0"/>
              </a:spcAft>
              <a:defRPr sz="1300">
                <a:latin typeface="Arial" panose="020B0604020202020204" pitchFamily="34" charset="0"/>
                <a:ea typeface="微软雅黑" panose="020B0503020204020204" pitchFamily="34" charset="-122"/>
              </a:defRPr>
            </a:lvl7pPr>
            <a:lvl8pPr marL="3429000" indent="-228600" fontAlgn="base">
              <a:spcBef>
                <a:spcPct val="0"/>
              </a:spcBef>
              <a:spcAft>
                <a:spcPct val="0"/>
              </a:spcAft>
              <a:defRPr sz="1300">
                <a:latin typeface="Arial" panose="020B0604020202020204" pitchFamily="34" charset="0"/>
                <a:ea typeface="微软雅黑" panose="020B0503020204020204" pitchFamily="34" charset="-122"/>
              </a:defRPr>
            </a:lvl8pPr>
            <a:lvl9pPr marL="3886200" indent="-228600" fontAlgn="base">
              <a:spcBef>
                <a:spcPct val="0"/>
              </a:spcBef>
              <a:spcAft>
                <a:spcPct val="0"/>
              </a:spcAft>
              <a:defRPr sz="1300">
                <a:latin typeface="Arial" panose="020B0604020202020204" pitchFamily="34" charset="0"/>
                <a:ea typeface="微软雅黑" panose="020B0503020204020204" pitchFamily="34" charset="-122"/>
              </a:defRPr>
            </a:lvl9pPr>
          </a:lstStyle>
          <a:p>
            <a:pPr algn="r"/>
            <a:r>
              <a:rPr lang="en-US" altLang="zh-CN" dirty="0" smtClean="0"/>
              <a:t>CN</a:t>
            </a:r>
            <a:endParaRPr lang="en-US" dirty="0"/>
          </a:p>
        </p:txBody>
      </p:sp>
      <p:sp>
        <p:nvSpPr>
          <p:cNvPr id="57" name="TextBox 9" descr="e7d195523061f1c09e9d68d7cf438b91ef959ecb14fc25d26BBA7F7DBC18E55DFF4014AF651F0BF2569D4B6C1DA7F1A4683A481403BD872FC687266AD13265C1DE7C373772FD8728ABDD69ADD03BFF5BE2862BC891DBB79E74B044BEE21896B58BB504F9B7B8366179F035B8F1FE97608BAB4D7DF1E11532BDCC25DF947C3C4C1B257BA7AAE60662DCA45AF4273F5B3E">
            <a:extLst>
              <a:ext uri="{FF2B5EF4-FFF2-40B4-BE49-F238E27FC236}">
                <a16:creationId xmlns:a16="http://schemas.microsoft.com/office/drawing/2014/main" xmlns="" id="{6BDA5199-0156-4E6A-A9B5-EAE701A2AFBE}"/>
              </a:ext>
            </a:extLst>
          </p:cNvPr>
          <p:cNvSpPr txBox="1"/>
          <p:nvPr/>
        </p:nvSpPr>
        <p:spPr>
          <a:xfrm>
            <a:off x="170987" y="1076498"/>
            <a:ext cx="2715471" cy="1167692"/>
          </a:xfrm>
          <a:prstGeom prst="rect">
            <a:avLst/>
          </a:prstGeom>
          <a:noFill/>
        </p:spPr>
        <p:txBody>
          <a:bodyPr wrap="square" lIns="27000" rIns="27000" rtlCol="0">
            <a:spAutoFit/>
          </a:bodyPr>
          <a:lstStyle/>
          <a:p>
            <a:pPr algn="r" defTabSz="914400">
              <a:lnSpc>
                <a:spcPct val="150000"/>
              </a:lnSpc>
              <a:defRPr/>
            </a:pPr>
            <a:r>
              <a:rPr lang="en-US" altLang="zh-CN" sz="1200" dirty="0" smtClean="0">
                <a:latin typeface="+mn-ea"/>
              </a:rPr>
              <a:t>CN</a:t>
            </a:r>
            <a:r>
              <a:rPr lang="zh-CN" altLang="zh-CN" sz="1200" dirty="0" smtClean="0">
                <a:latin typeface="+mn-ea"/>
              </a:rPr>
              <a:t>以共同邻居的数量作为度量指标来计算节点间的相似度，在</a:t>
            </a:r>
            <a:r>
              <a:rPr lang="en-US" altLang="zh-CN" sz="1200" dirty="0" smtClean="0">
                <a:latin typeface="+mn-ea"/>
              </a:rPr>
              <a:t>CN</a:t>
            </a:r>
            <a:r>
              <a:rPr lang="zh-CN" altLang="zh-CN" sz="1200" dirty="0" smtClean="0">
                <a:latin typeface="+mn-ea"/>
              </a:rPr>
              <a:t>的定义中两个节点的共同邻居数量越大，则节点对之间产生连边的可能性越大</a:t>
            </a:r>
            <a:endParaRPr lang="en-US" altLang="zh-CN" sz="1200" kern="0" dirty="0">
              <a:solidFill>
                <a:schemeClr val="tx1">
                  <a:lumMod val="95000"/>
                  <a:lumOff val="5000"/>
                </a:schemeClr>
              </a:solidFill>
              <a:latin typeface="+mn-ea"/>
            </a:endParaRPr>
          </a:p>
        </p:txBody>
      </p:sp>
      <p:sp>
        <p:nvSpPr>
          <p:cNvPr id="58" name="TextBox 8" descr="e7d195523061f1c09e9d68d7cf438b91ef959ecb14fc25d26BBA7F7DBC18E55DFF4014AF651F0BF2569D4B6C1DA7F1A4683A481403BD872FC687266AD13265C1DE7C373772FD8728ABDD69ADD03BFF5BE2862BC891DBB79E74B044BEE21896B58BB504F9B7B8366179F035B8F1FE97608BAB4D7DF1E11532BDCC25DF947C3C4C1B257BA7AAE60662DCA45AF4273F5B3E">
            <a:extLst>
              <a:ext uri="{FF2B5EF4-FFF2-40B4-BE49-F238E27FC236}">
                <a16:creationId xmlns:a16="http://schemas.microsoft.com/office/drawing/2014/main" xmlns="" id="{71A1D57C-6404-4698-9223-F9346286099C}"/>
              </a:ext>
            </a:extLst>
          </p:cNvPr>
          <p:cNvSpPr txBox="1"/>
          <p:nvPr/>
        </p:nvSpPr>
        <p:spPr>
          <a:xfrm>
            <a:off x="1268454" y="3148336"/>
            <a:ext cx="1608065" cy="369332"/>
          </a:xfrm>
          <a:prstGeom prst="rect">
            <a:avLst/>
          </a:prstGeom>
          <a:noFill/>
          <a:ln>
            <a:noFill/>
          </a:ln>
        </p:spPr>
        <p:txBody>
          <a:bodyPr wrap="square">
            <a:spAutoFit/>
          </a:bodyPr>
          <a:lstStyle>
            <a:defPPr>
              <a:defRPr lang="zh-CN"/>
            </a:defPPr>
            <a:lvl1pPr algn="r" fontAlgn="base">
              <a:spcBef>
                <a:spcPct val="0"/>
              </a:spcBef>
              <a:spcAft>
                <a:spcPct val="0"/>
              </a:spcAft>
              <a:defRPr sz="1800" b="1">
                <a:solidFill>
                  <a:schemeClr val="accent1"/>
                </a:solidFill>
                <a:latin typeface="+mj-ea"/>
                <a:ea typeface="+mj-ea"/>
              </a:defRPr>
            </a:lvl1pPr>
            <a:lvl2pPr marL="742950" indent="-285750">
              <a:defRPr sz="1300">
                <a:latin typeface="Arial" panose="020B0604020202020204" pitchFamily="34" charset="0"/>
                <a:ea typeface="微软雅黑" panose="020B0503020204020204" pitchFamily="34" charset="-122"/>
              </a:defRPr>
            </a:lvl2pPr>
            <a:lvl3pPr marL="1143000" indent="-228600">
              <a:defRPr sz="1300">
                <a:latin typeface="Arial" panose="020B0604020202020204" pitchFamily="34" charset="0"/>
                <a:ea typeface="微软雅黑" panose="020B0503020204020204" pitchFamily="34" charset="-122"/>
              </a:defRPr>
            </a:lvl3pPr>
            <a:lvl4pPr marL="1600200" indent="-228600">
              <a:defRPr sz="1300">
                <a:latin typeface="Arial" panose="020B0604020202020204" pitchFamily="34" charset="0"/>
                <a:ea typeface="微软雅黑" panose="020B0503020204020204" pitchFamily="34" charset="-122"/>
              </a:defRPr>
            </a:lvl4pPr>
            <a:lvl5pPr marL="2057400" indent="-228600">
              <a:defRPr sz="1300">
                <a:latin typeface="Arial" panose="020B0604020202020204" pitchFamily="34" charset="0"/>
                <a:ea typeface="微软雅黑" panose="020B0503020204020204" pitchFamily="34" charset="-122"/>
              </a:defRPr>
            </a:lvl5pPr>
            <a:lvl6pPr marL="2514600" indent="-228600" fontAlgn="base">
              <a:spcBef>
                <a:spcPct val="0"/>
              </a:spcBef>
              <a:spcAft>
                <a:spcPct val="0"/>
              </a:spcAft>
              <a:defRPr sz="1300">
                <a:latin typeface="Arial" panose="020B0604020202020204" pitchFamily="34" charset="0"/>
                <a:ea typeface="微软雅黑" panose="020B0503020204020204" pitchFamily="34" charset="-122"/>
              </a:defRPr>
            </a:lvl6pPr>
            <a:lvl7pPr marL="2971800" indent="-228600" fontAlgn="base">
              <a:spcBef>
                <a:spcPct val="0"/>
              </a:spcBef>
              <a:spcAft>
                <a:spcPct val="0"/>
              </a:spcAft>
              <a:defRPr sz="1300">
                <a:latin typeface="Arial" panose="020B0604020202020204" pitchFamily="34" charset="0"/>
                <a:ea typeface="微软雅黑" panose="020B0503020204020204" pitchFamily="34" charset="-122"/>
              </a:defRPr>
            </a:lvl7pPr>
            <a:lvl8pPr marL="3429000" indent="-228600" fontAlgn="base">
              <a:spcBef>
                <a:spcPct val="0"/>
              </a:spcBef>
              <a:spcAft>
                <a:spcPct val="0"/>
              </a:spcAft>
              <a:defRPr sz="1300">
                <a:latin typeface="Arial" panose="020B0604020202020204" pitchFamily="34" charset="0"/>
                <a:ea typeface="微软雅黑" panose="020B0503020204020204" pitchFamily="34" charset="-122"/>
              </a:defRPr>
            </a:lvl8pPr>
            <a:lvl9pPr marL="3886200" indent="-228600" fontAlgn="base">
              <a:spcBef>
                <a:spcPct val="0"/>
              </a:spcBef>
              <a:spcAft>
                <a:spcPct val="0"/>
              </a:spcAft>
              <a:defRPr sz="1300">
                <a:latin typeface="Arial" panose="020B0604020202020204" pitchFamily="34" charset="0"/>
                <a:ea typeface="微软雅黑" panose="020B0503020204020204" pitchFamily="34" charset="-122"/>
              </a:defRPr>
            </a:lvl9pPr>
          </a:lstStyle>
          <a:p>
            <a:r>
              <a:rPr lang="en-US" altLang="zh-CN" dirty="0" smtClean="0"/>
              <a:t>AA</a:t>
            </a:r>
            <a:endParaRPr lang="en-US" dirty="0"/>
          </a:p>
        </p:txBody>
      </p:sp>
      <p:sp>
        <p:nvSpPr>
          <p:cNvPr id="59" name="TextBox 9" descr="e7d195523061f1c09e9d68d7cf438b91ef959ecb14fc25d26BBA7F7DBC18E55DFF4014AF651F0BF2569D4B6C1DA7F1A4683A481403BD872FC687266AD13265C1DE7C373772FD8728ABDD69ADD03BFF5BE2862BC891DBB79E74B044BEE21896B58BB504F9B7B8366179F035B8F1FE97608BAB4D7DF1E11532BDCC25DF947C3C4C1B257BA7AAE60662DCA45AF4273F5B3E">
            <a:extLst>
              <a:ext uri="{FF2B5EF4-FFF2-40B4-BE49-F238E27FC236}">
                <a16:creationId xmlns:a16="http://schemas.microsoft.com/office/drawing/2014/main" xmlns="" id="{EE611D66-49AD-4D0A-A178-F447F7C3E7FB}"/>
              </a:ext>
            </a:extLst>
          </p:cNvPr>
          <p:cNvSpPr txBox="1"/>
          <p:nvPr/>
        </p:nvSpPr>
        <p:spPr>
          <a:xfrm>
            <a:off x="161048" y="3411938"/>
            <a:ext cx="2715471" cy="613694"/>
          </a:xfrm>
          <a:prstGeom prst="rect">
            <a:avLst/>
          </a:prstGeom>
          <a:noFill/>
        </p:spPr>
        <p:txBody>
          <a:bodyPr wrap="square" lIns="27000" rIns="27000" rtlCol="0">
            <a:spAutoFit/>
          </a:bodyPr>
          <a:lstStyle/>
          <a:p>
            <a:pPr algn="r" defTabSz="914400">
              <a:lnSpc>
                <a:spcPct val="150000"/>
              </a:lnSpc>
              <a:defRPr/>
            </a:pPr>
            <a:r>
              <a:rPr lang="en-US" altLang="zh-CN" sz="1200" dirty="0" smtClean="0">
                <a:latin typeface="+mn-ea"/>
              </a:rPr>
              <a:t>AA</a:t>
            </a:r>
            <a:r>
              <a:rPr lang="zh-CN" altLang="zh-CN" sz="1200" dirty="0" smtClean="0">
                <a:latin typeface="+mn-ea"/>
              </a:rPr>
              <a:t>定义节点对</a:t>
            </a:r>
            <a:r>
              <a:rPr lang="en-US" altLang="zh-CN" sz="1200" dirty="0" smtClean="0">
                <a:latin typeface="+mn-ea"/>
              </a:rPr>
              <a:t>(</a:t>
            </a:r>
            <a:r>
              <a:rPr lang="en-US" altLang="zh-CN" sz="1200" i="1" dirty="0" err="1" smtClean="0">
                <a:latin typeface="+mn-ea"/>
              </a:rPr>
              <a:t>x,y</a:t>
            </a:r>
            <a:r>
              <a:rPr lang="en-US" altLang="zh-CN" sz="1200" dirty="0" smtClean="0">
                <a:latin typeface="+mn-ea"/>
              </a:rPr>
              <a:t>)</a:t>
            </a:r>
            <a:r>
              <a:rPr lang="zh-CN" altLang="zh-CN" sz="1200" dirty="0" smtClean="0">
                <a:latin typeface="+mn-ea"/>
              </a:rPr>
              <a:t>的相似度为共同邻居的度的对数的倒数求和</a:t>
            </a:r>
            <a:r>
              <a:rPr lang="en-US" altLang="zh-CN" sz="1200" kern="0" dirty="0" smtClean="0">
                <a:solidFill>
                  <a:schemeClr val="tx1">
                    <a:lumMod val="95000"/>
                    <a:lumOff val="5000"/>
                  </a:schemeClr>
                </a:solidFill>
                <a:latin typeface="+mn-ea"/>
              </a:rPr>
              <a:t>. </a:t>
            </a:r>
            <a:endParaRPr lang="en-US" altLang="zh-CN" sz="1200" kern="0" dirty="0">
              <a:solidFill>
                <a:schemeClr val="tx1">
                  <a:lumMod val="95000"/>
                  <a:lumOff val="5000"/>
                </a:schemeClr>
              </a:solidFill>
              <a:latin typeface="+mn-ea"/>
            </a:endParaRPr>
          </a:p>
        </p:txBody>
      </p:sp>
      <p:grpSp>
        <p:nvGrpSpPr>
          <p:cNvPr id="5" name="组合 4">
            <a:extLst>
              <a:ext uri="{FF2B5EF4-FFF2-40B4-BE49-F238E27FC236}">
                <a16:creationId xmlns:a16="http://schemas.microsoft.com/office/drawing/2014/main" xmlns="" id="{E2FA4A81-8BBD-4906-8FB2-1372AE64AFDC}"/>
              </a:ext>
            </a:extLst>
          </p:cNvPr>
          <p:cNvGrpSpPr/>
          <p:nvPr/>
        </p:nvGrpSpPr>
        <p:grpSpPr>
          <a:xfrm>
            <a:off x="5126735" y="1502753"/>
            <a:ext cx="958521" cy="958521"/>
            <a:chOff x="5126734" y="1502752"/>
            <a:chExt cx="1082919" cy="1082919"/>
          </a:xfrm>
        </p:grpSpPr>
        <p:sp>
          <p:nvSpPr>
            <p:cNvPr id="48" name="椭圆 47">
              <a:extLst>
                <a:ext uri="{FF2B5EF4-FFF2-40B4-BE49-F238E27FC236}">
                  <a16:creationId xmlns:a16="http://schemas.microsoft.com/office/drawing/2014/main" xmlns="" id="{D35557C4-3414-4A1A-9651-129C8C54E32B}"/>
                </a:ext>
              </a:extLst>
            </p:cNvPr>
            <p:cNvSpPr/>
            <p:nvPr/>
          </p:nvSpPr>
          <p:spPr>
            <a:xfrm>
              <a:off x="5126734" y="1502752"/>
              <a:ext cx="1082919" cy="1082919"/>
            </a:xfrm>
            <a:prstGeom prst="ellipse">
              <a:avLst/>
            </a:prstGeom>
            <a:solidFill>
              <a:schemeClr val="accent1"/>
            </a:solidFill>
            <a:ln>
              <a:noFill/>
            </a:ln>
            <a:effectLst>
              <a:outerShdw blurRad="254000" dist="2540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CN" altLang="en-US"/>
            </a:p>
          </p:txBody>
        </p:sp>
        <p:sp>
          <p:nvSpPr>
            <p:cNvPr id="60" name="AutoShape 112">
              <a:extLst>
                <a:ext uri="{FF2B5EF4-FFF2-40B4-BE49-F238E27FC236}">
                  <a16:creationId xmlns:a16="http://schemas.microsoft.com/office/drawing/2014/main" xmlns="" id="{5F7DDC2A-9541-456B-8973-0A1248C83C3D}"/>
                </a:ext>
              </a:extLst>
            </p:cNvPr>
            <p:cNvSpPr>
              <a:spLocks/>
            </p:cNvSpPr>
            <p:nvPr/>
          </p:nvSpPr>
          <p:spPr bwMode="auto">
            <a:xfrm>
              <a:off x="5408396" y="1771638"/>
              <a:ext cx="519593" cy="517303"/>
            </a:xfrm>
            <a:custGeom>
              <a:avLst/>
              <a:gdLst>
                <a:gd name="T0" fmla="*/ 10510 w 21020"/>
                <a:gd name="T1" fmla="*/ 10800 h 21600"/>
                <a:gd name="T2" fmla="*/ 10510 w 21020"/>
                <a:gd name="T3" fmla="*/ 10800 h 21600"/>
                <a:gd name="T4" fmla="*/ 10510 w 21020"/>
                <a:gd name="T5" fmla="*/ 10800 h 21600"/>
                <a:gd name="T6" fmla="*/ 10510 w 21020"/>
                <a:gd name="T7" fmla="*/ 10800 h 21600"/>
              </a:gdLst>
              <a:ahLst/>
              <a:cxnLst>
                <a:cxn ang="0">
                  <a:pos x="T0" y="T1"/>
                </a:cxn>
                <a:cxn ang="0">
                  <a:pos x="T2" y="T3"/>
                </a:cxn>
                <a:cxn ang="0">
                  <a:pos x="T4" y="T5"/>
                </a:cxn>
                <a:cxn ang="0">
                  <a:pos x="T6" y="T7"/>
                </a:cxn>
              </a:cxnLst>
              <a:rect l="0" t="0" r="r" b="b"/>
              <a:pathLst>
                <a:path w="21020" h="21600">
                  <a:moveTo>
                    <a:pt x="18846" y="7946"/>
                  </a:moveTo>
                  <a:lnTo>
                    <a:pt x="17740" y="9091"/>
                  </a:lnTo>
                  <a:cubicBezTo>
                    <a:pt x="17740" y="8939"/>
                    <a:pt x="17758" y="8792"/>
                    <a:pt x="17744" y="8636"/>
                  </a:cubicBezTo>
                  <a:cubicBezTo>
                    <a:pt x="17629" y="7331"/>
                    <a:pt x="17036" y="6068"/>
                    <a:pt x="16074" y="5080"/>
                  </a:cubicBezTo>
                  <a:cubicBezTo>
                    <a:pt x="15004" y="3980"/>
                    <a:pt x="13585" y="3348"/>
                    <a:pt x="12180" y="3345"/>
                  </a:cubicBezTo>
                  <a:lnTo>
                    <a:pt x="13268" y="2218"/>
                  </a:lnTo>
                  <a:cubicBezTo>
                    <a:pt x="13812" y="1659"/>
                    <a:pt x="14572" y="1350"/>
                    <a:pt x="15403" y="1350"/>
                  </a:cubicBezTo>
                  <a:cubicBezTo>
                    <a:pt x="16460" y="1350"/>
                    <a:pt x="17546" y="1840"/>
                    <a:pt x="18381" y="2696"/>
                  </a:cubicBezTo>
                  <a:cubicBezTo>
                    <a:pt x="19165" y="3500"/>
                    <a:pt x="19631" y="4499"/>
                    <a:pt x="19698" y="5510"/>
                  </a:cubicBezTo>
                  <a:cubicBezTo>
                    <a:pt x="19760" y="6453"/>
                    <a:pt x="19457" y="7317"/>
                    <a:pt x="18846" y="7946"/>
                  </a:cubicBezTo>
                  <a:moveTo>
                    <a:pt x="5828" y="19329"/>
                  </a:moveTo>
                  <a:cubicBezTo>
                    <a:pt x="5813" y="18424"/>
                    <a:pt x="5454" y="17481"/>
                    <a:pt x="4730" y="16739"/>
                  </a:cubicBezTo>
                  <a:cubicBezTo>
                    <a:pt x="4046" y="16034"/>
                    <a:pt x="3150" y="15628"/>
                    <a:pt x="2257" y="15592"/>
                  </a:cubicBezTo>
                  <a:lnTo>
                    <a:pt x="2911" y="13157"/>
                  </a:lnTo>
                  <a:cubicBezTo>
                    <a:pt x="2959" y="12995"/>
                    <a:pt x="3052" y="12835"/>
                    <a:pt x="3168" y="12695"/>
                  </a:cubicBezTo>
                  <a:cubicBezTo>
                    <a:pt x="4485" y="11726"/>
                    <a:pt x="6512" y="12012"/>
                    <a:pt x="7920" y="13460"/>
                  </a:cubicBezTo>
                  <a:cubicBezTo>
                    <a:pt x="9409" y="14990"/>
                    <a:pt x="9639" y="17230"/>
                    <a:pt x="8492" y="18568"/>
                  </a:cubicBezTo>
                  <a:cubicBezTo>
                    <a:pt x="8416" y="18609"/>
                    <a:pt x="8339" y="18648"/>
                    <a:pt x="8256" y="18675"/>
                  </a:cubicBezTo>
                  <a:cubicBezTo>
                    <a:pt x="8256" y="18675"/>
                    <a:pt x="5828" y="19329"/>
                    <a:pt x="5828" y="19329"/>
                  </a:cubicBezTo>
                  <a:close/>
                  <a:moveTo>
                    <a:pt x="2737" y="20164"/>
                  </a:moveTo>
                  <a:cubicBezTo>
                    <a:pt x="2665" y="20181"/>
                    <a:pt x="2443" y="20239"/>
                    <a:pt x="2291" y="20249"/>
                  </a:cubicBezTo>
                  <a:cubicBezTo>
                    <a:pt x="1751" y="20244"/>
                    <a:pt x="1313" y="19792"/>
                    <a:pt x="1313" y="19237"/>
                  </a:cubicBezTo>
                  <a:cubicBezTo>
                    <a:pt x="1321" y="19124"/>
                    <a:pt x="1365" y="18929"/>
                    <a:pt x="1380" y="18857"/>
                  </a:cubicBezTo>
                  <a:lnTo>
                    <a:pt x="2071" y="16283"/>
                  </a:lnTo>
                  <a:cubicBezTo>
                    <a:pt x="2822" y="16261"/>
                    <a:pt x="3630" y="16562"/>
                    <a:pt x="4265" y="17215"/>
                  </a:cubicBezTo>
                  <a:cubicBezTo>
                    <a:pt x="4911" y="17878"/>
                    <a:pt x="5214" y="18725"/>
                    <a:pt x="5181" y="19504"/>
                  </a:cubicBezTo>
                  <a:cubicBezTo>
                    <a:pt x="5181" y="19504"/>
                    <a:pt x="2737" y="20164"/>
                    <a:pt x="2737" y="20164"/>
                  </a:cubicBezTo>
                  <a:close/>
                  <a:moveTo>
                    <a:pt x="6888" y="11179"/>
                  </a:moveTo>
                  <a:cubicBezTo>
                    <a:pt x="6280" y="10927"/>
                    <a:pt x="5642" y="10783"/>
                    <a:pt x="5004" y="10774"/>
                  </a:cubicBezTo>
                  <a:lnTo>
                    <a:pt x="10063" y="5536"/>
                  </a:lnTo>
                  <a:cubicBezTo>
                    <a:pt x="10838" y="4759"/>
                    <a:pt x="11966" y="4536"/>
                    <a:pt x="13077" y="4819"/>
                  </a:cubicBezTo>
                  <a:cubicBezTo>
                    <a:pt x="13077" y="4819"/>
                    <a:pt x="6888" y="11179"/>
                    <a:pt x="6888" y="11179"/>
                  </a:cubicBezTo>
                  <a:close/>
                  <a:moveTo>
                    <a:pt x="9717" y="13672"/>
                  </a:moveTo>
                  <a:cubicBezTo>
                    <a:pt x="9473" y="13258"/>
                    <a:pt x="9194" y="12859"/>
                    <a:pt x="8848" y="12505"/>
                  </a:cubicBezTo>
                  <a:cubicBezTo>
                    <a:pt x="8447" y="12093"/>
                    <a:pt x="7986" y="11770"/>
                    <a:pt x="7507" y="11498"/>
                  </a:cubicBezTo>
                  <a:lnTo>
                    <a:pt x="13767" y="5064"/>
                  </a:lnTo>
                  <a:cubicBezTo>
                    <a:pt x="14259" y="5288"/>
                    <a:pt x="14729" y="5607"/>
                    <a:pt x="15145" y="6035"/>
                  </a:cubicBezTo>
                  <a:cubicBezTo>
                    <a:pt x="15500" y="6398"/>
                    <a:pt x="15775" y="6806"/>
                    <a:pt x="15987" y="7229"/>
                  </a:cubicBezTo>
                  <a:cubicBezTo>
                    <a:pt x="15987" y="7229"/>
                    <a:pt x="9717" y="13672"/>
                    <a:pt x="9717" y="13672"/>
                  </a:cubicBezTo>
                  <a:close/>
                  <a:moveTo>
                    <a:pt x="10519" y="16061"/>
                  </a:moveTo>
                  <a:cubicBezTo>
                    <a:pt x="10465" y="15452"/>
                    <a:pt x="10298" y="14854"/>
                    <a:pt x="10047" y="14288"/>
                  </a:cubicBezTo>
                  <a:lnTo>
                    <a:pt x="16257" y="7906"/>
                  </a:lnTo>
                  <a:cubicBezTo>
                    <a:pt x="16637" y="9140"/>
                    <a:pt x="16442" y="10429"/>
                    <a:pt x="15610" y="11284"/>
                  </a:cubicBezTo>
                  <a:cubicBezTo>
                    <a:pt x="15604" y="11290"/>
                    <a:pt x="15598" y="11293"/>
                    <a:pt x="15593" y="11298"/>
                  </a:cubicBezTo>
                  <a:lnTo>
                    <a:pt x="15602" y="11306"/>
                  </a:lnTo>
                  <a:lnTo>
                    <a:pt x="10525" y="16565"/>
                  </a:lnTo>
                  <a:cubicBezTo>
                    <a:pt x="10527" y="16397"/>
                    <a:pt x="10534" y="16232"/>
                    <a:pt x="10519" y="16061"/>
                  </a:cubicBezTo>
                  <a:moveTo>
                    <a:pt x="19308" y="1741"/>
                  </a:moveTo>
                  <a:cubicBezTo>
                    <a:pt x="18228" y="632"/>
                    <a:pt x="16805" y="0"/>
                    <a:pt x="15403" y="0"/>
                  </a:cubicBezTo>
                  <a:cubicBezTo>
                    <a:pt x="14220" y="0"/>
                    <a:pt x="13131" y="450"/>
                    <a:pt x="12335" y="1266"/>
                  </a:cubicBezTo>
                  <a:lnTo>
                    <a:pt x="9138" y="4577"/>
                  </a:lnTo>
                  <a:cubicBezTo>
                    <a:pt x="9129" y="4585"/>
                    <a:pt x="9118" y="4592"/>
                    <a:pt x="9108" y="4602"/>
                  </a:cubicBezTo>
                  <a:cubicBezTo>
                    <a:pt x="9103" y="4608"/>
                    <a:pt x="9100" y="4614"/>
                    <a:pt x="9095" y="4620"/>
                  </a:cubicBezTo>
                  <a:lnTo>
                    <a:pt x="9096" y="4621"/>
                  </a:lnTo>
                  <a:lnTo>
                    <a:pt x="2310" y="11647"/>
                  </a:lnTo>
                  <a:cubicBezTo>
                    <a:pt x="1998" y="11966"/>
                    <a:pt x="1771" y="12364"/>
                    <a:pt x="1645" y="12797"/>
                  </a:cubicBezTo>
                  <a:lnTo>
                    <a:pt x="102" y="18541"/>
                  </a:lnTo>
                  <a:cubicBezTo>
                    <a:pt x="100" y="18557"/>
                    <a:pt x="0" y="19008"/>
                    <a:pt x="0" y="19237"/>
                  </a:cubicBezTo>
                  <a:cubicBezTo>
                    <a:pt x="0" y="20541"/>
                    <a:pt x="1030" y="21599"/>
                    <a:pt x="2302" y="21599"/>
                  </a:cubicBezTo>
                  <a:cubicBezTo>
                    <a:pt x="2554" y="21599"/>
                    <a:pt x="3044" y="21475"/>
                    <a:pt x="3062" y="21473"/>
                  </a:cubicBezTo>
                  <a:lnTo>
                    <a:pt x="8630" y="19969"/>
                  </a:lnTo>
                  <a:cubicBezTo>
                    <a:pt x="9054" y="19839"/>
                    <a:pt x="9439" y="19604"/>
                    <a:pt x="9750" y="19283"/>
                  </a:cubicBezTo>
                  <a:lnTo>
                    <a:pt x="19776" y="8899"/>
                  </a:lnTo>
                  <a:cubicBezTo>
                    <a:pt x="21600" y="7023"/>
                    <a:pt x="21394" y="3881"/>
                    <a:pt x="19308" y="1741"/>
                  </a:cubicBezTo>
                </a:path>
              </a:pathLst>
            </a:custGeom>
            <a:solidFill>
              <a:schemeClr val="bg1"/>
            </a:solidFill>
            <a:ln>
              <a:noFill/>
            </a:ln>
            <a:effectLst/>
            <a:extLst/>
          </p:spPr>
          <p:txBody>
            <a:bodyPr lIns="19050" tIns="19050" rIns="19050" bIns="19050" anchor="ctr"/>
            <a:lstStyle/>
            <a:p>
              <a:pPr marL="0" marR="0" lvl="0" indent="0" algn="ctr" defTabSz="228600" eaLnBrk="1" fontAlgn="base" latinLnBrk="0" hangingPunct="0">
                <a:lnSpc>
                  <a:spcPct val="100000"/>
                </a:lnSpc>
                <a:spcBef>
                  <a:spcPct val="0"/>
                </a:spcBef>
                <a:spcAft>
                  <a:spcPct val="0"/>
                </a:spcAft>
                <a:buClrTx/>
                <a:buSzTx/>
                <a:buFontTx/>
                <a:buNone/>
                <a:tabLst/>
                <a:defRPr/>
              </a:pPr>
              <a:endParaRPr kumimoji="0" lang="en-US" sz="1500" b="0" i="0" u="none" strike="noStrike" kern="0" cap="none" spc="0" normalizeH="0" baseline="0" noProof="0">
                <a:ln>
                  <a:noFill/>
                </a:ln>
                <a:solidFill>
                  <a:srgbClr val="FFFFFF"/>
                </a:solidFill>
                <a:effectLst>
                  <a:outerShdw blurRad="38100" dist="38100" dir="2700000" algn="tl">
                    <a:srgbClr val="000000"/>
                  </a:outerShdw>
                </a:effectLst>
                <a:uLnTx/>
                <a:uFillTx/>
                <a:latin typeface="Gill Sans" charset="0"/>
                <a:sym typeface="Gill Sans" charset="0"/>
              </a:endParaRPr>
            </a:p>
          </p:txBody>
        </p:sp>
      </p:grpSp>
      <p:grpSp>
        <p:nvGrpSpPr>
          <p:cNvPr id="4" name="组合 3">
            <a:extLst>
              <a:ext uri="{FF2B5EF4-FFF2-40B4-BE49-F238E27FC236}">
                <a16:creationId xmlns:a16="http://schemas.microsoft.com/office/drawing/2014/main" xmlns="" id="{3AE4024A-8123-447B-8D70-CE249024E319}"/>
              </a:ext>
            </a:extLst>
          </p:cNvPr>
          <p:cNvGrpSpPr/>
          <p:nvPr/>
        </p:nvGrpSpPr>
        <p:grpSpPr>
          <a:xfrm>
            <a:off x="3026950" y="1502753"/>
            <a:ext cx="958521" cy="958521"/>
            <a:chOff x="2912452" y="1488831"/>
            <a:chExt cx="1082919" cy="1082919"/>
          </a:xfrm>
        </p:grpSpPr>
        <p:sp>
          <p:nvSpPr>
            <p:cNvPr id="49" name="椭圆 48">
              <a:extLst>
                <a:ext uri="{FF2B5EF4-FFF2-40B4-BE49-F238E27FC236}">
                  <a16:creationId xmlns:a16="http://schemas.microsoft.com/office/drawing/2014/main" xmlns="" id="{C7527AD6-0165-4CD9-B2B4-EE046D382130}"/>
                </a:ext>
              </a:extLst>
            </p:cNvPr>
            <p:cNvSpPr/>
            <p:nvPr/>
          </p:nvSpPr>
          <p:spPr>
            <a:xfrm>
              <a:off x="2912452" y="1488831"/>
              <a:ext cx="1082919" cy="1082919"/>
            </a:xfrm>
            <a:prstGeom prst="ellipse">
              <a:avLst/>
            </a:prstGeom>
            <a:solidFill>
              <a:schemeClr val="accent1"/>
            </a:solidFill>
            <a:ln>
              <a:noFill/>
            </a:ln>
            <a:effectLst>
              <a:outerShdw blurRad="254000" dist="2540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CN" altLang="en-US"/>
            </a:p>
          </p:txBody>
        </p:sp>
        <p:grpSp>
          <p:nvGrpSpPr>
            <p:cNvPr id="61" name="组合 60">
              <a:extLst>
                <a:ext uri="{FF2B5EF4-FFF2-40B4-BE49-F238E27FC236}">
                  <a16:creationId xmlns:a16="http://schemas.microsoft.com/office/drawing/2014/main" xmlns="" id="{B64649AC-9931-4039-84D2-FA30898025D4}"/>
                </a:ext>
              </a:extLst>
            </p:cNvPr>
            <p:cNvGrpSpPr/>
            <p:nvPr/>
          </p:nvGrpSpPr>
          <p:grpSpPr>
            <a:xfrm>
              <a:off x="3284153" y="1758698"/>
              <a:ext cx="355867" cy="518751"/>
              <a:chOff x="2528974" y="2863357"/>
              <a:chExt cx="246811" cy="359779"/>
            </a:xfrm>
            <a:solidFill>
              <a:schemeClr val="bg1"/>
            </a:solidFill>
          </p:grpSpPr>
          <p:sp>
            <p:nvSpPr>
              <p:cNvPr id="62" name="AutoShape 113">
                <a:extLst>
                  <a:ext uri="{FF2B5EF4-FFF2-40B4-BE49-F238E27FC236}">
                    <a16:creationId xmlns:a16="http://schemas.microsoft.com/office/drawing/2014/main" xmlns="" id="{99B08F5F-7413-4369-A987-ADA077907A27}"/>
                  </a:ext>
                </a:extLst>
              </p:cNvPr>
              <p:cNvSpPr>
                <a:spLocks/>
              </p:cNvSpPr>
              <p:nvPr/>
            </p:nvSpPr>
            <p:spPr bwMode="auto">
              <a:xfrm>
                <a:off x="2528974" y="2863357"/>
                <a:ext cx="246811" cy="359779"/>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15386" y="14175"/>
                    </a:moveTo>
                    <a:lnTo>
                      <a:pt x="6223" y="14175"/>
                    </a:lnTo>
                    <a:cubicBezTo>
                      <a:pt x="5734" y="13446"/>
                      <a:pt x="5147" y="12716"/>
                      <a:pt x="4568" y="12003"/>
                    </a:cubicBezTo>
                    <a:cubicBezTo>
                      <a:pt x="3287" y="10427"/>
                      <a:pt x="1963" y="8797"/>
                      <a:pt x="1963" y="7425"/>
                    </a:cubicBezTo>
                    <a:cubicBezTo>
                      <a:pt x="1963" y="4075"/>
                      <a:pt x="5927" y="1350"/>
                      <a:pt x="10800" y="1350"/>
                    </a:cubicBezTo>
                    <a:cubicBezTo>
                      <a:pt x="15672" y="1350"/>
                      <a:pt x="19636" y="4075"/>
                      <a:pt x="19636" y="7425"/>
                    </a:cubicBezTo>
                    <a:cubicBezTo>
                      <a:pt x="19636" y="8787"/>
                      <a:pt x="18312" y="10425"/>
                      <a:pt x="17029" y="12011"/>
                    </a:cubicBezTo>
                    <a:cubicBezTo>
                      <a:pt x="16455" y="12723"/>
                      <a:pt x="15873" y="13449"/>
                      <a:pt x="15386" y="14175"/>
                    </a:cubicBezTo>
                    <a:moveTo>
                      <a:pt x="10800" y="20249"/>
                    </a:moveTo>
                    <a:cubicBezTo>
                      <a:pt x="9805" y="20249"/>
                      <a:pt x="9347" y="20171"/>
                      <a:pt x="8839" y="19406"/>
                    </a:cubicBezTo>
                    <a:lnTo>
                      <a:pt x="13000" y="19048"/>
                    </a:lnTo>
                    <a:cubicBezTo>
                      <a:pt x="12398" y="20164"/>
                      <a:pt x="11959" y="20249"/>
                      <a:pt x="10800" y="20249"/>
                    </a:cubicBezTo>
                    <a:moveTo>
                      <a:pt x="7595" y="16813"/>
                    </a:moveTo>
                    <a:cubicBezTo>
                      <a:pt x="7417" y="16407"/>
                      <a:pt x="7215" y="15978"/>
                      <a:pt x="6991" y="15525"/>
                    </a:cubicBezTo>
                    <a:lnTo>
                      <a:pt x="14616" y="15525"/>
                    </a:lnTo>
                    <a:cubicBezTo>
                      <a:pt x="14496" y="15767"/>
                      <a:pt x="14375" y="16010"/>
                      <a:pt x="14270" y="16239"/>
                    </a:cubicBezTo>
                    <a:cubicBezTo>
                      <a:pt x="14270" y="16239"/>
                      <a:pt x="7595" y="16813"/>
                      <a:pt x="7595" y="16813"/>
                    </a:cubicBezTo>
                    <a:close/>
                    <a:moveTo>
                      <a:pt x="13345" y="18343"/>
                    </a:moveTo>
                    <a:lnTo>
                      <a:pt x="8476" y="18762"/>
                    </a:lnTo>
                    <a:cubicBezTo>
                      <a:pt x="8303" y="18416"/>
                      <a:pt x="8116" y="18011"/>
                      <a:pt x="7890" y="17483"/>
                    </a:cubicBezTo>
                    <a:cubicBezTo>
                      <a:pt x="7887" y="17477"/>
                      <a:pt x="7883" y="17469"/>
                      <a:pt x="7881" y="17462"/>
                    </a:cubicBezTo>
                    <a:lnTo>
                      <a:pt x="13957" y="16941"/>
                    </a:lnTo>
                    <a:cubicBezTo>
                      <a:pt x="13871" y="17140"/>
                      <a:pt x="13778" y="17350"/>
                      <a:pt x="13698" y="17537"/>
                    </a:cubicBezTo>
                    <a:cubicBezTo>
                      <a:pt x="13569" y="17841"/>
                      <a:pt x="13453" y="18104"/>
                      <a:pt x="13345" y="18343"/>
                    </a:cubicBezTo>
                    <a:moveTo>
                      <a:pt x="10800" y="0"/>
                    </a:moveTo>
                    <a:cubicBezTo>
                      <a:pt x="4835" y="0"/>
                      <a:pt x="0" y="3324"/>
                      <a:pt x="0" y="7425"/>
                    </a:cubicBezTo>
                    <a:cubicBezTo>
                      <a:pt x="0" y="10146"/>
                      <a:pt x="3621" y="13029"/>
                      <a:pt x="4939" y="15562"/>
                    </a:cubicBezTo>
                    <a:cubicBezTo>
                      <a:pt x="6906" y="19339"/>
                      <a:pt x="6688" y="21599"/>
                      <a:pt x="10800" y="21599"/>
                    </a:cubicBezTo>
                    <a:cubicBezTo>
                      <a:pt x="14972" y="21599"/>
                      <a:pt x="14692" y="19349"/>
                      <a:pt x="16660" y="15577"/>
                    </a:cubicBezTo>
                    <a:cubicBezTo>
                      <a:pt x="17983" y="13039"/>
                      <a:pt x="21600" y="10124"/>
                      <a:pt x="21600" y="7425"/>
                    </a:cubicBezTo>
                    <a:cubicBezTo>
                      <a:pt x="21600" y="3324"/>
                      <a:pt x="16764" y="0"/>
                      <a:pt x="10800" y="0"/>
                    </a:cubicBezTo>
                  </a:path>
                </a:pathLst>
              </a:custGeom>
              <a:grpFill/>
              <a:ln>
                <a:noFill/>
              </a:ln>
              <a:effectLst/>
              <a:extLst/>
            </p:spPr>
            <p:txBody>
              <a:bodyPr lIns="19050" tIns="19050" rIns="19050" bIns="19050" anchor="ctr"/>
              <a:lstStyle/>
              <a:p>
                <a:pPr marL="0" marR="0" lvl="0" indent="0" algn="ctr" defTabSz="228600" eaLnBrk="1" fontAlgn="base" latinLnBrk="0" hangingPunct="0">
                  <a:lnSpc>
                    <a:spcPct val="100000"/>
                  </a:lnSpc>
                  <a:spcBef>
                    <a:spcPct val="0"/>
                  </a:spcBef>
                  <a:spcAft>
                    <a:spcPct val="0"/>
                  </a:spcAft>
                  <a:buClrTx/>
                  <a:buSzTx/>
                  <a:buFontTx/>
                  <a:buNone/>
                  <a:tabLst/>
                  <a:defRPr/>
                </a:pPr>
                <a:endParaRPr kumimoji="0" lang="en-US" sz="1500" b="0" i="0" u="none" strike="noStrike" kern="0" cap="none" spc="0" normalizeH="0" baseline="0" noProof="0">
                  <a:ln>
                    <a:noFill/>
                  </a:ln>
                  <a:solidFill>
                    <a:srgbClr val="FFFFFF"/>
                  </a:solidFill>
                  <a:effectLst>
                    <a:outerShdw blurRad="38100" dist="38100" dir="2700000" algn="tl">
                      <a:srgbClr val="000000"/>
                    </a:outerShdw>
                  </a:effectLst>
                  <a:uLnTx/>
                  <a:uFillTx/>
                  <a:latin typeface="Gill Sans" charset="0"/>
                  <a:sym typeface="Gill Sans" charset="0"/>
                </a:endParaRPr>
              </a:p>
            </p:txBody>
          </p:sp>
          <p:sp>
            <p:nvSpPr>
              <p:cNvPr id="63" name="AutoShape 114">
                <a:extLst>
                  <a:ext uri="{FF2B5EF4-FFF2-40B4-BE49-F238E27FC236}">
                    <a16:creationId xmlns:a16="http://schemas.microsoft.com/office/drawing/2014/main" xmlns="" id="{F855915F-1DCA-4707-96BD-CE5AC5EB2B88}"/>
                  </a:ext>
                </a:extLst>
              </p:cNvPr>
              <p:cNvSpPr>
                <a:spLocks/>
              </p:cNvSpPr>
              <p:nvPr/>
            </p:nvSpPr>
            <p:spPr bwMode="auto">
              <a:xfrm>
                <a:off x="2584843" y="2919841"/>
                <a:ext cx="73061" cy="73061"/>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19938" y="0"/>
                    </a:moveTo>
                    <a:cubicBezTo>
                      <a:pt x="8943" y="0"/>
                      <a:pt x="0" y="8942"/>
                      <a:pt x="0" y="19938"/>
                    </a:cubicBezTo>
                    <a:cubicBezTo>
                      <a:pt x="0" y="20855"/>
                      <a:pt x="743" y="21600"/>
                      <a:pt x="1661" y="21600"/>
                    </a:cubicBezTo>
                    <a:cubicBezTo>
                      <a:pt x="2579" y="21600"/>
                      <a:pt x="3323" y="20855"/>
                      <a:pt x="3323" y="19938"/>
                    </a:cubicBezTo>
                    <a:cubicBezTo>
                      <a:pt x="3323" y="10777"/>
                      <a:pt x="10777" y="3323"/>
                      <a:pt x="19938" y="3323"/>
                    </a:cubicBezTo>
                    <a:cubicBezTo>
                      <a:pt x="20856" y="3323"/>
                      <a:pt x="21600" y="2578"/>
                      <a:pt x="21600" y="1661"/>
                    </a:cubicBezTo>
                    <a:cubicBezTo>
                      <a:pt x="21600" y="744"/>
                      <a:pt x="20856" y="0"/>
                      <a:pt x="19938" y="0"/>
                    </a:cubicBezTo>
                  </a:path>
                </a:pathLst>
              </a:custGeom>
              <a:grpFill/>
              <a:ln>
                <a:noFill/>
              </a:ln>
              <a:effectLst/>
              <a:extLst/>
            </p:spPr>
            <p:txBody>
              <a:bodyPr lIns="19050" tIns="19050" rIns="19050" bIns="19050" anchor="ctr"/>
              <a:lstStyle/>
              <a:p>
                <a:pPr marL="0" marR="0" lvl="0" indent="0" algn="ctr" defTabSz="228600" eaLnBrk="1" fontAlgn="base" latinLnBrk="0" hangingPunct="0">
                  <a:lnSpc>
                    <a:spcPct val="100000"/>
                  </a:lnSpc>
                  <a:spcBef>
                    <a:spcPct val="0"/>
                  </a:spcBef>
                  <a:spcAft>
                    <a:spcPct val="0"/>
                  </a:spcAft>
                  <a:buClrTx/>
                  <a:buSzTx/>
                  <a:buFontTx/>
                  <a:buNone/>
                  <a:tabLst/>
                  <a:defRPr/>
                </a:pPr>
                <a:endParaRPr kumimoji="0" lang="en-US" sz="1500" b="0" i="0" u="none" strike="noStrike" kern="0" cap="none" spc="0" normalizeH="0" baseline="0" noProof="0">
                  <a:ln>
                    <a:noFill/>
                  </a:ln>
                  <a:solidFill>
                    <a:srgbClr val="FFFFFF"/>
                  </a:solidFill>
                  <a:effectLst>
                    <a:outerShdw blurRad="38100" dist="38100" dir="2700000" algn="tl">
                      <a:srgbClr val="000000"/>
                    </a:outerShdw>
                  </a:effectLst>
                  <a:uLnTx/>
                  <a:uFillTx/>
                  <a:latin typeface="Gill Sans" charset="0"/>
                  <a:sym typeface="Gill Sans" charset="0"/>
                </a:endParaRPr>
              </a:p>
            </p:txBody>
          </p:sp>
        </p:grpSp>
      </p:grpSp>
      <p:grpSp>
        <p:nvGrpSpPr>
          <p:cNvPr id="7" name="组合 6">
            <a:extLst>
              <a:ext uri="{FF2B5EF4-FFF2-40B4-BE49-F238E27FC236}">
                <a16:creationId xmlns:a16="http://schemas.microsoft.com/office/drawing/2014/main" xmlns="" id="{C71B78DE-9A14-4151-A4FD-672DF5BA2175}"/>
              </a:ext>
            </a:extLst>
          </p:cNvPr>
          <p:cNvGrpSpPr/>
          <p:nvPr/>
        </p:nvGrpSpPr>
        <p:grpSpPr>
          <a:xfrm>
            <a:off x="5189200" y="3228122"/>
            <a:ext cx="958521" cy="958521"/>
            <a:chOff x="5126734" y="3173557"/>
            <a:chExt cx="1082919" cy="1082919"/>
          </a:xfrm>
        </p:grpSpPr>
        <p:sp>
          <p:nvSpPr>
            <p:cNvPr id="50" name="椭圆 49">
              <a:extLst>
                <a:ext uri="{FF2B5EF4-FFF2-40B4-BE49-F238E27FC236}">
                  <a16:creationId xmlns:a16="http://schemas.microsoft.com/office/drawing/2014/main" xmlns="" id="{6A76657E-C5E4-4CD4-951D-51FB01F999BD}"/>
                </a:ext>
              </a:extLst>
            </p:cNvPr>
            <p:cNvSpPr/>
            <p:nvPr/>
          </p:nvSpPr>
          <p:spPr>
            <a:xfrm>
              <a:off x="5126734" y="3173557"/>
              <a:ext cx="1082919" cy="1082919"/>
            </a:xfrm>
            <a:prstGeom prst="ellipse">
              <a:avLst/>
            </a:prstGeom>
            <a:solidFill>
              <a:schemeClr val="accent1"/>
            </a:solidFill>
            <a:ln>
              <a:noFill/>
            </a:ln>
            <a:effectLst>
              <a:outerShdw blurRad="254000" dist="2540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CN" altLang="en-US"/>
            </a:p>
          </p:txBody>
        </p:sp>
        <p:grpSp>
          <p:nvGrpSpPr>
            <p:cNvPr id="64" name="组合 63">
              <a:extLst>
                <a:ext uri="{FF2B5EF4-FFF2-40B4-BE49-F238E27FC236}">
                  <a16:creationId xmlns:a16="http://schemas.microsoft.com/office/drawing/2014/main" xmlns="" id="{165B3895-1E42-4D95-BB73-CF037D9386D5}"/>
                </a:ext>
              </a:extLst>
            </p:cNvPr>
            <p:cNvGrpSpPr/>
            <p:nvPr/>
          </p:nvGrpSpPr>
          <p:grpSpPr>
            <a:xfrm>
              <a:off x="5408396" y="3456083"/>
              <a:ext cx="517866" cy="517866"/>
              <a:chOff x="3191434" y="2145028"/>
              <a:chExt cx="359165" cy="359165"/>
            </a:xfrm>
            <a:solidFill>
              <a:schemeClr val="bg1"/>
            </a:solidFill>
          </p:grpSpPr>
          <p:sp>
            <p:nvSpPr>
              <p:cNvPr id="65" name="AutoShape 123">
                <a:extLst>
                  <a:ext uri="{FF2B5EF4-FFF2-40B4-BE49-F238E27FC236}">
                    <a16:creationId xmlns:a16="http://schemas.microsoft.com/office/drawing/2014/main" xmlns="" id="{B191DA28-2DCD-4A17-BBE4-E28BB26D6180}"/>
                  </a:ext>
                </a:extLst>
              </p:cNvPr>
              <p:cNvSpPr>
                <a:spLocks/>
              </p:cNvSpPr>
              <p:nvPr/>
            </p:nvSpPr>
            <p:spPr bwMode="auto">
              <a:xfrm>
                <a:off x="3191434" y="2145028"/>
                <a:ext cx="359165" cy="359165"/>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18180" y="12132"/>
                    </a:moveTo>
                    <a:cubicBezTo>
                      <a:pt x="17710" y="12226"/>
                      <a:pt x="17327" y="12561"/>
                      <a:pt x="17170" y="13012"/>
                    </a:cubicBezTo>
                    <a:cubicBezTo>
                      <a:pt x="17083" y="13261"/>
                      <a:pt x="16981" y="13503"/>
                      <a:pt x="16868" y="13738"/>
                    </a:cubicBezTo>
                    <a:cubicBezTo>
                      <a:pt x="16658" y="14169"/>
                      <a:pt x="16694" y="14677"/>
                      <a:pt x="16959" y="15075"/>
                    </a:cubicBezTo>
                    <a:lnTo>
                      <a:pt x="18131" y="16833"/>
                    </a:lnTo>
                    <a:lnTo>
                      <a:pt x="16832" y="18132"/>
                    </a:lnTo>
                    <a:lnTo>
                      <a:pt x="15075" y="16960"/>
                    </a:lnTo>
                    <a:cubicBezTo>
                      <a:pt x="14850" y="16810"/>
                      <a:pt x="14589" y="16733"/>
                      <a:pt x="14326" y="16733"/>
                    </a:cubicBezTo>
                    <a:cubicBezTo>
                      <a:pt x="14126" y="16733"/>
                      <a:pt x="13924" y="16778"/>
                      <a:pt x="13738" y="16868"/>
                    </a:cubicBezTo>
                    <a:cubicBezTo>
                      <a:pt x="13504" y="16981"/>
                      <a:pt x="13262" y="17083"/>
                      <a:pt x="13012" y="17170"/>
                    </a:cubicBezTo>
                    <a:cubicBezTo>
                      <a:pt x="12561" y="17327"/>
                      <a:pt x="12226" y="17712"/>
                      <a:pt x="12133" y="18180"/>
                    </a:cubicBezTo>
                    <a:lnTo>
                      <a:pt x="11717" y="20249"/>
                    </a:lnTo>
                    <a:lnTo>
                      <a:pt x="9881" y="20249"/>
                    </a:lnTo>
                    <a:lnTo>
                      <a:pt x="9467" y="18180"/>
                    </a:lnTo>
                    <a:cubicBezTo>
                      <a:pt x="9373" y="17712"/>
                      <a:pt x="9039" y="17327"/>
                      <a:pt x="8588" y="17170"/>
                    </a:cubicBezTo>
                    <a:cubicBezTo>
                      <a:pt x="8339" y="17083"/>
                      <a:pt x="8096" y="16983"/>
                      <a:pt x="7861" y="16869"/>
                    </a:cubicBezTo>
                    <a:cubicBezTo>
                      <a:pt x="7675" y="16778"/>
                      <a:pt x="7474" y="16733"/>
                      <a:pt x="7273" y="16733"/>
                    </a:cubicBezTo>
                    <a:cubicBezTo>
                      <a:pt x="7011" y="16733"/>
                      <a:pt x="6750" y="16810"/>
                      <a:pt x="6525" y="16960"/>
                    </a:cubicBezTo>
                    <a:lnTo>
                      <a:pt x="4767" y="18132"/>
                    </a:lnTo>
                    <a:lnTo>
                      <a:pt x="3468" y="16833"/>
                    </a:lnTo>
                    <a:lnTo>
                      <a:pt x="4639" y="15075"/>
                    </a:lnTo>
                    <a:cubicBezTo>
                      <a:pt x="4904" y="14677"/>
                      <a:pt x="4939" y="14169"/>
                      <a:pt x="4732" y="13738"/>
                    </a:cubicBezTo>
                    <a:cubicBezTo>
                      <a:pt x="4618" y="13504"/>
                      <a:pt x="4516" y="13263"/>
                      <a:pt x="4429" y="13013"/>
                    </a:cubicBezTo>
                    <a:cubicBezTo>
                      <a:pt x="4273" y="12561"/>
                      <a:pt x="3888" y="12227"/>
                      <a:pt x="3419" y="12133"/>
                    </a:cubicBezTo>
                    <a:lnTo>
                      <a:pt x="1350" y="11718"/>
                    </a:lnTo>
                    <a:lnTo>
                      <a:pt x="1349" y="9882"/>
                    </a:lnTo>
                    <a:lnTo>
                      <a:pt x="3419" y="9468"/>
                    </a:lnTo>
                    <a:cubicBezTo>
                      <a:pt x="3888" y="9374"/>
                      <a:pt x="4273" y="9039"/>
                      <a:pt x="4429" y="8588"/>
                    </a:cubicBezTo>
                    <a:cubicBezTo>
                      <a:pt x="4516" y="8338"/>
                      <a:pt x="4617" y="8096"/>
                      <a:pt x="4731" y="7862"/>
                    </a:cubicBezTo>
                    <a:cubicBezTo>
                      <a:pt x="4940" y="7431"/>
                      <a:pt x="4905" y="6923"/>
                      <a:pt x="4639" y="6524"/>
                    </a:cubicBezTo>
                    <a:lnTo>
                      <a:pt x="3468" y="4767"/>
                    </a:lnTo>
                    <a:lnTo>
                      <a:pt x="4767" y="3468"/>
                    </a:lnTo>
                    <a:lnTo>
                      <a:pt x="6525" y="4639"/>
                    </a:lnTo>
                    <a:cubicBezTo>
                      <a:pt x="6750" y="4790"/>
                      <a:pt x="7011" y="4866"/>
                      <a:pt x="7273" y="4866"/>
                    </a:cubicBezTo>
                    <a:cubicBezTo>
                      <a:pt x="7474" y="4866"/>
                      <a:pt x="7674" y="4822"/>
                      <a:pt x="7861" y="4732"/>
                    </a:cubicBezTo>
                    <a:cubicBezTo>
                      <a:pt x="8095" y="4619"/>
                      <a:pt x="8337" y="4517"/>
                      <a:pt x="8586" y="4430"/>
                    </a:cubicBezTo>
                    <a:cubicBezTo>
                      <a:pt x="9039" y="4272"/>
                      <a:pt x="9373" y="3888"/>
                      <a:pt x="9467" y="3420"/>
                    </a:cubicBezTo>
                    <a:lnTo>
                      <a:pt x="9881" y="1350"/>
                    </a:lnTo>
                    <a:lnTo>
                      <a:pt x="11717" y="1350"/>
                    </a:lnTo>
                    <a:lnTo>
                      <a:pt x="12131" y="3420"/>
                    </a:lnTo>
                    <a:cubicBezTo>
                      <a:pt x="12225" y="3888"/>
                      <a:pt x="12560" y="4272"/>
                      <a:pt x="13012" y="4430"/>
                    </a:cubicBezTo>
                    <a:cubicBezTo>
                      <a:pt x="13261" y="4517"/>
                      <a:pt x="13502" y="4617"/>
                      <a:pt x="13737" y="4731"/>
                    </a:cubicBezTo>
                    <a:cubicBezTo>
                      <a:pt x="13924" y="4822"/>
                      <a:pt x="14125" y="4866"/>
                      <a:pt x="14326" y="4866"/>
                    </a:cubicBezTo>
                    <a:cubicBezTo>
                      <a:pt x="14589" y="4866"/>
                      <a:pt x="14850" y="4790"/>
                      <a:pt x="15075" y="4639"/>
                    </a:cubicBezTo>
                    <a:lnTo>
                      <a:pt x="16832" y="3468"/>
                    </a:lnTo>
                    <a:lnTo>
                      <a:pt x="18131" y="4767"/>
                    </a:lnTo>
                    <a:lnTo>
                      <a:pt x="16959" y="6524"/>
                    </a:lnTo>
                    <a:cubicBezTo>
                      <a:pt x="16694" y="6923"/>
                      <a:pt x="16660" y="7431"/>
                      <a:pt x="16867" y="7861"/>
                    </a:cubicBezTo>
                    <a:cubicBezTo>
                      <a:pt x="16980" y="8096"/>
                      <a:pt x="17083" y="8337"/>
                      <a:pt x="17170" y="8587"/>
                    </a:cubicBezTo>
                    <a:cubicBezTo>
                      <a:pt x="17327" y="9039"/>
                      <a:pt x="17710" y="9373"/>
                      <a:pt x="18180" y="9467"/>
                    </a:cubicBezTo>
                    <a:lnTo>
                      <a:pt x="20248" y="9882"/>
                    </a:lnTo>
                    <a:lnTo>
                      <a:pt x="20250" y="11718"/>
                    </a:lnTo>
                    <a:cubicBezTo>
                      <a:pt x="20250" y="11718"/>
                      <a:pt x="18180" y="12132"/>
                      <a:pt x="18180" y="12132"/>
                    </a:cubicBezTo>
                    <a:close/>
                    <a:moveTo>
                      <a:pt x="20513" y="8558"/>
                    </a:moveTo>
                    <a:lnTo>
                      <a:pt x="18445" y="8143"/>
                    </a:lnTo>
                    <a:cubicBezTo>
                      <a:pt x="18341" y="7844"/>
                      <a:pt x="18218" y="7554"/>
                      <a:pt x="18082" y="7273"/>
                    </a:cubicBezTo>
                    <a:lnTo>
                      <a:pt x="19254" y="5516"/>
                    </a:lnTo>
                    <a:cubicBezTo>
                      <a:pt x="19611" y="4980"/>
                      <a:pt x="19540" y="4268"/>
                      <a:pt x="19085" y="3813"/>
                    </a:cubicBezTo>
                    <a:lnTo>
                      <a:pt x="17787" y="2514"/>
                    </a:lnTo>
                    <a:cubicBezTo>
                      <a:pt x="17526" y="2253"/>
                      <a:pt x="17181" y="2118"/>
                      <a:pt x="16831" y="2118"/>
                    </a:cubicBezTo>
                    <a:cubicBezTo>
                      <a:pt x="16573" y="2118"/>
                      <a:pt x="16312" y="2193"/>
                      <a:pt x="16084" y="2345"/>
                    </a:cubicBezTo>
                    <a:lnTo>
                      <a:pt x="14326" y="3516"/>
                    </a:lnTo>
                    <a:cubicBezTo>
                      <a:pt x="14044" y="3380"/>
                      <a:pt x="13754" y="3258"/>
                      <a:pt x="13455" y="3155"/>
                    </a:cubicBezTo>
                    <a:lnTo>
                      <a:pt x="13041" y="1085"/>
                    </a:lnTo>
                    <a:cubicBezTo>
                      <a:pt x="12916" y="454"/>
                      <a:pt x="12361" y="0"/>
                      <a:pt x="11717" y="0"/>
                    </a:cubicBezTo>
                    <a:lnTo>
                      <a:pt x="9881" y="0"/>
                    </a:lnTo>
                    <a:cubicBezTo>
                      <a:pt x="9238" y="0"/>
                      <a:pt x="8684" y="454"/>
                      <a:pt x="8557" y="1085"/>
                    </a:cubicBezTo>
                    <a:lnTo>
                      <a:pt x="8143" y="3155"/>
                    </a:lnTo>
                    <a:cubicBezTo>
                      <a:pt x="7843" y="3258"/>
                      <a:pt x="7554" y="3381"/>
                      <a:pt x="7273" y="3516"/>
                    </a:cubicBezTo>
                    <a:lnTo>
                      <a:pt x="5516" y="2345"/>
                    </a:lnTo>
                    <a:cubicBezTo>
                      <a:pt x="5287" y="2193"/>
                      <a:pt x="5026" y="2118"/>
                      <a:pt x="4767" y="2118"/>
                    </a:cubicBezTo>
                    <a:cubicBezTo>
                      <a:pt x="4419" y="2118"/>
                      <a:pt x="4073" y="2253"/>
                      <a:pt x="3812" y="2514"/>
                    </a:cubicBezTo>
                    <a:lnTo>
                      <a:pt x="2514" y="3813"/>
                    </a:lnTo>
                    <a:cubicBezTo>
                      <a:pt x="2059" y="4268"/>
                      <a:pt x="1988" y="4980"/>
                      <a:pt x="2345" y="5516"/>
                    </a:cubicBezTo>
                    <a:lnTo>
                      <a:pt x="3516" y="7273"/>
                    </a:lnTo>
                    <a:cubicBezTo>
                      <a:pt x="3380" y="7555"/>
                      <a:pt x="3258" y="7844"/>
                      <a:pt x="3154" y="8144"/>
                    </a:cubicBezTo>
                    <a:lnTo>
                      <a:pt x="1085" y="8558"/>
                    </a:lnTo>
                    <a:cubicBezTo>
                      <a:pt x="454" y="8684"/>
                      <a:pt x="0" y="9238"/>
                      <a:pt x="0" y="9882"/>
                    </a:cubicBezTo>
                    <a:lnTo>
                      <a:pt x="0" y="11718"/>
                    </a:lnTo>
                    <a:cubicBezTo>
                      <a:pt x="0" y="12361"/>
                      <a:pt x="454" y="12916"/>
                      <a:pt x="1085" y="13042"/>
                    </a:cubicBezTo>
                    <a:lnTo>
                      <a:pt x="3154" y="13456"/>
                    </a:lnTo>
                    <a:cubicBezTo>
                      <a:pt x="3258" y="13755"/>
                      <a:pt x="3380" y="14046"/>
                      <a:pt x="3516" y="14326"/>
                    </a:cubicBezTo>
                    <a:lnTo>
                      <a:pt x="2345" y="16083"/>
                    </a:lnTo>
                    <a:cubicBezTo>
                      <a:pt x="1988" y="16619"/>
                      <a:pt x="2059" y="17332"/>
                      <a:pt x="2514" y="17787"/>
                    </a:cubicBezTo>
                    <a:lnTo>
                      <a:pt x="3812" y="19086"/>
                    </a:lnTo>
                    <a:cubicBezTo>
                      <a:pt x="4073" y="19346"/>
                      <a:pt x="4419" y="19482"/>
                      <a:pt x="4767" y="19482"/>
                    </a:cubicBezTo>
                    <a:cubicBezTo>
                      <a:pt x="5026" y="19482"/>
                      <a:pt x="5287" y="19406"/>
                      <a:pt x="5516" y="19254"/>
                    </a:cubicBezTo>
                    <a:lnTo>
                      <a:pt x="7273" y="18083"/>
                    </a:lnTo>
                    <a:cubicBezTo>
                      <a:pt x="7554" y="18220"/>
                      <a:pt x="7843" y="18341"/>
                      <a:pt x="8143" y="18445"/>
                    </a:cubicBezTo>
                    <a:lnTo>
                      <a:pt x="8557" y="20514"/>
                    </a:lnTo>
                    <a:cubicBezTo>
                      <a:pt x="8684" y="21146"/>
                      <a:pt x="9238" y="21599"/>
                      <a:pt x="9881" y="21599"/>
                    </a:cubicBezTo>
                    <a:lnTo>
                      <a:pt x="11717" y="21599"/>
                    </a:lnTo>
                    <a:cubicBezTo>
                      <a:pt x="12361" y="21599"/>
                      <a:pt x="12916" y="21146"/>
                      <a:pt x="13041" y="20514"/>
                    </a:cubicBezTo>
                    <a:lnTo>
                      <a:pt x="13456" y="18445"/>
                    </a:lnTo>
                    <a:cubicBezTo>
                      <a:pt x="13755" y="18341"/>
                      <a:pt x="14046" y="18219"/>
                      <a:pt x="14326" y="18083"/>
                    </a:cubicBezTo>
                    <a:lnTo>
                      <a:pt x="16084" y="19254"/>
                    </a:lnTo>
                    <a:cubicBezTo>
                      <a:pt x="16312" y="19406"/>
                      <a:pt x="16573" y="19482"/>
                      <a:pt x="16831" y="19482"/>
                    </a:cubicBezTo>
                    <a:cubicBezTo>
                      <a:pt x="17181" y="19482"/>
                      <a:pt x="17526" y="19346"/>
                      <a:pt x="17787" y="19086"/>
                    </a:cubicBezTo>
                    <a:lnTo>
                      <a:pt x="19085" y="17787"/>
                    </a:lnTo>
                    <a:cubicBezTo>
                      <a:pt x="19540" y="17332"/>
                      <a:pt x="19611" y="16619"/>
                      <a:pt x="19254" y="16083"/>
                    </a:cubicBezTo>
                    <a:lnTo>
                      <a:pt x="18082" y="14326"/>
                    </a:lnTo>
                    <a:cubicBezTo>
                      <a:pt x="18219" y="14045"/>
                      <a:pt x="18341" y="13755"/>
                      <a:pt x="18445" y="13456"/>
                    </a:cubicBezTo>
                    <a:lnTo>
                      <a:pt x="20513" y="13042"/>
                    </a:lnTo>
                    <a:cubicBezTo>
                      <a:pt x="21145" y="12916"/>
                      <a:pt x="21599" y="12361"/>
                      <a:pt x="21599" y="11718"/>
                    </a:cubicBezTo>
                    <a:lnTo>
                      <a:pt x="21599" y="9882"/>
                    </a:lnTo>
                    <a:cubicBezTo>
                      <a:pt x="21599" y="9238"/>
                      <a:pt x="21145" y="8684"/>
                      <a:pt x="20513" y="8558"/>
                    </a:cubicBezTo>
                  </a:path>
                </a:pathLst>
              </a:custGeom>
              <a:grpFill/>
              <a:ln>
                <a:noFill/>
              </a:ln>
              <a:effectLst/>
              <a:extLst/>
            </p:spPr>
            <p:txBody>
              <a:bodyPr lIns="19050" tIns="19050" rIns="19050" bIns="19050" anchor="ctr"/>
              <a:lstStyle/>
              <a:p>
                <a:pPr marL="0" marR="0" lvl="0" indent="0" algn="ctr" defTabSz="228600" eaLnBrk="1" fontAlgn="base" latinLnBrk="0" hangingPunct="0">
                  <a:lnSpc>
                    <a:spcPct val="100000"/>
                  </a:lnSpc>
                  <a:spcBef>
                    <a:spcPct val="0"/>
                  </a:spcBef>
                  <a:spcAft>
                    <a:spcPct val="0"/>
                  </a:spcAft>
                  <a:buClrTx/>
                  <a:buSzTx/>
                  <a:buFontTx/>
                  <a:buNone/>
                  <a:tabLst/>
                  <a:defRPr/>
                </a:pPr>
                <a:endParaRPr kumimoji="0" lang="en-US" sz="1500" b="0" i="0" u="none" strike="noStrike" kern="0" cap="none" spc="0" normalizeH="0" baseline="0" noProof="0">
                  <a:ln>
                    <a:noFill/>
                  </a:ln>
                  <a:solidFill>
                    <a:srgbClr val="FFFFFF"/>
                  </a:solidFill>
                  <a:effectLst>
                    <a:outerShdw blurRad="38100" dist="38100" dir="2700000" algn="tl">
                      <a:srgbClr val="000000"/>
                    </a:outerShdw>
                  </a:effectLst>
                  <a:uLnTx/>
                  <a:uFillTx/>
                  <a:latin typeface="Gill Sans" charset="0"/>
                  <a:sym typeface="Gill Sans" charset="0"/>
                </a:endParaRPr>
              </a:p>
            </p:txBody>
          </p:sp>
          <p:sp>
            <p:nvSpPr>
              <p:cNvPr id="66" name="AutoShape 124">
                <a:extLst>
                  <a:ext uri="{FF2B5EF4-FFF2-40B4-BE49-F238E27FC236}">
                    <a16:creationId xmlns:a16="http://schemas.microsoft.com/office/drawing/2014/main" xmlns="" id="{8B7BC690-A9B4-4274-8976-0441B9D53AB8}"/>
                  </a:ext>
                </a:extLst>
              </p:cNvPr>
              <p:cNvSpPr>
                <a:spLocks/>
              </p:cNvSpPr>
              <p:nvPr/>
            </p:nvSpPr>
            <p:spPr bwMode="auto">
              <a:xfrm>
                <a:off x="3292736" y="2245717"/>
                <a:ext cx="157173" cy="157173"/>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10800" y="20250"/>
                    </a:moveTo>
                    <a:cubicBezTo>
                      <a:pt x="5580" y="20250"/>
                      <a:pt x="1350" y="16017"/>
                      <a:pt x="1350" y="10800"/>
                    </a:cubicBezTo>
                    <a:cubicBezTo>
                      <a:pt x="1350" y="5582"/>
                      <a:pt x="5580" y="1349"/>
                      <a:pt x="10800" y="1349"/>
                    </a:cubicBezTo>
                    <a:cubicBezTo>
                      <a:pt x="16016" y="1349"/>
                      <a:pt x="20250" y="5582"/>
                      <a:pt x="20250" y="10800"/>
                    </a:cubicBezTo>
                    <a:cubicBezTo>
                      <a:pt x="20250" y="16017"/>
                      <a:pt x="16016" y="20250"/>
                      <a:pt x="10800" y="20250"/>
                    </a:cubicBezTo>
                    <a:moveTo>
                      <a:pt x="10800" y="0"/>
                    </a:moveTo>
                    <a:cubicBezTo>
                      <a:pt x="4836" y="0"/>
                      <a:pt x="0" y="4836"/>
                      <a:pt x="0" y="10800"/>
                    </a:cubicBezTo>
                    <a:cubicBezTo>
                      <a:pt x="0" y="16763"/>
                      <a:pt x="4836" y="21600"/>
                      <a:pt x="10800" y="21600"/>
                    </a:cubicBezTo>
                    <a:cubicBezTo>
                      <a:pt x="16763" y="21600"/>
                      <a:pt x="21599" y="16763"/>
                      <a:pt x="21599" y="10800"/>
                    </a:cubicBezTo>
                    <a:cubicBezTo>
                      <a:pt x="21599" y="4836"/>
                      <a:pt x="16763" y="0"/>
                      <a:pt x="10800" y="0"/>
                    </a:cubicBezTo>
                  </a:path>
                </a:pathLst>
              </a:custGeom>
              <a:grpFill/>
              <a:ln>
                <a:noFill/>
              </a:ln>
              <a:effectLst/>
              <a:extLst/>
            </p:spPr>
            <p:txBody>
              <a:bodyPr lIns="19050" tIns="19050" rIns="19050" bIns="19050" anchor="ctr"/>
              <a:lstStyle/>
              <a:p>
                <a:pPr marL="0" marR="0" lvl="0" indent="0" algn="ctr" defTabSz="228600" eaLnBrk="1" fontAlgn="base" latinLnBrk="0" hangingPunct="0">
                  <a:lnSpc>
                    <a:spcPct val="100000"/>
                  </a:lnSpc>
                  <a:spcBef>
                    <a:spcPct val="0"/>
                  </a:spcBef>
                  <a:spcAft>
                    <a:spcPct val="0"/>
                  </a:spcAft>
                  <a:buClrTx/>
                  <a:buSzTx/>
                  <a:buFontTx/>
                  <a:buNone/>
                  <a:tabLst/>
                  <a:defRPr/>
                </a:pPr>
                <a:endParaRPr kumimoji="0" lang="en-US" sz="1500" b="0" i="0" u="none" strike="noStrike" kern="0" cap="none" spc="0" normalizeH="0" baseline="0" noProof="0">
                  <a:ln>
                    <a:noFill/>
                  </a:ln>
                  <a:solidFill>
                    <a:srgbClr val="FFFFFF"/>
                  </a:solidFill>
                  <a:effectLst>
                    <a:outerShdw blurRad="38100" dist="38100" dir="2700000" algn="tl">
                      <a:srgbClr val="000000"/>
                    </a:outerShdw>
                  </a:effectLst>
                  <a:uLnTx/>
                  <a:uFillTx/>
                  <a:latin typeface="Gill Sans" charset="0"/>
                  <a:sym typeface="Gill Sans" charset="0"/>
                </a:endParaRPr>
              </a:p>
            </p:txBody>
          </p:sp>
          <p:sp>
            <p:nvSpPr>
              <p:cNvPr id="67" name="AutoShape 125">
                <a:extLst>
                  <a:ext uri="{FF2B5EF4-FFF2-40B4-BE49-F238E27FC236}">
                    <a16:creationId xmlns:a16="http://schemas.microsoft.com/office/drawing/2014/main" xmlns="" id="{38849FAA-9BEE-4D72-B98F-A5D7AABF89AE}"/>
                  </a:ext>
                </a:extLst>
              </p:cNvPr>
              <p:cNvSpPr>
                <a:spLocks/>
              </p:cNvSpPr>
              <p:nvPr/>
            </p:nvSpPr>
            <p:spPr bwMode="auto">
              <a:xfrm>
                <a:off x="3325891" y="2279484"/>
                <a:ext cx="90253" cy="90253"/>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10800" y="18900"/>
                    </a:moveTo>
                    <a:cubicBezTo>
                      <a:pt x="6328" y="18900"/>
                      <a:pt x="2699" y="15271"/>
                      <a:pt x="2699" y="10800"/>
                    </a:cubicBezTo>
                    <a:cubicBezTo>
                      <a:pt x="2699" y="6329"/>
                      <a:pt x="6328" y="2700"/>
                      <a:pt x="10800" y="2700"/>
                    </a:cubicBezTo>
                    <a:cubicBezTo>
                      <a:pt x="15271" y="2700"/>
                      <a:pt x="18899" y="6329"/>
                      <a:pt x="18899" y="10800"/>
                    </a:cubicBezTo>
                    <a:cubicBezTo>
                      <a:pt x="18899" y="15271"/>
                      <a:pt x="15271" y="18900"/>
                      <a:pt x="10800" y="18900"/>
                    </a:cubicBezTo>
                    <a:moveTo>
                      <a:pt x="10800" y="0"/>
                    </a:moveTo>
                    <a:cubicBezTo>
                      <a:pt x="4830" y="0"/>
                      <a:pt x="0" y="4833"/>
                      <a:pt x="0" y="10800"/>
                    </a:cubicBezTo>
                    <a:cubicBezTo>
                      <a:pt x="0" y="16766"/>
                      <a:pt x="4830" y="21599"/>
                      <a:pt x="10800" y="21599"/>
                    </a:cubicBezTo>
                    <a:cubicBezTo>
                      <a:pt x="16764" y="21599"/>
                      <a:pt x="21600" y="16766"/>
                      <a:pt x="21600" y="10800"/>
                    </a:cubicBezTo>
                    <a:cubicBezTo>
                      <a:pt x="21600" y="4833"/>
                      <a:pt x="16764" y="0"/>
                      <a:pt x="10800" y="0"/>
                    </a:cubicBezTo>
                  </a:path>
                </a:pathLst>
              </a:custGeom>
              <a:grpFill/>
              <a:ln>
                <a:noFill/>
              </a:ln>
              <a:effectLst/>
              <a:extLst/>
            </p:spPr>
            <p:txBody>
              <a:bodyPr lIns="19050" tIns="19050" rIns="19050" bIns="19050" anchor="ctr"/>
              <a:lstStyle/>
              <a:p>
                <a:pPr marL="0" marR="0" lvl="0" indent="0" algn="ctr" defTabSz="228600" eaLnBrk="1" fontAlgn="base" latinLnBrk="0" hangingPunct="0">
                  <a:lnSpc>
                    <a:spcPct val="100000"/>
                  </a:lnSpc>
                  <a:spcBef>
                    <a:spcPct val="0"/>
                  </a:spcBef>
                  <a:spcAft>
                    <a:spcPct val="0"/>
                  </a:spcAft>
                  <a:buClrTx/>
                  <a:buSzTx/>
                  <a:buFontTx/>
                  <a:buNone/>
                  <a:tabLst/>
                  <a:defRPr/>
                </a:pPr>
                <a:endParaRPr kumimoji="0" lang="en-US" sz="1500" b="0" i="0" u="none" strike="noStrike" kern="0" cap="none" spc="0" normalizeH="0" baseline="0" noProof="0">
                  <a:ln>
                    <a:noFill/>
                  </a:ln>
                  <a:solidFill>
                    <a:srgbClr val="FFFFFF"/>
                  </a:solidFill>
                  <a:effectLst>
                    <a:outerShdw blurRad="38100" dist="38100" dir="2700000" algn="tl">
                      <a:srgbClr val="000000"/>
                    </a:outerShdw>
                  </a:effectLst>
                  <a:uLnTx/>
                  <a:uFillTx/>
                  <a:latin typeface="Gill Sans" charset="0"/>
                  <a:sym typeface="Gill Sans" charset="0"/>
                </a:endParaRPr>
              </a:p>
            </p:txBody>
          </p:sp>
        </p:grpSp>
      </p:grpSp>
      <p:grpSp>
        <p:nvGrpSpPr>
          <p:cNvPr id="6" name="组合 5">
            <a:extLst>
              <a:ext uri="{FF2B5EF4-FFF2-40B4-BE49-F238E27FC236}">
                <a16:creationId xmlns:a16="http://schemas.microsoft.com/office/drawing/2014/main" xmlns="" id="{394FDE2A-220C-4FC9-B6F7-4B6F382A5F6F}"/>
              </a:ext>
            </a:extLst>
          </p:cNvPr>
          <p:cNvGrpSpPr/>
          <p:nvPr/>
        </p:nvGrpSpPr>
        <p:grpSpPr>
          <a:xfrm>
            <a:off x="2976599" y="3228122"/>
            <a:ext cx="958521" cy="958521"/>
            <a:chOff x="2912452" y="3159636"/>
            <a:chExt cx="1082919" cy="1082919"/>
          </a:xfrm>
        </p:grpSpPr>
        <p:sp>
          <p:nvSpPr>
            <p:cNvPr id="51" name="椭圆 50">
              <a:extLst>
                <a:ext uri="{FF2B5EF4-FFF2-40B4-BE49-F238E27FC236}">
                  <a16:creationId xmlns:a16="http://schemas.microsoft.com/office/drawing/2014/main" xmlns="" id="{836FFAC5-3848-45CC-9BEA-1723704966FA}"/>
                </a:ext>
              </a:extLst>
            </p:cNvPr>
            <p:cNvSpPr/>
            <p:nvPr/>
          </p:nvSpPr>
          <p:spPr>
            <a:xfrm>
              <a:off x="2912452" y="3159636"/>
              <a:ext cx="1082919" cy="1082919"/>
            </a:xfrm>
            <a:prstGeom prst="ellipse">
              <a:avLst/>
            </a:prstGeom>
            <a:solidFill>
              <a:schemeClr val="accent1"/>
            </a:solidFill>
            <a:ln>
              <a:noFill/>
            </a:ln>
            <a:effectLst>
              <a:outerShdw blurRad="254000" dist="2540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CN" altLang="en-US"/>
            </a:p>
          </p:txBody>
        </p:sp>
        <p:grpSp>
          <p:nvGrpSpPr>
            <p:cNvPr id="68" name="组合 67">
              <a:extLst>
                <a:ext uri="{FF2B5EF4-FFF2-40B4-BE49-F238E27FC236}">
                  <a16:creationId xmlns:a16="http://schemas.microsoft.com/office/drawing/2014/main" xmlns="" id="{19E1264A-BA58-4E02-BC94-070CA6D42A73}"/>
                </a:ext>
              </a:extLst>
            </p:cNvPr>
            <p:cNvGrpSpPr/>
            <p:nvPr/>
          </p:nvGrpSpPr>
          <p:grpSpPr>
            <a:xfrm flipH="1">
              <a:off x="3190040" y="3442162"/>
              <a:ext cx="517866" cy="517866"/>
              <a:chOff x="2473104" y="2145028"/>
              <a:chExt cx="359165" cy="359165"/>
            </a:xfrm>
            <a:solidFill>
              <a:schemeClr val="bg1"/>
            </a:solidFill>
          </p:grpSpPr>
          <p:sp>
            <p:nvSpPr>
              <p:cNvPr id="69" name="AutoShape 126">
                <a:extLst>
                  <a:ext uri="{FF2B5EF4-FFF2-40B4-BE49-F238E27FC236}">
                    <a16:creationId xmlns:a16="http://schemas.microsoft.com/office/drawing/2014/main" xmlns="" id="{7D045FA5-8CEA-4CED-90BB-7FB3EC630651}"/>
                  </a:ext>
                </a:extLst>
              </p:cNvPr>
              <p:cNvSpPr>
                <a:spLocks/>
              </p:cNvSpPr>
              <p:nvPr/>
            </p:nvSpPr>
            <p:spPr bwMode="auto">
              <a:xfrm>
                <a:off x="2473104" y="2145028"/>
                <a:ext cx="359165" cy="359165"/>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13499" y="14850"/>
                    </a:moveTo>
                    <a:cubicBezTo>
                      <a:pt x="9772" y="14850"/>
                      <a:pt x="6749" y="11827"/>
                      <a:pt x="6749" y="8100"/>
                    </a:cubicBezTo>
                    <a:cubicBezTo>
                      <a:pt x="6749" y="4372"/>
                      <a:pt x="9772" y="1350"/>
                      <a:pt x="13499" y="1350"/>
                    </a:cubicBezTo>
                    <a:cubicBezTo>
                      <a:pt x="17227" y="1350"/>
                      <a:pt x="20249" y="4372"/>
                      <a:pt x="20249" y="8100"/>
                    </a:cubicBezTo>
                    <a:cubicBezTo>
                      <a:pt x="20249" y="11827"/>
                      <a:pt x="17227" y="14850"/>
                      <a:pt x="13499" y="14850"/>
                    </a:cubicBezTo>
                    <a:moveTo>
                      <a:pt x="3236" y="20042"/>
                    </a:moveTo>
                    <a:cubicBezTo>
                      <a:pt x="3019" y="20266"/>
                      <a:pt x="2718" y="20408"/>
                      <a:pt x="2382" y="20408"/>
                    </a:cubicBezTo>
                    <a:cubicBezTo>
                      <a:pt x="1724" y="20408"/>
                      <a:pt x="1191" y="19875"/>
                      <a:pt x="1191" y="19218"/>
                    </a:cubicBezTo>
                    <a:cubicBezTo>
                      <a:pt x="1191" y="18881"/>
                      <a:pt x="1332" y="18580"/>
                      <a:pt x="1557" y="18363"/>
                    </a:cubicBezTo>
                    <a:lnTo>
                      <a:pt x="1551" y="18358"/>
                    </a:lnTo>
                    <a:lnTo>
                      <a:pt x="6996" y="12913"/>
                    </a:lnTo>
                    <a:cubicBezTo>
                      <a:pt x="7472" y="13555"/>
                      <a:pt x="8039" y="14122"/>
                      <a:pt x="8680" y="14599"/>
                    </a:cubicBezTo>
                    <a:cubicBezTo>
                      <a:pt x="8680" y="14599"/>
                      <a:pt x="3236" y="20042"/>
                      <a:pt x="3236" y="20042"/>
                    </a:cubicBezTo>
                    <a:close/>
                    <a:moveTo>
                      <a:pt x="13499" y="0"/>
                    </a:moveTo>
                    <a:cubicBezTo>
                      <a:pt x="9026" y="0"/>
                      <a:pt x="5399" y="3626"/>
                      <a:pt x="5399" y="8100"/>
                    </a:cubicBezTo>
                    <a:cubicBezTo>
                      <a:pt x="5399" y="9467"/>
                      <a:pt x="5742" y="10754"/>
                      <a:pt x="6341" y="11884"/>
                    </a:cubicBezTo>
                    <a:lnTo>
                      <a:pt x="709" y="17515"/>
                    </a:lnTo>
                    <a:lnTo>
                      <a:pt x="713" y="17520"/>
                    </a:lnTo>
                    <a:cubicBezTo>
                      <a:pt x="274" y="17953"/>
                      <a:pt x="0" y="18552"/>
                      <a:pt x="0" y="19218"/>
                    </a:cubicBezTo>
                    <a:cubicBezTo>
                      <a:pt x="0" y="20533"/>
                      <a:pt x="1066" y="21599"/>
                      <a:pt x="2382" y="21599"/>
                    </a:cubicBezTo>
                    <a:cubicBezTo>
                      <a:pt x="3047" y="21599"/>
                      <a:pt x="3647" y="21326"/>
                      <a:pt x="4079" y="20885"/>
                    </a:cubicBezTo>
                    <a:lnTo>
                      <a:pt x="4078" y="20884"/>
                    </a:lnTo>
                    <a:lnTo>
                      <a:pt x="9708" y="15255"/>
                    </a:lnTo>
                    <a:cubicBezTo>
                      <a:pt x="10839" y="15856"/>
                      <a:pt x="12128" y="16200"/>
                      <a:pt x="13499" y="16200"/>
                    </a:cubicBezTo>
                    <a:cubicBezTo>
                      <a:pt x="17973" y="16200"/>
                      <a:pt x="21600" y="12573"/>
                      <a:pt x="21600" y="8100"/>
                    </a:cubicBezTo>
                    <a:cubicBezTo>
                      <a:pt x="21600" y="3626"/>
                      <a:pt x="17973" y="0"/>
                      <a:pt x="13499" y="0"/>
                    </a:cubicBezTo>
                  </a:path>
                </a:pathLst>
              </a:custGeom>
              <a:grpFill/>
              <a:ln>
                <a:noFill/>
              </a:ln>
              <a:effectLst/>
              <a:extLst/>
            </p:spPr>
            <p:txBody>
              <a:bodyPr lIns="19050" tIns="19050" rIns="19050" bIns="19050" anchor="ctr"/>
              <a:lstStyle/>
              <a:p>
                <a:pPr marL="0" marR="0" lvl="0" indent="0" algn="ctr" defTabSz="228600" eaLnBrk="1" fontAlgn="base" latinLnBrk="0" hangingPunct="0">
                  <a:lnSpc>
                    <a:spcPct val="100000"/>
                  </a:lnSpc>
                  <a:spcBef>
                    <a:spcPct val="0"/>
                  </a:spcBef>
                  <a:spcAft>
                    <a:spcPct val="0"/>
                  </a:spcAft>
                  <a:buClrTx/>
                  <a:buSzTx/>
                  <a:buFontTx/>
                  <a:buNone/>
                  <a:tabLst/>
                  <a:defRPr/>
                </a:pPr>
                <a:endParaRPr kumimoji="0" lang="en-US" sz="1500" b="0" i="0" u="none" strike="noStrike" kern="0" cap="none" spc="0" normalizeH="0" baseline="0" noProof="0">
                  <a:ln>
                    <a:noFill/>
                  </a:ln>
                  <a:solidFill>
                    <a:srgbClr val="FFFFFF"/>
                  </a:solidFill>
                  <a:effectLst>
                    <a:outerShdw blurRad="38100" dist="38100" dir="2700000" algn="tl">
                      <a:srgbClr val="000000"/>
                    </a:outerShdw>
                  </a:effectLst>
                  <a:uLnTx/>
                  <a:uFillTx/>
                  <a:latin typeface="Gill Sans" charset="0"/>
                  <a:sym typeface="Gill Sans" charset="0"/>
                </a:endParaRPr>
              </a:p>
            </p:txBody>
          </p:sp>
          <p:sp>
            <p:nvSpPr>
              <p:cNvPr id="70" name="AutoShape 127">
                <a:extLst>
                  <a:ext uri="{FF2B5EF4-FFF2-40B4-BE49-F238E27FC236}">
                    <a16:creationId xmlns:a16="http://schemas.microsoft.com/office/drawing/2014/main" xmlns="" id="{95752EF5-D6EA-4BD9-B619-52646543BB27}"/>
                  </a:ext>
                </a:extLst>
              </p:cNvPr>
              <p:cNvSpPr>
                <a:spLocks/>
              </p:cNvSpPr>
              <p:nvPr/>
            </p:nvSpPr>
            <p:spPr bwMode="auto">
              <a:xfrm>
                <a:off x="2618611" y="2200897"/>
                <a:ext cx="84727" cy="84112"/>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20160" y="0"/>
                    </a:moveTo>
                    <a:cubicBezTo>
                      <a:pt x="9025" y="0"/>
                      <a:pt x="0" y="9025"/>
                      <a:pt x="0" y="20160"/>
                    </a:cubicBezTo>
                    <a:cubicBezTo>
                      <a:pt x="0" y="20954"/>
                      <a:pt x="644" y="21600"/>
                      <a:pt x="1440" y="21600"/>
                    </a:cubicBezTo>
                    <a:cubicBezTo>
                      <a:pt x="2235" y="21600"/>
                      <a:pt x="2880" y="20954"/>
                      <a:pt x="2880" y="20160"/>
                    </a:cubicBezTo>
                    <a:cubicBezTo>
                      <a:pt x="2880" y="10618"/>
                      <a:pt x="10617" y="2880"/>
                      <a:pt x="20160" y="2880"/>
                    </a:cubicBezTo>
                    <a:cubicBezTo>
                      <a:pt x="20955" y="2880"/>
                      <a:pt x="21599" y="2234"/>
                      <a:pt x="21599" y="1440"/>
                    </a:cubicBezTo>
                    <a:cubicBezTo>
                      <a:pt x="21599" y="645"/>
                      <a:pt x="20955" y="0"/>
                      <a:pt x="20160" y="0"/>
                    </a:cubicBezTo>
                  </a:path>
                </a:pathLst>
              </a:custGeom>
              <a:grpFill/>
              <a:ln>
                <a:noFill/>
              </a:ln>
              <a:effectLst/>
              <a:extLst/>
            </p:spPr>
            <p:txBody>
              <a:bodyPr lIns="19050" tIns="19050" rIns="19050" bIns="19050" anchor="ctr"/>
              <a:lstStyle/>
              <a:p>
                <a:pPr marL="0" marR="0" lvl="0" indent="0" algn="ctr" defTabSz="228600" eaLnBrk="1" fontAlgn="base" latinLnBrk="0" hangingPunct="0">
                  <a:lnSpc>
                    <a:spcPct val="100000"/>
                  </a:lnSpc>
                  <a:spcBef>
                    <a:spcPct val="0"/>
                  </a:spcBef>
                  <a:spcAft>
                    <a:spcPct val="0"/>
                  </a:spcAft>
                  <a:buClrTx/>
                  <a:buSzTx/>
                  <a:buFontTx/>
                  <a:buNone/>
                  <a:tabLst/>
                  <a:defRPr/>
                </a:pPr>
                <a:endParaRPr kumimoji="0" lang="en-US" sz="1500" b="0" i="0" u="none" strike="noStrike" kern="0" cap="none" spc="0" normalizeH="0" baseline="0" noProof="0">
                  <a:ln>
                    <a:noFill/>
                  </a:ln>
                  <a:solidFill>
                    <a:srgbClr val="FFFFFF"/>
                  </a:solidFill>
                  <a:effectLst>
                    <a:outerShdw blurRad="38100" dist="38100" dir="2700000" algn="tl">
                      <a:srgbClr val="000000"/>
                    </a:outerShdw>
                  </a:effectLst>
                  <a:uLnTx/>
                  <a:uFillTx/>
                  <a:latin typeface="Gill Sans" charset="0"/>
                  <a:sym typeface="Gill Sans" charset="0"/>
                </a:endParaRPr>
              </a:p>
            </p:txBody>
          </p:sp>
        </p:grpSp>
      </p:grpSp>
      <p:sp>
        <p:nvSpPr>
          <p:cNvPr id="34" name="TextBox 8" descr="e7d195523061f1c09e9d68d7cf438b91ef959ecb14fc25d26BBA7F7DBC18E55DFF4014AF651F0BF2569D4B6C1DA7F1A4683A481403BD872FC687266AD13265C1DE7C373772FD8728ABDD69ADD03BFF5BE2862BC891DBB79E74B044BEE21896B58BB504F9B7B8366179F035B8F1FE97608BAB4D7DF1E11532BDCC25DF947C3C4C1B257BA7AAE60662DCA45AF4273F5B3E">
            <a:extLst>
              <a:ext uri="{FF2B5EF4-FFF2-40B4-BE49-F238E27FC236}">
                <a16:creationId xmlns:a16="http://schemas.microsoft.com/office/drawing/2014/main" xmlns="" id="{EC85FA89-A7AF-4D7F-9827-1C1D04B8D9E7}"/>
              </a:ext>
            </a:extLst>
          </p:cNvPr>
          <p:cNvSpPr txBox="1"/>
          <p:nvPr/>
        </p:nvSpPr>
        <p:spPr>
          <a:xfrm>
            <a:off x="6155848" y="3284120"/>
            <a:ext cx="1706014" cy="369332"/>
          </a:xfrm>
          <a:prstGeom prst="rect">
            <a:avLst/>
          </a:prstGeom>
          <a:noFill/>
          <a:ln>
            <a:noFill/>
          </a:ln>
        </p:spPr>
        <p:txBody>
          <a:bodyPr wrap="square">
            <a:spAutoFit/>
          </a:bodyPr>
          <a:lstStyle>
            <a:defPPr>
              <a:defRPr lang="zh-CN"/>
            </a:defPPr>
            <a:lvl1pPr algn="r" fontAlgn="base">
              <a:spcBef>
                <a:spcPct val="0"/>
              </a:spcBef>
              <a:spcAft>
                <a:spcPct val="0"/>
              </a:spcAft>
              <a:defRPr sz="1800" b="1">
                <a:solidFill>
                  <a:schemeClr val="accent1"/>
                </a:solidFill>
                <a:latin typeface="+mj-ea"/>
                <a:ea typeface="+mj-ea"/>
              </a:defRPr>
            </a:lvl1pPr>
            <a:lvl2pPr marL="742950" indent="-285750">
              <a:defRPr sz="1300">
                <a:latin typeface="Arial" panose="020B0604020202020204" pitchFamily="34" charset="0"/>
                <a:ea typeface="微软雅黑" panose="020B0503020204020204" pitchFamily="34" charset="-122"/>
              </a:defRPr>
            </a:lvl2pPr>
            <a:lvl3pPr marL="1143000" indent="-228600">
              <a:defRPr sz="1300">
                <a:latin typeface="Arial" panose="020B0604020202020204" pitchFamily="34" charset="0"/>
                <a:ea typeface="微软雅黑" panose="020B0503020204020204" pitchFamily="34" charset="-122"/>
              </a:defRPr>
            </a:lvl3pPr>
            <a:lvl4pPr marL="1600200" indent="-228600">
              <a:defRPr sz="1300">
                <a:latin typeface="Arial" panose="020B0604020202020204" pitchFamily="34" charset="0"/>
                <a:ea typeface="微软雅黑" panose="020B0503020204020204" pitchFamily="34" charset="-122"/>
              </a:defRPr>
            </a:lvl4pPr>
            <a:lvl5pPr marL="2057400" indent="-228600">
              <a:defRPr sz="1300">
                <a:latin typeface="Arial" panose="020B0604020202020204" pitchFamily="34" charset="0"/>
                <a:ea typeface="微软雅黑" panose="020B0503020204020204" pitchFamily="34" charset="-122"/>
              </a:defRPr>
            </a:lvl5pPr>
            <a:lvl6pPr marL="2514600" indent="-228600" fontAlgn="base">
              <a:spcBef>
                <a:spcPct val="0"/>
              </a:spcBef>
              <a:spcAft>
                <a:spcPct val="0"/>
              </a:spcAft>
              <a:defRPr sz="1300">
                <a:latin typeface="Arial" panose="020B0604020202020204" pitchFamily="34" charset="0"/>
                <a:ea typeface="微软雅黑" panose="020B0503020204020204" pitchFamily="34" charset="-122"/>
              </a:defRPr>
            </a:lvl6pPr>
            <a:lvl7pPr marL="2971800" indent="-228600" fontAlgn="base">
              <a:spcBef>
                <a:spcPct val="0"/>
              </a:spcBef>
              <a:spcAft>
                <a:spcPct val="0"/>
              </a:spcAft>
              <a:defRPr sz="1300">
                <a:latin typeface="Arial" panose="020B0604020202020204" pitchFamily="34" charset="0"/>
                <a:ea typeface="微软雅黑" panose="020B0503020204020204" pitchFamily="34" charset="-122"/>
              </a:defRPr>
            </a:lvl7pPr>
            <a:lvl8pPr marL="3429000" indent="-228600" fontAlgn="base">
              <a:spcBef>
                <a:spcPct val="0"/>
              </a:spcBef>
              <a:spcAft>
                <a:spcPct val="0"/>
              </a:spcAft>
              <a:defRPr sz="1300">
                <a:latin typeface="Arial" panose="020B0604020202020204" pitchFamily="34" charset="0"/>
                <a:ea typeface="微软雅黑" panose="020B0503020204020204" pitchFamily="34" charset="-122"/>
              </a:defRPr>
            </a:lvl8pPr>
            <a:lvl9pPr marL="3886200" indent="-228600" fontAlgn="base">
              <a:spcBef>
                <a:spcPct val="0"/>
              </a:spcBef>
              <a:spcAft>
                <a:spcPct val="0"/>
              </a:spcAft>
              <a:defRPr sz="1300">
                <a:latin typeface="Arial" panose="020B0604020202020204" pitchFamily="34" charset="0"/>
                <a:ea typeface="微软雅黑" panose="020B0503020204020204" pitchFamily="34" charset="-122"/>
              </a:defRPr>
            </a:lvl9pPr>
          </a:lstStyle>
          <a:p>
            <a:pPr algn="l"/>
            <a:r>
              <a:rPr lang="en-US" altLang="zh-CN" dirty="0" smtClean="0"/>
              <a:t>RA</a:t>
            </a:r>
            <a:endParaRPr lang="en-US" dirty="0"/>
          </a:p>
        </p:txBody>
      </p:sp>
      <p:sp>
        <p:nvSpPr>
          <p:cNvPr id="35" name="TextBox 9" descr="e7d195523061f1c09e9d68d7cf438b91ef959ecb14fc25d26BBA7F7DBC18E55DFF4014AF651F0BF2569D4B6C1DA7F1A4683A481403BD872FC687266AD13265C1DE7C373772FD8728ABDD69ADD03BFF5BE2862BC891DBB79E74B044BEE21896B58BB504F9B7B8366179F035B8F1FE97608BAB4D7DF1E11532BDCC25DF947C3C4C1B257BA7AAE60662DCA45AF4273F5B3E">
            <a:extLst>
              <a:ext uri="{FF2B5EF4-FFF2-40B4-BE49-F238E27FC236}">
                <a16:creationId xmlns:a16="http://schemas.microsoft.com/office/drawing/2014/main" xmlns="" id="{80D39079-A873-43D5-AA1D-200EEEE4F35B}"/>
              </a:ext>
            </a:extLst>
          </p:cNvPr>
          <p:cNvSpPr txBox="1"/>
          <p:nvPr/>
        </p:nvSpPr>
        <p:spPr>
          <a:xfrm>
            <a:off x="6188132" y="3574532"/>
            <a:ext cx="2715471" cy="613694"/>
          </a:xfrm>
          <a:prstGeom prst="rect">
            <a:avLst/>
          </a:prstGeom>
          <a:noFill/>
        </p:spPr>
        <p:txBody>
          <a:bodyPr wrap="square" lIns="27000" rIns="27000" rtlCol="0">
            <a:spAutoFit/>
          </a:bodyPr>
          <a:lstStyle/>
          <a:p>
            <a:pPr defTabSz="914400">
              <a:lnSpc>
                <a:spcPct val="150000"/>
              </a:lnSpc>
              <a:defRPr/>
            </a:pPr>
            <a:r>
              <a:rPr lang="en-US" altLang="zh-CN" sz="1200" dirty="0" smtClean="0">
                <a:latin typeface="+mn-ea"/>
              </a:rPr>
              <a:t>RA</a:t>
            </a:r>
            <a:r>
              <a:rPr lang="zh-CN" altLang="zh-CN" sz="1200" dirty="0" smtClean="0">
                <a:latin typeface="+mn-ea"/>
              </a:rPr>
              <a:t>的定义为节点对</a:t>
            </a:r>
            <a:r>
              <a:rPr lang="en-US" altLang="zh-CN" sz="1200" dirty="0" smtClean="0">
                <a:latin typeface="+mn-ea"/>
              </a:rPr>
              <a:t>(</a:t>
            </a:r>
            <a:r>
              <a:rPr lang="en-US" altLang="zh-CN" sz="1200" i="1" dirty="0" err="1" smtClean="0">
                <a:latin typeface="+mn-ea"/>
              </a:rPr>
              <a:t>x,y</a:t>
            </a:r>
            <a:r>
              <a:rPr lang="en-US" altLang="zh-CN" sz="1200" dirty="0" smtClean="0">
                <a:latin typeface="+mn-ea"/>
              </a:rPr>
              <a:t>)</a:t>
            </a:r>
            <a:r>
              <a:rPr lang="zh-CN" altLang="zh-CN" sz="1200" dirty="0" smtClean="0">
                <a:latin typeface="+mn-ea"/>
              </a:rPr>
              <a:t>的共同邻居的度的倒数求和</a:t>
            </a:r>
            <a:endParaRPr lang="en-US" altLang="zh-CN" sz="1200" kern="0" dirty="0">
              <a:solidFill>
                <a:schemeClr val="tx1">
                  <a:lumMod val="95000"/>
                  <a:lumOff val="5000"/>
                </a:schemeClr>
              </a:solidFill>
              <a:latin typeface="+mn-ea"/>
            </a:endParaRPr>
          </a:p>
        </p:txBody>
      </p:sp>
      <p:sp>
        <p:nvSpPr>
          <p:cNvPr id="25602" name="Rectangle 2"/>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zh-CN" altLang="en-US"/>
          </a:p>
        </p:txBody>
      </p:sp>
      <p:pic>
        <p:nvPicPr>
          <p:cNvPr id="25601" name="Picture 1"/>
          <p:cNvPicPr>
            <a:picLocks noChangeAspect="1" noChangeArrowheads="1"/>
          </p:cNvPicPr>
          <p:nvPr/>
        </p:nvPicPr>
        <p:blipFill>
          <a:blip r:embed="rId3" cstate="print">
            <a:clrChange>
              <a:clrFrom>
                <a:srgbClr val="FFFFFF"/>
              </a:clrFrom>
              <a:clrTo>
                <a:srgbClr val="FFFFFF">
                  <a:alpha val="0"/>
                </a:srgbClr>
              </a:clrTo>
            </a:clrChange>
          </a:blip>
          <a:srcRect/>
          <a:stretch>
            <a:fillRect/>
          </a:stretch>
        </p:blipFill>
        <p:spPr bwMode="auto">
          <a:xfrm>
            <a:off x="407504" y="2385391"/>
            <a:ext cx="2317236" cy="318052"/>
          </a:xfrm>
          <a:prstGeom prst="rect">
            <a:avLst/>
          </a:prstGeom>
          <a:noFill/>
        </p:spPr>
      </p:pic>
      <p:sp>
        <p:nvSpPr>
          <p:cNvPr id="25604" name="Rectangle 4"/>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zh-CN" altLang="en-US"/>
          </a:p>
        </p:txBody>
      </p:sp>
      <p:pic>
        <p:nvPicPr>
          <p:cNvPr id="25603" name="Picture 3"/>
          <p:cNvPicPr>
            <a:picLocks noChangeAspect="1" noChangeArrowheads="1"/>
          </p:cNvPicPr>
          <p:nvPr/>
        </p:nvPicPr>
        <p:blipFill>
          <a:blip r:embed="rId4" cstate="print">
            <a:clrChange>
              <a:clrFrom>
                <a:srgbClr val="FFFFFF"/>
              </a:clrFrom>
              <a:clrTo>
                <a:srgbClr val="FFFFFF">
                  <a:alpha val="0"/>
                </a:srgbClr>
              </a:clrTo>
            </a:clrChange>
          </a:blip>
          <a:srcRect/>
          <a:stretch>
            <a:fillRect/>
          </a:stretch>
        </p:blipFill>
        <p:spPr bwMode="auto">
          <a:xfrm>
            <a:off x="6251712" y="1898374"/>
            <a:ext cx="2857501" cy="298174"/>
          </a:xfrm>
          <a:prstGeom prst="rect">
            <a:avLst/>
          </a:prstGeom>
          <a:noFill/>
        </p:spPr>
      </p:pic>
      <p:sp>
        <p:nvSpPr>
          <p:cNvPr id="25606" name="Rectangle 6"/>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zh-CN" altLang="en-US"/>
          </a:p>
        </p:txBody>
      </p:sp>
      <p:pic>
        <p:nvPicPr>
          <p:cNvPr id="25605" name="Picture 5"/>
          <p:cNvPicPr>
            <a:picLocks noChangeAspect="1" noChangeArrowheads="1"/>
          </p:cNvPicPr>
          <p:nvPr/>
        </p:nvPicPr>
        <p:blipFill>
          <a:blip r:embed="rId5" cstate="print">
            <a:clrChange>
              <a:clrFrom>
                <a:srgbClr val="FFFFFF"/>
              </a:clrFrom>
              <a:clrTo>
                <a:srgbClr val="FFFFFF">
                  <a:alpha val="0"/>
                </a:srgbClr>
              </a:clrTo>
            </a:clrChange>
          </a:blip>
          <a:srcRect/>
          <a:stretch>
            <a:fillRect/>
          </a:stretch>
        </p:blipFill>
        <p:spPr bwMode="auto">
          <a:xfrm>
            <a:off x="168965" y="4134679"/>
            <a:ext cx="2974779" cy="407504"/>
          </a:xfrm>
          <a:prstGeom prst="rect">
            <a:avLst/>
          </a:prstGeom>
          <a:noFill/>
        </p:spPr>
      </p:pic>
      <p:sp>
        <p:nvSpPr>
          <p:cNvPr id="25607" name="Rectangle 7"/>
          <p:cNvSpPr>
            <a:spLocks noChangeArrowheads="1"/>
          </p:cNvSpPr>
          <p:nvPr/>
        </p:nvSpPr>
        <p:spPr bwMode="auto">
          <a:xfrm>
            <a:off x="0" y="28575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1200" b="0" i="0" u="none" strike="noStrike" cap="none" normalizeH="0" baseline="0" smtClean="0">
                <a:ln>
                  <a:noFill/>
                </a:ln>
                <a:solidFill>
                  <a:schemeClr val="tx1"/>
                </a:solidFill>
                <a:effectLst/>
                <a:latin typeface="Cambria Math" pitchFamily="18" charset="0"/>
                <a:ea typeface="宋体" pitchFamily="2" charset="-122"/>
                <a:cs typeface="Times New Roman" pitchFamily="18" charset="0"/>
              </a:rPr>
              <a:t>	</a:t>
            </a:r>
            <a:r>
              <a:rPr kumimoji="0" lang="en-US" altLang="zh-CN" sz="800" b="0" i="0" u="none" strike="noStrike" cap="none" normalizeH="0" baseline="0" smtClean="0">
                <a:ln>
                  <a:noFill/>
                </a:ln>
                <a:solidFill>
                  <a:schemeClr val="tx1"/>
                </a:solidFill>
                <a:effectLst/>
                <a:latin typeface="Arial" pitchFamily="34" charset="0"/>
                <a:ea typeface="宋体" pitchFamily="2" charset="-122"/>
                <a:cs typeface="宋体" pitchFamily="2" charset="-122"/>
              </a:rPr>
              <a:t> </a:t>
            </a:r>
            <a:endParaRPr kumimoji="0" lang="en-US" altLang="zh-CN" sz="1800" b="0" i="0" u="none" strike="noStrike" cap="none" normalizeH="0" baseline="0" smtClean="0">
              <a:ln>
                <a:noFill/>
              </a:ln>
              <a:solidFill>
                <a:schemeClr val="tx1"/>
              </a:solidFill>
              <a:effectLst/>
              <a:latin typeface="Arial" pitchFamily="34" charset="0"/>
              <a:ea typeface="宋体" pitchFamily="2" charset="-122"/>
              <a:cs typeface="宋体" pitchFamily="2" charset="-122"/>
            </a:endParaRPr>
          </a:p>
        </p:txBody>
      </p:sp>
      <p:sp>
        <p:nvSpPr>
          <p:cNvPr id="25609" name="Rectangle 9"/>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zh-CN" altLang="en-US"/>
          </a:p>
        </p:txBody>
      </p:sp>
      <p:pic>
        <p:nvPicPr>
          <p:cNvPr id="25608" name="Picture 8"/>
          <p:cNvPicPr>
            <a:picLocks noChangeAspect="1" noChangeArrowheads="1"/>
          </p:cNvPicPr>
          <p:nvPr/>
        </p:nvPicPr>
        <p:blipFill>
          <a:blip r:embed="rId6" cstate="print">
            <a:clrChange>
              <a:clrFrom>
                <a:srgbClr val="FFFFFF"/>
              </a:clrFrom>
              <a:clrTo>
                <a:srgbClr val="FFFFFF">
                  <a:alpha val="0"/>
                </a:srgbClr>
              </a:clrTo>
            </a:clrChange>
          </a:blip>
          <a:srcRect/>
          <a:stretch>
            <a:fillRect/>
          </a:stretch>
        </p:blipFill>
        <p:spPr bwMode="auto">
          <a:xfrm>
            <a:off x="6669156" y="2991678"/>
            <a:ext cx="2124137" cy="337931"/>
          </a:xfrm>
          <a:prstGeom prst="rect">
            <a:avLst/>
          </a:prstGeom>
          <a:noFill/>
        </p:spPr>
      </p:pic>
      <p:sp>
        <p:nvSpPr>
          <p:cNvPr id="25610" name="Rectangle 10"/>
          <p:cNvSpPr>
            <a:spLocks noChangeArrowheads="1"/>
          </p:cNvSpPr>
          <p:nvPr/>
        </p:nvSpPr>
        <p:spPr bwMode="auto">
          <a:xfrm>
            <a:off x="0" y="200025"/>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1200" b="0" i="0" u="none" strike="noStrike" cap="none" normalizeH="0" baseline="0" smtClean="0">
                <a:ln>
                  <a:noFill/>
                </a:ln>
                <a:solidFill>
                  <a:schemeClr val="tx1"/>
                </a:solidFill>
                <a:effectLst/>
                <a:latin typeface="Cambria Math" pitchFamily="18" charset="0"/>
                <a:ea typeface="宋体" pitchFamily="2" charset="-122"/>
                <a:cs typeface="Times New Roman" pitchFamily="18" charset="0"/>
              </a:rPr>
              <a:t>	</a:t>
            </a:r>
            <a:r>
              <a:rPr kumimoji="0" lang="en-US" altLang="zh-CN" sz="800" b="0" i="0" u="none" strike="noStrike" cap="none" normalizeH="0" baseline="0" smtClean="0">
                <a:ln>
                  <a:noFill/>
                </a:ln>
                <a:solidFill>
                  <a:schemeClr val="tx1"/>
                </a:solidFill>
                <a:effectLst/>
                <a:latin typeface="Arial" pitchFamily="34" charset="0"/>
                <a:ea typeface="宋体" pitchFamily="2" charset="-122"/>
                <a:cs typeface="宋体" pitchFamily="2" charset="-122"/>
              </a:rPr>
              <a:t> </a:t>
            </a:r>
            <a:endParaRPr kumimoji="0" lang="en-US" altLang="zh-CN" sz="1800" b="0" i="0" u="none" strike="noStrike" cap="none" normalizeH="0" baseline="0" smtClean="0">
              <a:ln>
                <a:noFill/>
              </a:ln>
              <a:solidFill>
                <a:schemeClr val="tx1"/>
              </a:solidFill>
              <a:effectLst/>
              <a:latin typeface="Arial" pitchFamily="34" charset="0"/>
              <a:ea typeface="宋体" pitchFamily="2" charset="-122"/>
              <a:cs typeface="宋体" pitchFamily="2" charset="-122"/>
            </a:endParaRPr>
          </a:p>
        </p:txBody>
      </p:sp>
      <p:sp>
        <p:nvSpPr>
          <p:cNvPr id="25612" name="Rectangle 12"/>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zh-CN" altLang="en-US"/>
          </a:p>
        </p:txBody>
      </p:sp>
      <p:pic>
        <p:nvPicPr>
          <p:cNvPr id="25611" name="Picture 11"/>
          <p:cNvPicPr>
            <a:picLocks noChangeAspect="1" noChangeArrowheads="1"/>
          </p:cNvPicPr>
          <p:nvPr/>
        </p:nvPicPr>
        <p:blipFill>
          <a:blip r:embed="rId7" cstate="print">
            <a:clrChange>
              <a:clrFrom>
                <a:srgbClr val="FFFFFF"/>
              </a:clrFrom>
              <a:clrTo>
                <a:srgbClr val="FFFFFF">
                  <a:alpha val="0"/>
                </a:srgbClr>
              </a:clrTo>
            </a:clrChange>
          </a:blip>
          <a:srcRect/>
          <a:stretch>
            <a:fillRect/>
          </a:stretch>
        </p:blipFill>
        <p:spPr bwMode="auto">
          <a:xfrm>
            <a:off x="5963478" y="4253948"/>
            <a:ext cx="3012241" cy="467139"/>
          </a:xfrm>
          <a:prstGeom prst="rect">
            <a:avLst/>
          </a:prstGeom>
          <a:noFill/>
        </p:spPr>
      </p:pic>
      <p:sp>
        <p:nvSpPr>
          <p:cNvPr id="25613" name="Rectangle 13"/>
          <p:cNvSpPr>
            <a:spLocks noChangeArrowheads="1"/>
          </p:cNvSpPr>
          <p:nvPr/>
        </p:nvSpPr>
        <p:spPr bwMode="auto">
          <a:xfrm>
            <a:off x="0" y="276225"/>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1200" b="0" i="0" u="none" strike="noStrike" cap="none" normalizeH="0" baseline="0" smtClean="0">
                <a:ln>
                  <a:noFill/>
                </a:ln>
                <a:solidFill>
                  <a:schemeClr val="tx1"/>
                </a:solidFill>
                <a:effectLst/>
                <a:latin typeface="Cambria Math" pitchFamily="18" charset="0"/>
                <a:ea typeface="宋体" pitchFamily="2" charset="-122"/>
                <a:cs typeface="Times New Roman" pitchFamily="18" charset="0"/>
              </a:rPr>
              <a:t>	</a:t>
            </a:r>
            <a:r>
              <a:rPr kumimoji="0" lang="en-US" altLang="zh-CN" sz="800" b="0" i="0" u="none" strike="noStrike" cap="none" normalizeH="0" baseline="0" smtClean="0">
                <a:ln>
                  <a:noFill/>
                </a:ln>
                <a:solidFill>
                  <a:schemeClr val="tx1"/>
                </a:solidFill>
                <a:effectLst/>
                <a:latin typeface="Arial" pitchFamily="34" charset="0"/>
                <a:ea typeface="宋体" pitchFamily="2" charset="-122"/>
                <a:cs typeface="宋体" pitchFamily="2" charset="-122"/>
              </a:rPr>
              <a:t> </a:t>
            </a:r>
            <a:endParaRPr kumimoji="0" lang="en-US" altLang="zh-CN" sz="1800" b="0" i="0" u="none" strike="noStrike" cap="none" normalizeH="0" baseline="0" smtClean="0">
              <a:ln>
                <a:noFill/>
              </a:ln>
              <a:solidFill>
                <a:schemeClr val="tx1"/>
              </a:solidFill>
              <a:effectLst/>
              <a:latin typeface="Arial" pitchFamily="34" charset="0"/>
              <a:ea typeface="宋体" pitchFamily="2" charset="-122"/>
              <a:cs typeface="宋体" pitchFamily="2" charset="-122"/>
            </a:endParaRPr>
          </a:p>
        </p:txBody>
      </p:sp>
    </p:spTree>
    <p:extLst>
      <p:ext uri="{BB962C8B-B14F-4D97-AF65-F5344CB8AC3E}">
        <p14:creationId xmlns="" xmlns:p14="http://schemas.microsoft.com/office/powerpoint/2010/main" val="1621012972"/>
      </p:ext>
    </p:extLst>
  </p:cSld>
  <p:clrMapOvr>
    <a:masterClrMapping/>
  </p:clrMapOvr>
  <mc:AlternateContent xmlns:mc="http://schemas.openxmlformats.org/markup-compatibility/2006">
    <mc:Choice xmlns="" xmlns:p14="http://schemas.microsoft.com/office/powerpoint/2010/main" Requires="p14">
      <p:transition spd="slow" p14:dur="1600">
        <p14:conveyor dir="l"/>
      </p:transition>
    </mc:Choice>
    <mc:Fallback>
      <p:transition spd="slow">
        <p:fade/>
      </p:transition>
    </mc:Fallback>
  </mc:AlternateContent>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83" name="Group 10"/>
          <p:cNvGrpSpPr/>
          <p:nvPr/>
        </p:nvGrpSpPr>
        <p:grpSpPr>
          <a:xfrm>
            <a:off x="0" y="4367951"/>
            <a:ext cx="1595459" cy="183666"/>
            <a:chOff x="0" y="5393632"/>
            <a:chExt cx="2127278" cy="244888"/>
          </a:xfrm>
          <a:solidFill>
            <a:schemeClr val="tx2">
              <a:lumMod val="75000"/>
            </a:schemeClr>
          </a:solidFill>
        </p:grpSpPr>
        <p:sp>
          <p:nvSpPr>
            <p:cNvPr id="84" name="Freeform 78"/>
            <p:cNvSpPr>
              <a:spLocks/>
            </p:cNvSpPr>
            <p:nvPr/>
          </p:nvSpPr>
          <p:spPr bwMode="auto">
            <a:xfrm>
              <a:off x="0" y="5393632"/>
              <a:ext cx="2022537" cy="244888"/>
            </a:xfrm>
            <a:custGeom>
              <a:avLst/>
              <a:gdLst>
                <a:gd name="T0" fmla="*/ 1288 w 1371"/>
                <a:gd name="T1" fmla="*/ 0 h 166"/>
                <a:gd name="T2" fmla="*/ 0 w 1371"/>
                <a:gd name="T3" fmla="*/ 0 h 166"/>
                <a:gd name="T4" fmla="*/ 0 w 1371"/>
                <a:gd name="T5" fmla="*/ 166 h 166"/>
                <a:gd name="T6" fmla="*/ 1288 w 1371"/>
                <a:gd name="T7" fmla="*/ 166 h 166"/>
                <a:gd name="T8" fmla="*/ 1371 w 1371"/>
                <a:gd name="T9" fmla="*/ 83 h 166"/>
                <a:gd name="T10" fmla="*/ 1288 w 1371"/>
                <a:gd name="T11" fmla="*/ 0 h 166"/>
              </a:gdLst>
              <a:ahLst/>
              <a:cxnLst>
                <a:cxn ang="0">
                  <a:pos x="T0" y="T1"/>
                </a:cxn>
                <a:cxn ang="0">
                  <a:pos x="T2" y="T3"/>
                </a:cxn>
                <a:cxn ang="0">
                  <a:pos x="T4" y="T5"/>
                </a:cxn>
                <a:cxn ang="0">
                  <a:pos x="T6" y="T7"/>
                </a:cxn>
                <a:cxn ang="0">
                  <a:pos x="T8" y="T9"/>
                </a:cxn>
                <a:cxn ang="0">
                  <a:pos x="T10" y="T11"/>
                </a:cxn>
              </a:cxnLst>
              <a:rect l="0" t="0" r="r" b="b"/>
              <a:pathLst>
                <a:path w="1371" h="166">
                  <a:moveTo>
                    <a:pt x="1288" y="0"/>
                  </a:moveTo>
                  <a:lnTo>
                    <a:pt x="0" y="0"/>
                  </a:lnTo>
                  <a:lnTo>
                    <a:pt x="0" y="166"/>
                  </a:lnTo>
                  <a:lnTo>
                    <a:pt x="1288" y="166"/>
                  </a:lnTo>
                  <a:lnTo>
                    <a:pt x="1371" y="83"/>
                  </a:lnTo>
                  <a:lnTo>
                    <a:pt x="1288" y="0"/>
                  </a:lnTo>
                  <a:close/>
                </a:path>
              </a:pathLst>
            </a:custGeom>
            <a:grpFill/>
            <a:ln>
              <a:noFill/>
            </a:ln>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lt1"/>
                </a:solidFill>
              </a:endParaRPr>
            </a:p>
          </p:txBody>
        </p:sp>
        <p:sp>
          <p:nvSpPr>
            <p:cNvPr id="85" name="Freeform 79"/>
            <p:cNvSpPr>
              <a:spLocks/>
            </p:cNvSpPr>
            <p:nvPr/>
          </p:nvSpPr>
          <p:spPr bwMode="auto">
            <a:xfrm>
              <a:off x="1956152" y="5393632"/>
              <a:ext cx="171126" cy="244888"/>
            </a:xfrm>
            <a:custGeom>
              <a:avLst/>
              <a:gdLst>
                <a:gd name="T0" fmla="*/ 0 w 116"/>
                <a:gd name="T1" fmla="*/ 166 h 166"/>
                <a:gd name="T2" fmla="*/ 80 w 116"/>
                <a:gd name="T3" fmla="*/ 83 h 166"/>
                <a:gd name="T4" fmla="*/ 0 w 116"/>
                <a:gd name="T5" fmla="*/ 0 h 166"/>
                <a:gd name="T6" fmla="*/ 116 w 116"/>
                <a:gd name="T7" fmla="*/ 0 h 166"/>
                <a:gd name="T8" fmla="*/ 116 w 116"/>
                <a:gd name="T9" fmla="*/ 166 h 166"/>
                <a:gd name="T10" fmla="*/ 0 w 116"/>
                <a:gd name="T11" fmla="*/ 166 h 166"/>
                <a:gd name="T12" fmla="*/ 0 w 116"/>
                <a:gd name="T13" fmla="*/ 166 h 166"/>
                <a:gd name="T14" fmla="*/ 0 w 116"/>
                <a:gd name="T15" fmla="*/ 166 h 166"/>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16" h="166">
                  <a:moveTo>
                    <a:pt x="0" y="166"/>
                  </a:moveTo>
                  <a:lnTo>
                    <a:pt x="80" y="83"/>
                  </a:lnTo>
                  <a:lnTo>
                    <a:pt x="0" y="0"/>
                  </a:lnTo>
                  <a:lnTo>
                    <a:pt x="116" y="0"/>
                  </a:lnTo>
                  <a:lnTo>
                    <a:pt x="116" y="166"/>
                  </a:lnTo>
                  <a:lnTo>
                    <a:pt x="0" y="166"/>
                  </a:lnTo>
                  <a:lnTo>
                    <a:pt x="0" y="166"/>
                  </a:lnTo>
                  <a:lnTo>
                    <a:pt x="0" y="166"/>
                  </a:lnTo>
                  <a:close/>
                </a:path>
              </a:pathLst>
            </a:custGeom>
            <a:grpFill/>
            <a:ln>
              <a:noFill/>
            </a:ln>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lt1"/>
                </a:solidFill>
              </a:endParaRPr>
            </a:p>
          </p:txBody>
        </p:sp>
      </p:grpSp>
      <p:sp>
        <p:nvSpPr>
          <p:cNvPr id="86" name="Freeform 80"/>
          <p:cNvSpPr>
            <a:spLocks/>
          </p:cNvSpPr>
          <p:nvPr/>
        </p:nvSpPr>
        <p:spPr bwMode="auto">
          <a:xfrm>
            <a:off x="1595459" y="3787080"/>
            <a:ext cx="182560" cy="766750"/>
          </a:xfrm>
          <a:custGeom>
            <a:avLst/>
            <a:gdLst>
              <a:gd name="T0" fmla="*/ 165 w 165"/>
              <a:gd name="T1" fmla="*/ 530 h 693"/>
              <a:gd name="T2" fmla="*/ 0 w 165"/>
              <a:gd name="T3" fmla="*/ 693 h 693"/>
              <a:gd name="T4" fmla="*/ 0 w 165"/>
              <a:gd name="T5" fmla="*/ 163 h 693"/>
              <a:gd name="T6" fmla="*/ 165 w 165"/>
              <a:gd name="T7" fmla="*/ 0 h 693"/>
              <a:gd name="T8" fmla="*/ 165 w 165"/>
              <a:gd name="T9" fmla="*/ 530 h 693"/>
              <a:gd name="T10" fmla="*/ 165 w 165"/>
              <a:gd name="T11" fmla="*/ 530 h 693"/>
              <a:gd name="T12" fmla="*/ 165 w 165"/>
              <a:gd name="T13" fmla="*/ 530 h 693"/>
            </a:gdLst>
            <a:ahLst/>
            <a:cxnLst>
              <a:cxn ang="0">
                <a:pos x="T0" y="T1"/>
              </a:cxn>
              <a:cxn ang="0">
                <a:pos x="T2" y="T3"/>
              </a:cxn>
              <a:cxn ang="0">
                <a:pos x="T4" y="T5"/>
              </a:cxn>
              <a:cxn ang="0">
                <a:pos x="T6" y="T7"/>
              </a:cxn>
              <a:cxn ang="0">
                <a:pos x="T8" y="T9"/>
              </a:cxn>
              <a:cxn ang="0">
                <a:pos x="T10" y="T11"/>
              </a:cxn>
              <a:cxn ang="0">
                <a:pos x="T12" y="T13"/>
              </a:cxn>
            </a:cxnLst>
            <a:rect l="0" t="0" r="r" b="b"/>
            <a:pathLst>
              <a:path w="165" h="693">
                <a:moveTo>
                  <a:pt x="165" y="530"/>
                </a:moveTo>
                <a:lnTo>
                  <a:pt x="0" y="693"/>
                </a:lnTo>
                <a:lnTo>
                  <a:pt x="0" y="163"/>
                </a:lnTo>
                <a:lnTo>
                  <a:pt x="165" y="0"/>
                </a:lnTo>
                <a:lnTo>
                  <a:pt x="165" y="530"/>
                </a:lnTo>
                <a:lnTo>
                  <a:pt x="165" y="530"/>
                </a:lnTo>
                <a:lnTo>
                  <a:pt x="165" y="530"/>
                </a:lnTo>
                <a:close/>
              </a:path>
            </a:pathLst>
          </a:custGeom>
          <a:solidFill>
            <a:schemeClr val="accent1">
              <a:lumMod val="75000"/>
              <a:lumOff val="25000"/>
            </a:schemeClr>
          </a:solidFill>
          <a:ln>
            <a:noFill/>
          </a:ln>
          <a:extLst/>
        </p:spPr>
        <p:txBody>
          <a:bodyPr vert="horz" wrap="square" lIns="68580" tIns="34290" rIns="68580" bIns="34290" numCol="1" anchor="t" anchorCtr="0" compatLnSpc="1">
            <a:prstTxWarp prst="textNoShape">
              <a:avLst/>
            </a:prstTxWarp>
          </a:bodyPr>
          <a:lstStyle/>
          <a:p>
            <a:endParaRPr lang="en-US"/>
          </a:p>
        </p:txBody>
      </p:sp>
      <p:grpSp>
        <p:nvGrpSpPr>
          <p:cNvPr id="87" name="Group 14"/>
          <p:cNvGrpSpPr/>
          <p:nvPr/>
        </p:nvGrpSpPr>
        <p:grpSpPr>
          <a:xfrm>
            <a:off x="1595458" y="3787079"/>
            <a:ext cx="1511372" cy="180347"/>
            <a:chOff x="2127278" y="4619137"/>
            <a:chExt cx="2015162" cy="240462"/>
          </a:xfrm>
          <a:solidFill>
            <a:schemeClr val="tx2">
              <a:lumMod val="75000"/>
            </a:schemeClr>
          </a:solidFill>
        </p:grpSpPr>
        <p:sp>
          <p:nvSpPr>
            <p:cNvPr id="88" name="Freeform 81"/>
            <p:cNvSpPr>
              <a:spLocks/>
            </p:cNvSpPr>
            <p:nvPr/>
          </p:nvSpPr>
          <p:spPr bwMode="auto">
            <a:xfrm>
              <a:off x="2127278" y="4619137"/>
              <a:ext cx="1907469" cy="240462"/>
            </a:xfrm>
            <a:custGeom>
              <a:avLst/>
              <a:gdLst>
                <a:gd name="T0" fmla="*/ 1210 w 1293"/>
                <a:gd name="T1" fmla="*/ 0 h 163"/>
                <a:gd name="T2" fmla="*/ 165 w 1293"/>
                <a:gd name="T3" fmla="*/ 0 h 163"/>
                <a:gd name="T4" fmla="*/ 0 w 1293"/>
                <a:gd name="T5" fmla="*/ 163 h 163"/>
                <a:gd name="T6" fmla="*/ 1210 w 1293"/>
                <a:gd name="T7" fmla="*/ 163 h 163"/>
                <a:gd name="T8" fmla="*/ 1293 w 1293"/>
                <a:gd name="T9" fmla="*/ 80 h 163"/>
                <a:gd name="T10" fmla="*/ 1210 w 1293"/>
                <a:gd name="T11" fmla="*/ 0 h 163"/>
                <a:gd name="T12" fmla="*/ 1210 w 1293"/>
                <a:gd name="T13" fmla="*/ 0 h 163"/>
              </a:gdLst>
              <a:ahLst/>
              <a:cxnLst>
                <a:cxn ang="0">
                  <a:pos x="T0" y="T1"/>
                </a:cxn>
                <a:cxn ang="0">
                  <a:pos x="T2" y="T3"/>
                </a:cxn>
                <a:cxn ang="0">
                  <a:pos x="T4" y="T5"/>
                </a:cxn>
                <a:cxn ang="0">
                  <a:pos x="T6" y="T7"/>
                </a:cxn>
                <a:cxn ang="0">
                  <a:pos x="T8" y="T9"/>
                </a:cxn>
                <a:cxn ang="0">
                  <a:pos x="T10" y="T11"/>
                </a:cxn>
                <a:cxn ang="0">
                  <a:pos x="T12" y="T13"/>
                </a:cxn>
              </a:cxnLst>
              <a:rect l="0" t="0" r="r" b="b"/>
              <a:pathLst>
                <a:path w="1293" h="163">
                  <a:moveTo>
                    <a:pt x="1210" y="0"/>
                  </a:moveTo>
                  <a:lnTo>
                    <a:pt x="165" y="0"/>
                  </a:lnTo>
                  <a:lnTo>
                    <a:pt x="0" y="163"/>
                  </a:lnTo>
                  <a:lnTo>
                    <a:pt x="1210" y="163"/>
                  </a:lnTo>
                  <a:lnTo>
                    <a:pt x="1293" y="80"/>
                  </a:lnTo>
                  <a:lnTo>
                    <a:pt x="1210" y="0"/>
                  </a:lnTo>
                  <a:lnTo>
                    <a:pt x="1210" y="0"/>
                  </a:lnTo>
                  <a:close/>
                </a:path>
              </a:pathLst>
            </a:custGeom>
            <a:grpFill/>
            <a:ln>
              <a:noFill/>
            </a:ln>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lt1"/>
                </a:solidFill>
              </a:endParaRPr>
            </a:p>
          </p:txBody>
        </p:sp>
        <p:sp>
          <p:nvSpPr>
            <p:cNvPr id="89" name="Freeform 82"/>
            <p:cNvSpPr>
              <a:spLocks/>
            </p:cNvSpPr>
            <p:nvPr/>
          </p:nvSpPr>
          <p:spPr bwMode="auto">
            <a:xfrm>
              <a:off x="3968363" y="4619137"/>
              <a:ext cx="174077" cy="240462"/>
            </a:xfrm>
            <a:custGeom>
              <a:avLst/>
              <a:gdLst>
                <a:gd name="T0" fmla="*/ 0 w 118"/>
                <a:gd name="T1" fmla="*/ 163 h 163"/>
                <a:gd name="T2" fmla="*/ 83 w 118"/>
                <a:gd name="T3" fmla="*/ 80 h 163"/>
                <a:gd name="T4" fmla="*/ 0 w 118"/>
                <a:gd name="T5" fmla="*/ 0 h 163"/>
                <a:gd name="T6" fmla="*/ 118 w 118"/>
                <a:gd name="T7" fmla="*/ 0 h 163"/>
                <a:gd name="T8" fmla="*/ 118 w 118"/>
                <a:gd name="T9" fmla="*/ 163 h 163"/>
                <a:gd name="T10" fmla="*/ 0 w 118"/>
                <a:gd name="T11" fmla="*/ 163 h 163"/>
                <a:gd name="T12" fmla="*/ 0 w 118"/>
                <a:gd name="T13" fmla="*/ 163 h 163"/>
                <a:gd name="T14" fmla="*/ 0 w 118"/>
                <a:gd name="T15" fmla="*/ 163 h 163"/>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18" h="163">
                  <a:moveTo>
                    <a:pt x="0" y="163"/>
                  </a:moveTo>
                  <a:lnTo>
                    <a:pt x="83" y="80"/>
                  </a:lnTo>
                  <a:lnTo>
                    <a:pt x="0" y="0"/>
                  </a:lnTo>
                  <a:lnTo>
                    <a:pt x="118" y="0"/>
                  </a:lnTo>
                  <a:lnTo>
                    <a:pt x="118" y="163"/>
                  </a:lnTo>
                  <a:lnTo>
                    <a:pt x="0" y="163"/>
                  </a:lnTo>
                  <a:lnTo>
                    <a:pt x="0" y="163"/>
                  </a:lnTo>
                  <a:lnTo>
                    <a:pt x="0" y="163"/>
                  </a:lnTo>
                  <a:close/>
                </a:path>
              </a:pathLst>
            </a:custGeom>
            <a:grpFill/>
            <a:ln>
              <a:noFill/>
            </a:ln>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lt1"/>
                </a:solidFill>
              </a:endParaRPr>
            </a:p>
          </p:txBody>
        </p:sp>
      </p:grpSp>
      <p:sp>
        <p:nvSpPr>
          <p:cNvPr id="90" name="Freeform 83"/>
          <p:cNvSpPr>
            <a:spLocks/>
          </p:cNvSpPr>
          <p:nvPr/>
        </p:nvSpPr>
        <p:spPr bwMode="auto">
          <a:xfrm>
            <a:off x="3106829" y="3199570"/>
            <a:ext cx="178134" cy="770069"/>
          </a:xfrm>
          <a:custGeom>
            <a:avLst/>
            <a:gdLst>
              <a:gd name="T0" fmla="*/ 161 w 161"/>
              <a:gd name="T1" fmla="*/ 533 h 696"/>
              <a:gd name="T2" fmla="*/ 0 w 161"/>
              <a:gd name="T3" fmla="*/ 696 h 696"/>
              <a:gd name="T4" fmla="*/ 0 w 161"/>
              <a:gd name="T5" fmla="*/ 166 h 696"/>
              <a:gd name="T6" fmla="*/ 161 w 161"/>
              <a:gd name="T7" fmla="*/ 0 h 696"/>
              <a:gd name="T8" fmla="*/ 161 w 161"/>
              <a:gd name="T9" fmla="*/ 533 h 696"/>
              <a:gd name="T10" fmla="*/ 161 w 161"/>
              <a:gd name="T11" fmla="*/ 533 h 696"/>
              <a:gd name="T12" fmla="*/ 161 w 161"/>
              <a:gd name="T13" fmla="*/ 533 h 696"/>
            </a:gdLst>
            <a:ahLst/>
            <a:cxnLst>
              <a:cxn ang="0">
                <a:pos x="T0" y="T1"/>
              </a:cxn>
              <a:cxn ang="0">
                <a:pos x="T2" y="T3"/>
              </a:cxn>
              <a:cxn ang="0">
                <a:pos x="T4" y="T5"/>
              </a:cxn>
              <a:cxn ang="0">
                <a:pos x="T6" y="T7"/>
              </a:cxn>
              <a:cxn ang="0">
                <a:pos x="T8" y="T9"/>
              </a:cxn>
              <a:cxn ang="0">
                <a:pos x="T10" y="T11"/>
              </a:cxn>
              <a:cxn ang="0">
                <a:pos x="T12" y="T13"/>
              </a:cxn>
            </a:cxnLst>
            <a:rect l="0" t="0" r="r" b="b"/>
            <a:pathLst>
              <a:path w="161" h="696">
                <a:moveTo>
                  <a:pt x="161" y="533"/>
                </a:moveTo>
                <a:lnTo>
                  <a:pt x="0" y="696"/>
                </a:lnTo>
                <a:lnTo>
                  <a:pt x="0" y="166"/>
                </a:lnTo>
                <a:lnTo>
                  <a:pt x="161" y="0"/>
                </a:lnTo>
                <a:lnTo>
                  <a:pt x="161" y="533"/>
                </a:lnTo>
                <a:lnTo>
                  <a:pt x="161" y="533"/>
                </a:lnTo>
                <a:lnTo>
                  <a:pt x="161" y="533"/>
                </a:lnTo>
                <a:close/>
              </a:path>
            </a:pathLst>
          </a:custGeom>
          <a:solidFill>
            <a:schemeClr val="accent1">
              <a:lumMod val="75000"/>
              <a:lumOff val="25000"/>
            </a:schemeClr>
          </a:solidFill>
          <a:ln>
            <a:noFill/>
          </a:ln>
          <a:extLst/>
        </p:spPr>
        <p:txBody>
          <a:bodyPr vert="horz" wrap="square" lIns="68580" tIns="34290" rIns="68580" bIns="34290" numCol="1" anchor="t" anchorCtr="0" compatLnSpc="1">
            <a:prstTxWarp prst="textNoShape">
              <a:avLst/>
            </a:prstTxWarp>
          </a:bodyPr>
          <a:lstStyle/>
          <a:p>
            <a:endParaRPr lang="en-US"/>
          </a:p>
        </p:txBody>
      </p:sp>
      <p:grpSp>
        <p:nvGrpSpPr>
          <p:cNvPr id="91" name="Group 18"/>
          <p:cNvGrpSpPr/>
          <p:nvPr/>
        </p:nvGrpSpPr>
        <p:grpSpPr>
          <a:xfrm>
            <a:off x="3104617" y="3199570"/>
            <a:ext cx="1509158" cy="183666"/>
            <a:chOff x="4139489" y="3835791"/>
            <a:chExt cx="2012211" cy="244888"/>
          </a:xfrm>
          <a:solidFill>
            <a:schemeClr val="tx2">
              <a:lumMod val="75000"/>
            </a:schemeClr>
          </a:solidFill>
        </p:grpSpPr>
        <p:sp>
          <p:nvSpPr>
            <p:cNvPr id="92" name="Freeform 84"/>
            <p:cNvSpPr>
              <a:spLocks/>
            </p:cNvSpPr>
            <p:nvPr/>
          </p:nvSpPr>
          <p:spPr bwMode="auto">
            <a:xfrm>
              <a:off x="4139489" y="3835791"/>
              <a:ext cx="1904519" cy="244888"/>
            </a:xfrm>
            <a:custGeom>
              <a:avLst/>
              <a:gdLst>
                <a:gd name="T0" fmla="*/ 1208 w 1291"/>
                <a:gd name="T1" fmla="*/ 0 h 166"/>
                <a:gd name="T2" fmla="*/ 163 w 1291"/>
                <a:gd name="T3" fmla="*/ 0 h 166"/>
                <a:gd name="T4" fmla="*/ 0 w 1291"/>
                <a:gd name="T5" fmla="*/ 166 h 166"/>
                <a:gd name="T6" fmla="*/ 1208 w 1291"/>
                <a:gd name="T7" fmla="*/ 166 h 166"/>
                <a:gd name="T8" fmla="*/ 1291 w 1291"/>
                <a:gd name="T9" fmla="*/ 83 h 166"/>
                <a:gd name="T10" fmla="*/ 1208 w 1291"/>
                <a:gd name="T11" fmla="*/ 0 h 166"/>
                <a:gd name="T12" fmla="*/ 1208 w 1291"/>
                <a:gd name="T13" fmla="*/ 0 h 166"/>
              </a:gdLst>
              <a:ahLst/>
              <a:cxnLst>
                <a:cxn ang="0">
                  <a:pos x="T0" y="T1"/>
                </a:cxn>
                <a:cxn ang="0">
                  <a:pos x="T2" y="T3"/>
                </a:cxn>
                <a:cxn ang="0">
                  <a:pos x="T4" y="T5"/>
                </a:cxn>
                <a:cxn ang="0">
                  <a:pos x="T6" y="T7"/>
                </a:cxn>
                <a:cxn ang="0">
                  <a:pos x="T8" y="T9"/>
                </a:cxn>
                <a:cxn ang="0">
                  <a:pos x="T10" y="T11"/>
                </a:cxn>
                <a:cxn ang="0">
                  <a:pos x="T12" y="T13"/>
                </a:cxn>
              </a:cxnLst>
              <a:rect l="0" t="0" r="r" b="b"/>
              <a:pathLst>
                <a:path w="1291" h="166">
                  <a:moveTo>
                    <a:pt x="1208" y="0"/>
                  </a:moveTo>
                  <a:lnTo>
                    <a:pt x="163" y="0"/>
                  </a:lnTo>
                  <a:lnTo>
                    <a:pt x="0" y="166"/>
                  </a:lnTo>
                  <a:lnTo>
                    <a:pt x="1208" y="166"/>
                  </a:lnTo>
                  <a:lnTo>
                    <a:pt x="1291" y="83"/>
                  </a:lnTo>
                  <a:lnTo>
                    <a:pt x="1208" y="0"/>
                  </a:lnTo>
                  <a:lnTo>
                    <a:pt x="1208" y="0"/>
                  </a:lnTo>
                  <a:close/>
                </a:path>
              </a:pathLst>
            </a:custGeom>
            <a:grpFill/>
            <a:ln>
              <a:noFill/>
            </a:ln>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lt1"/>
                </a:solidFill>
              </a:endParaRPr>
            </a:p>
          </p:txBody>
        </p:sp>
        <p:sp>
          <p:nvSpPr>
            <p:cNvPr id="93" name="Freeform 85"/>
            <p:cNvSpPr>
              <a:spLocks/>
            </p:cNvSpPr>
            <p:nvPr/>
          </p:nvSpPr>
          <p:spPr bwMode="auto">
            <a:xfrm>
              <a:off x="5977623" y="3835791"/>
              <a:ext cx="174077" cy="244888"/>
            </a:xfrm>
            <a:custGeom>
              <a:avLst/>
              <a:gdLst>
                <a:gd name="T0" fmla="*/ 0 w 118"/>
                <a:gd name="T1" fmla="*/ 166 h 166"/>
                <a:gd name="T2" fmla="*/ 83 w 118"/>
                <a:gd name="T3" fmla="*/ 83 h 166"/>
                <a:gd name="T4" fmla="*/ 0 w 118"/>
                <a:gd name="T5" fmla="*/ 0 h 166"/>
                <a:gd name="T6" fmla="*/ 118 w 118"/>
                <a:gd name="T7" fmla="*/ 0 h 166"/>
                <a:gd name="T8" fmla="*/ 118 w 118"/>
                <a:gd name="T9" fmla="*/ 166 h 166"/>
                <a:gd name="T10" fmla="*/ 0 w 118"/>
                <a:gd name="T11" fmla="*/ 166 h 166"/>
                <a:gd name="T12" fmla="*/ 0 w 118"/>
                <a:gd name="T13" fmla="*/ 166 h 166"/>
                <a:gd name="T14" fmla="*/ 0 w 118"/>
                <a:gd name="T15" fmla="*/ 166 h 166"/>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18" h="166">
                  <a:moveTo>
                    <a:pt x="0" y="166"/>
                  </a:moveTo>
                  <a:lnTo>
                    <a:pt x="83" y="83"/>
                  </a:lnTo>
                  <a:lnTo>
                    <a:pt x="0" y="0"/>
                  </a:lnTo>
                  <a:lnTo>
                    <a:pt x="118" y="0"/>
                  </a:lnTo>
                  <a:lnTo>
                    <a:pt x="118" y="166"/>
                  </a:lnTo>
                  <a:lnTo>
                    <a:pt x="0" y="166"/>
                  </a:lnTo>
                  <a:lnTo>
                    <a:pt x="0" y="166"/>
                  </a:lnTo>
                  <a:lnTo>
                    <a:pt x="0" y="166"/>
                  </a:lnTo>
                  <a:close/>
                </a:path>
              </a:pathLst>
            </a:custGeom>
            <a:grpFill/>
            <a:ln>
              <a:noFill/>
            </a:ln>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lt1"/>
                </a:solidFill>
              </a:endParaRPr>
            </a:p>
          </p:txBody>
        </p:sp>
      </p:grpSp>
      <p:sp>
        <p:nvSpPr>
          <p:cNvPr id="94" name="Freeform 86"/>
          <p:cNvSpPr>
            <a:spLocks/>
          </p:cNvSpPr>
          <p:nvPr/>
        </p:nvSpPr>
        <p:spPr bwMode="auto">
          <a:xfrm>
            <a:off x="4613775" y="2615380"/>
            <a:ext cx="180347" cy="770069"/>
          </a:xfrm>
          <a:custGeom>
            <a:avLst/>
            <a:gdLst>
              <a:gd name="T0" fmla="*/ 163 w 163"/>
              <a:gd name="T1" fmla="*/ 533 h 696"/>
              <a:gd name="T2" fmla="*/ 0 w 163"/>
              <a:gd name="T3" fmla="*/ 696 h 696"/>
              <a:gd name="T4" fmla="*/ 0 w 163"/>
              <a:gd name="T5" fmla="*/ 166 h 696"/>
              <a:gd name="T6" fmla="*/ 163 w 163"/>
              <a:gd name="T7" fmla="*/ 0 h 696"/>
              <a:gd name="T8" fmla="*/ 163 w 163"/>
              <a:gd name="T9" fmla="*/ 533 h 696"/>
              <a:gd name="T10" fmla="*/ 163 w 163"/>
              <a:gd name="T11" fmla="*/ 533 h 696"/>
              <a:gd name="T12" fmla="*/ 163 w 163"/>
              <a:gd name="T13" fmla="*/ 533 h 696"/>
            </a:gdLst>
            <a:ahLst/>
            <a:cxnLst>
              <a:cxn ang="0">
                <a:pos x="T0" y="T1"/>
              </a:cxn>
              <a:cxn ang="0">
                <a:pos x="T2" y="T3"/>
              </a:cxn>
              <a:cxn ang="0">
                <a:pos x="T4" y="T5"/>
              </a:cxn>
              <a:cxn ang="0">
                <a:pos x="T6" y="T7"/>
              </a:cxn>
              <a:cxn ang="0">
                <a:pos x="T8" y="T9"/>
              </a:cxn>
              <a:cxn ang="0">
                <a:pos x="T10" y="T11"/>
              </a:cxn>
              <a:cxn ang="0">
                <a:pos x="T12" y="T13"/>
              </a:cxn>
            </a:cxnLst>
            <a:rect l="0" t="0" r="r" b="b"/>
            <a:pathLst>
              <a:path w="163" h="696">
                <a:moveTo>
                  <a:pt x="163" y="533"/>
                </a:moveTo>
                <a:lnTo>
                  <a:pt x="0" y="696"/>
                </a:lnTo>
                <a:lnTo>
                  <a:pt x="0" y="166"/>
                </a:lnTo>
                <a:lnTo>
                  <a:pt x="163" y="0"/>
                </a:lnTo>
                <a:lnTo>
                  <a:pt x="163" y="533"/>
                </a:lnTo>
                <a:lnTo>
                  <a:pt x="163" y="533"/>
                </a:lnTo>
                <a:lnTo>
                  <a:pt x="163" y="533"/>
                </a:lnTo>
                <a:close/>
              </a:path>
            </a:pathLst>
          </a:custGeom>
          <a:solidFill>
            <a:schemeClr val="accent1">
              <a:lumMod val="75000"/>
              <a:lumOff val="25000"/>
            </a:schemeClr>
          </a:solidFill>
          <a:ln>
            <a:noFill/>
          </a:ln>
          <a:extLst/>
        </p:spPr>
        <p:txBody>
          <a:bodyPr vert="horz" wrap="square" lIns="68580" tIns="34290" rIns="68580" bIns="34290" numCol="1" anchor="t" anchorCtr="0" compatLnSpc="1">
            <a:prstTxWarp prst="textNoShape">
              <a:avLst/>
            </a:prstTxWarp>
          </a:bodyPr>
          <a:lstStyle/>
          <a:p>
            <a:endParaRPr lang="en-US"/>
          </a:p>
        </p:txBody>
      </p:sp>
      <p:grpSp>
        <p:nvGrpSpPr>
          <p:cNvPr id="95" name="Group 22"/>
          <p:cNvGrpSpPr/>
          <p:nvPr/>
        </p:nvGrpSpPr>
        <p:grpSpPr>
          <a:xfrm>
            <a:off x="4613775" y="2615380"/>
            <a:ext cx="1509158" cy="181453"/>
            <a:chOff x="6151700" y="3056871"/>
            <a:chExt cx="2012210" cy="241937"/>
          </a:xfrm>
          <a:solidFill>
            <a:schemeClr val="tx2">
              <a:lumMod val="75000"/>
            </a:schemeClr>
          </a:solidFill>
        </p:grpSpPr>
        <p:sp>
          <p:nvSpPr>
            <p:cNvPr id="96" name="Freeform 87"/>
            <p:cNvSpPr>
              <a:spLocks/>
            </p:cNvSpPr>
            <p:nvPr/>
          </p:nvSpPr>
          <p:spPr bwMode="auto">
            <a:xfrm>
              <a:off x="6151700" y="3056871"/>
              <a:ext cx="1904519" cy="241937"/>
            </a:xfrm>
            <a:custGeom>
              <a:avLst/>
              <a:gdLst>
                <a:gd name="T0" fmla="*/ 1208 w 1291"/>
                <a:gd name="T1" fmla="*/ 0 h 164"/>
                <a:gd name="T2" fmla="*/ 163 w 1291"/>
                <a:gd name="T3" fmla="*/ 0 h 164"/>
                <a:gd name="T4" fmla="*/ 0 w 1291"/>
                <a:gd name="T5" fmla="*/ 164 h 164"/>
                <a:gd name="T6" fmla="*/ 1208 w 1291"/>
                <a:gd name="T7" fmla="*/ 164 h 164"/>
                <a:gd name="T8" fmla="*/ 1291 w 1291"/>
                <a:gd name="T9" fmla="*/ 83 h 164"/>
                <a:gd name="T10" fmla="*/ 1208 w 1291"/>
                <a:gd name="T11" fmla="*/ 0 h 164"/>
                <a:gd name="T12" fmla="*/ 1208 w 1291"/>
                <a:gd name="T13" fmla="*/ 0 h 164"/>
              </a:gdLst>
              <a:ahLst/>
              <a:cxnLst>
                <a:cxn ang="0">
                  <a:pos x="T0" y="T1"/>
                </a:cxn>
                <a:cxn ang="0">
                  <a:pos x="T2" y="T3"/>
                </a:cxn>
                <a:cxn ang="0">
                  <a:pos x="T4" y="T5"/>
                </a:cxn>
                <a:cxn ang="0">
                  <a:pos x="T6" y="T7"/>
                </a:cxn>
                <a:cxn ang="0">
                  <a:pos x="T8" y="T9"/>
                </a:cxn>
                <a:cxn ang="0">
                  <a:pos x="T10" y="T11"/>
                </a:cxn>
                <a:cxn ang="0">
                  <a:pos x="T12" y="T13"/>
                </a:cxn>
              </a:cxnLst>
              <a:rect l="0" t="0" r="r" b="b"/>
              <a:pathLst>
                <a:path w="1291" h="164">
                  <a:moveTo>
                    <a:pt x="1208" y="0"/>
                  </a:moveTo>
                  <a:lnTo>
                    <a:pt x="163" y="0"/>
                  </a:lnTo>
                  <a:lnTo>
                    <a:pt x="0" y="164"/>
                  </a:lnTo>
                  <a:lnTo>
                    <a:pt x="1208" y="164"/>
                  </a:lnTo>
                  <a:lnTo>
                    <a:pt x="1291" y="83"/>
                  </a:lnTo>
                  <a:lnTo>
                    <a:pt x="1208" y="0"/>
                  </a:lnTo>
                  <a:lnTo>
                    <a:pt x="1208" y="0"/>
                  </a:lnTo>
                  <a:close/>
                </a:path>
              </a:pathLst>
            </a:custGeom>
            <a:grpFill/>
            <a:ln>
              <a:noFill/>
            </a:ln>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lt1"/>
                </a:solidFill>
              </a:endParaRPr>
            </a:p>
          </p:txBody>
        </p:sp>
        <p:sp>
          <p:nvSpPr>
            <p:cNvPr id="97" name="Freeform 88"/>
            <p:cNvSpPr>
              <a:spLocks/>
            </p:cNvSpPr>
            <p:nvPr/>
          </p:nvSpPr>
          <p:spPr bwMode="auto">
            <a:xfrm>
              <a:off x="7989833" y="3056871"/>
              <a:ext cx="174077" cy="241937"/>
            </a:xfrm>
            <a:custGeom>
              <a:avLst/>
              <a:gdLst>
                <a:gd name="T0" fmla="*/ 0 w 118"/>
                <a:gd name="T1" fmla="*/ 164 h 164"/>
                <a:gd name="T2" fmla="*/ 83 w 118"/>
                <a:gd name="T3" fmla="*/ 83 h 164"/>
                <a:gd name="T4" fmla="*/ 0 w 118"/>
                <a:gd name="T5" fmla="*/ 0 h 164"/>
                <a:gd name="T6" fmla="*/ 118 w 118"/>
                <a:gd name="T7" fmla="*/ 0 h 164"/>
                <a:gd name="T8" fmla="*/ 118 w 118"/>
                <a:gd name="T9" fmla="*/ 164 h 164"/>
                <a:gd name="T10" fmla="*/ 0 w 118"/>
                <a:gd name="T11" fmla="*/ 164 h 164"/>
                <a:gd name="T12" fmla="*/ 0 w 118"/>
                <a:gd name="T13" fmla="*/ 164 h 164"/>
                <a:gd name="T14" fmla="*/ 0 w 118"/>
                <a:gd name="T15" fmla="*/ 164 h 164"/>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18" h="164">
                  <a:moveTo>
                    <a:pt x="0" y="164"/>
                  </a:moveTo>
                  <a:lnTo>
                    <a:pt x="83" y="83"/>
                  </a:lnTo>
                  <a:lnTo>
                    <a:pt x="0" y="0"/>
                  </a:lnTo>
                  <a:lnTo>
                    <a:pt x="118" y="0"/>
                  </a:lnTo>
                  <a:lnTo>
                    <a:pt x="118" y="164"/>
                  </a:lnTo>
                  <a:lnTo>
                    <a:pt x="0" y="164"/>
                  </a:lnTo>
                  <a:lnTo>
                    <a:pt x="0" y="164"/>
                  </a:lnTo>
                  <a:lnTo>
                    <a:pt x="0" y="164"/>
                  </a:lnTo>
                  <a:close/>
                </a:path>
              </a:pathLst>
            </a:custGeom>
            <a:grpFill/>
            <a:ln>
              <a:noFill/>
            </a:ln>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lt1"/>
                </a:solidFill>
              </a:endParaRPr>
            </a:p>
          </p:txBody>
        </p:sp>
      </p:grpSp>
      <p:sp>
        <p:nvSpPr>
          <p:cNvPr id="98" name="Freeform 89"/>
          <p:cNvSpPr>
            <a:spLocks/>
          </p:cNvSpPr>
          <p:nvPr/>
        </p:nvSpPr>
        <p:spPr bwMode="auto">
          <a:xfrm>
            <a:off x="6122932" y="2031190"/>
            <a:ext cx="180347" cy="770069"/>
          </a:xfrm>
          <a:custGeom>
            <a:avLst/>
            <a:gdLst>
              <a:gd name="T0" fmla="*/ 163 w 163"/>
              <a:gd name="T1" fmla="*/ 533 h 696"/>
              <a:gd name="T2" fmla="*/ 0 w 163"/>
              <a:gd name="T3" fmla="*/ 696 h 696"/>
              <a:gd name="T4" fmla="*/ 0 w 163"/>
              <a:gd name="T5" fmla="*/ 164 h 696"/>
              <a:gd name="T6" fmla="*/ 163 w 163"/>
              <a:gd name="T7" fmla="*/ 0 h 696"/>
              <a:gd name="T8" fmla="*/ 163 w 163"/>
              <a:gd name="T9" fmla="*/ 533 h 696"/>
              <a:gd name="T10" fmla="*/ 163 w 163"/>
              <a:gd name="T11" fmla="*/ 533 h 696"/>
              <a:gd name="T12" fmla="*/ 163 w 163"/>
              <a:gd name="T13" fmla="*/ 533 h 696"/>
            </a:gdLst>
            <a:ahLst/>
            <a:cxnLst>
              <a:cxn ang="0">
                <a:pos x="T0" y="T1"/>
              </a:cxn>
              <a:cxn ang="0">
                <a:pos x="T2" y="T3"/>
              </a:cxn>
              <a:cxn ang="0">
                <a:pos x="T4" y="T5"/>
              </a:cxn>
              <a:cxn ang="0">
                <a:pos x="T6" y="T7"/>
              </a:cxn>
              <a:cxn ang="0">
                <a:pos x="T8" y="T9"/>
              </a:cxn>
              <a:cxn ang="0">
                <a:pos x="T10" y="T11"/>
              </a:cxn>
              <a:cxn ang="0">
                <a:pos x="T12" y="T13"/>
              </a:cxn>
            </a:cxnLst>
            <a:rect l="0" t="0" r="r" b="b"/>
            <a:pathLst>
              <a:path w="163" h="696">
                <a:moveTo>
                  <a:pt x="163" y="533"/>
                </a:moveTo>
                <a:lnTo>
                  <a:pt x="0" y="696"/>
                </a:lnTo>
                <a:lnTo>
                  <a:pt x="0" y="164"/>
                </a:lnTo>
                <a:lnTo>
                  <a:pt x="163" y="0"/>
                </a:lnTo>
                <a:lnTo>
                  <a:pt x="163" y="533"/>
                </a:lnTo>
                <a:lnTo>
                  <a:pt x="163" y="533"/>
                </a:lnTo>
                <a:lnTo>
                  <a:pt x="163" y="533"/>
                </a:lnTo>
                <a:close/>
              </a:path>
            </a:pathLst>
          </a:custGeom>
          <a:solidFill>
            <a:schemeClr val="accent1">
              <a:lumMod val="75000"/>
              <a:lumOff val="25000"/>
            </a:schemeClr>
          </a:solidFill>
          <a:ln>
            <a:noFill/>
          </a:ln>
          <a:extLst/>
        </p:spPr>
        <p:txBody>
          <a:bodyPr vert="horz" wrap="square" lIns="68580" tIns="34290" rIns="68580" bIns="34290" numCol="1" anchor="t" anchorCtr="0" compatLnSpc="1">
            <a:prstTxWarp prst="textNoShape">
              <a:avLst/>
            </a:prstTxWarp>
          </a:bodyPr>
          <a:lstStyle/>
          <a:p>
            <a:endParaRPr lang="en-US"/>
          </a:p>
        </p:txBody>
      </p:sp>
      <p:grpSp>
        <p:nvGrpSpPr>
          <p:cNvPr id="99" name="Group 26"/>
          <p:cNvGrpSpPr/>
          <p:nvPr/>
        </p:nvGrpSpPr>
        <p:grpSpPr>
          <a:xfrm>
            <a:off x="6122933" y="2031189"/>
            <a:ext cx="1509158" cy="181453"/>
            <a:chOff x="8163910" y="2277950"/>
            <a:chExt cx="2012211" cy="241937"/>
          </a:xfrm>
          <a:solidFill>
            <a:schemeClr val="tx2">
              <a:lumMod val="75000"/>
            </a:schemeClr>
          </a:solidFill>
        </p:grpSpPr>
        <p:sp>
          <p:nvSpPr>
            <p:cNvPr id="100" name="Freeform 90"/>
            <p:cNvSpPr>
              <a:spLocks/>
            </p:cNvSpPr>
            <p:nvPr/>
          </p:nvSpPr>
          <p:spPr bwMode="auto">
            <a:xfrm>
              <a:off x="8163910" y="2277950"/>
              <a:ext cx="1904519" cy="241937"/>
            </a:xfrm>
            <a:custGeom>
              <a:avLst/>
              <a:gdLst>
                <a:gd name="T0" fmla="*/ 1208 w 1291"/>
                <a:gd name="T1" fmla="*/ 0 h 164"/>
                <a:gd name="T2" fmla="*/ 163 w 1291"/>
                <a:gd name="T3" fmla="*/ 0 h 164"/>
                <a:gd name="T4" fmla="*/ 0 w 1291"/>
                <a:gd name="T5" fmla="*/ 164 h 164"/>
                <a:gd name="T6" fmla="*/ 1208 w 1291"/>
                <a:gd name="T7" fmla="*/ 164 h 164"/>
                <a:gd name="T8" fmla="*/ 1291 w 1291"/>
                <a:gd name="T9" fmla="*/ 83 h 164"/>
                <a:gd name="T10" fmla="*/ 1208 w 1291"/>
                <a:gd name="T11" fmla="*/ 0 h 164"/>
                <a:gd name="T12" fmla="*/ 1208 w 1291"/>
                <a:gd name="T13" fmla="*/ 0 h 164"/>
              </a:gdLst>
              <a:ahLst/>
              <a:cxnLst>
                <a:cxn ang="0">
                  <a:pos x="T0" y="T1"/>
                </a:cxn>
                <a:cxn ang="0">
                  <a:pos x="T2" y="T3"/>
                </a:cxn>
                <a:cxn ang="0">
                  <a:pos x="T4" y="T5"/>
                </a:cxn>
                <a:cxn ang="0">
                  <a:pos x="T6" y="T7"/>
                </a:cxn>
                <a:cxn ang="0">
                  <a:pos x="T8" y="T9"/>
                </a:cxn>
                <a:cxn ang="0">
                  <a:pos x="T10" y="T11"/>
                </a:cxn>
                <a:cxn ang="0">
                  <a:pos x="T12" y="T13"/>
                </a:cxn>
              </a:cxnLst>
              <a:rect l="0" t="0" r="r" b="b"/>
              <a:pathLst>
                <a:path w="1291" h="164">
                  <a:moveTo>
                    <a:pt x="1208" y="0"/>
                  </a:moveTo>
                  <a:lnTo>
                    <a:pt x="163" y="0"/>
                  </a:lnTo>
                  <a:lnTo>
                    <a:pt x="0" y="164"/>
                  </a:lnTo>
                  <a:lnTo>
                    <a:pt x="1208" y="164"/>
                  </a:lnTo>
                  <a:lnTo>
                    <a:pt x="1291" y="83"/>
                  </a:lnTo>
                  <a:lnTo>
                    <a:pt x="1208" y="0"/>
                  </a:lnTo>
                  <a:lnTo>
                    <a:pt x="1208" y="0"/>
                  </a:lnTo>
                  <a:close/>
                </a:path>
              </a:pathLst>
            </a:custGeom>
            <a:grpFill/>
            <a:ln>
              <a:noFill/>
            </a:ln>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lt1"/>
                </a:solidFill>
              </a:endParaRPr>
            </a:p>
          </p:txBody>
        </p:sp>
        <p:sp>
          <p:nvSpPr>
            <p:cNvPr id="101" name="Freeform 91"/>
            <p:cNvSpPr>
              <a:spLocks/>
            </p:cNvSpPr>
            <p:nvPr/>
          </p:nvSpPr>
          <p:spPr bwMode="auto">
            <a:xfrm>
              <a:off x="10002044" y="2277950"/>
              <a:ext cx="174077" cy="241937"/>
            </a:xfrm>
            <a:custGeom>
              <a:avLst/>
              <a:gdLst>
                <a:gd name="T0" fmla="*/ 0 w 118"/>
                <a:gd name="T1" fmla="*/ 164 h 164"/>
                <a:gd name="T2" fmla="*/ 83 w 118"/>
                <a:gd name="T3" fmla="*/ 83 h 164"/>
                <a:gd name="T4" fmla="*/ 0 w 118"/>
                <a:gd name="T5" fmla="*/ 0 h 164"/>
                <a:gd name="T6" fmla="*/ 118 w 118"/>
                <a:gd name="T7" fmla="*/ 0 h 164"/>
                <a:gd name="T8" fmla="*/ 118 w 118"/>
                <a:gd name="T9" fmla="*/ 164 h 164"/>
                <a:gd name="T10" fmla="*/ 0 w 118"/>
                <a:gd name="T11" fmla="*/ 164 h 164"/>
                <a:gd name="T12" fmla="*/ 0 w 118"/>
                <a:gd name="T13" fmla="*/ 164 h 164"/>
                <a:gd name="T14" fmla="*/ 0 w 118"/>
                <a:gd name="T15" fmla="*/ 164 h 164"/>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18" h="164">
                  <a:moveTo>
                    <a:pt x="0" y="164"/>
                  </a:moveTo>
                  <a:lnTo>
                    <a:pt x="83" y="83"/>
                  </a:lnTo>
                  <a:lnTo>
                    <a:pt x="0" y="0"/>
                  </a:lnTo>
                  <a:lnTo>
                    <a:pt x="118" y="0"/>
                  </a:lnTo>
                  <a:lnTo>
                    <a:pt x="118" y="164"/>
                  </a:lnTo>
                  <a:lnTo>
                    <a:pt x="0" y="164"/>
                  </a:lnTo>
                  <a:lnTo>
                    <a:pt x="0" y="164"/>
                  </a:lnTo>
                  <a:lnTo>
                    <a:pt x="0" y="164"/>
                  </a:lnTo>
                  <a:close/>
                </a:path>
              </a:pathLst>
            </a:custGeom>
            <a:grpFill/>
            <a:ln>
              <a:noFill/>
            </a:ln>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lt1"/>
                </a:solidFill>
              </a:endParaRPr>
            </a:p>
          </p:txBody>
        </p:sp>
      </p:grpSp>
      <p:sp>
        <p:nvSpPr>
          <p:cNvPr id="102" name="Freeform 92"/>
          <p:cNvSpPr>
            <a:spLocks/>
          </p:cNvSpPr>
          <p:nvPr/>
        </p:nvSpPr>
        <p:spPr bwMode="auto">
          <a:xfrm>
            <a:off x="7632091" y="1441467"/>
            <a:ext cx="181453" cy="771176"/>
          </a:xfrm>
          <a:custGeom>
            <a:avLst/>
            <a:gdLst>
              <a:gd name="T0" fmla="*/ 164 w 164"/>
              <a:gd name="T1" fmla="*/ 533 h 697"/>
              <a:gd name="T2" fmla="*/ 0 w 164"/>
              <a:gd name="T3" fmla="*/ 697 h 697"/>
              <a:gd name="T4" fmla="*/ 0 w 164"/>
              <a:gd name="T5" fmla="*/ 166 h 697"/>
              <a:gd name="T6" fmla="*/ 164 w 164"/>
              <a:gd name="T7" fmla="*/ 0 h 697"/>
              <a:gd name="T8" fmla="*/ 164 w 164"/>
              <a:gd name="T9" fmla="*/ 533 h 697"/>
              <a:gd name="T10" fmla="*/ 164 w 164"/>
              <a:gd name="T11" fmla="*/ 533 h 697"/>
              <a:gd name="T12" fmla="*/ 164 w 164"/>
              <a:gd name="T13" fmla="*/ 533 h 697"/>
            </a:gdLst>
            <a:ahLst/>
            <a:cxnLst>
              <a:cxn ang="0">
                <a:pos x="T0" y="T1"/>
              </a:cxn>
              <a:cxn ang="0">
                <a:pos x="T2" y="T3"/>
              </a:cxn>
              <a:cxn ang="0">
                <a:pos x="T4" y="T5"/>
              </a:cxn>
              <a:cxn ang="0">
                <a:pos x="T6" y="T7"/>
              </a:cxn>
              <a:cxn ang="0">
                <a:pos x="T8" y="T9"/>
              </a:cxn>
              <a:cxn ang="0">
                <a:pos x="T10" y="T11"/>
              </a:cxn>
              <a:cxn ang="0">
                <a:pos x="T12" y="T13"/>
              </a:cxn>
            </a:cxnLst>
            <a:rect l="0" t="0" r="r" b="b"/>
            <a:pathLst>
              <a:path w="164" h="697">
                <a:moveTo>
                  <a:pt x="164" y="533"/>
                </a:moveTo>
                <a:lnTo>
                  <a:pt x="0" y="697"/>
                </a:lnTo>
                <a:lnTo>
                  <a:pt x="0" y="166"/>
                </a:lnTo>
                <a:lnTo>
                  <a:pt x="164" y="0"/>
                </a:lnTo>
                <a:lnTo>
                  <a:pt x="164" y="533"/>
                </a:lnTo>
                <a:lnTo>
                  <a:pt x="164" y="533"/>
                </a:lnTo>
                <a:lnTo>
                  <a:pt x="164" y="533"/>
                </a:lnTo>
                <a:close/>
              </a:path>
            </a:pathLst>
          </a:custGeom>
          <a:solidFill>
            <a:schemeClr val="accent1">
              <a:lumMod val="75000"/>
              <a:lumOff val="25000"/>
            </a:schemeClr>
          </a:solidFill>
          <a:ln>
            <a:noFill/>
          </a:ln>
          <a:extLst/>
        </p:spPr>
        <p:txBody>
          <a:bodyPr vert="horz" wrap="square" lIns="68580" tIns="34290" rIns="68580" bIns="34290" numCol="1" anchor="t" anchorCtr="0" compatLnSpc="1">
            <a:prstTxWarp prst="textNoShape">
              <a:avLst/>
            </a:prstTxWarp>
          </a:bodyPr>
          <a:lstStyle/>
          <a:p>
            <a:endParaRPr lang="en-US"/>
          </a:p>
        </p:txBody>
      </p:sp>
      <p:sp>
        <p:nvSpPr>
          <p:cNvPr id="103" name="Freeform 93"/>
          <p:cNvSpPr>
            <a:spLocks/>
          </p:cNvSpPr>
          <p:nvPr/>
        </p:nvSpPr>
        <p:spPr bwMode="auto">
          <a:xfrm>
            <a:off x="7632091" y="1441467"/>
            <a:ext cx="1512477" cy="183666"/>
          </a:xfrm>
          <a:custGeom>
            <a:avLst/>
            <a:gdLst>
              <a:gd name="T0" fmla="*/ 1367 w 1367"/>
              <a:gd name="T1" fmla="*/ 0 h 166"/>
              <a:gd name="T2" fmla="*/ 164 w 1367"/>
              <a:gd name="T3" fmla="*/ 0 h 166"/>
              <a:gd name="T4" fmla="*/ 0 w 1367"/>
              <a:gd name="T5" fmla="*/ 166 h 166"/>
              <a:gd name="T6" fmla="*/ 1367 w 1367"/>
              <a:gd name="T7" fmla="*/ 166 h 166"/>
              <a:gd name="T8" fmla="*/ 1367 w 1367"/>
              <a:gd name="T9" fmla="*/ 0 h 166"/>
            </a:gdLst>
            <a:ahLst/>
            <a:cxnLst>
              <a:cxn ang="0">
                <a:pos x="T0" y="T1"/>
              </a:cxn>
              <a:cxn ang="0">
                <a:pos x="T2" y="T3"/>
              </a:cxn>
              <a:cxn ang="0">
                <a:pos x="T4" y="T5"/>
              </a:cxn>
              <a:cxn ang="0">
                <a:pos x="T6" y="T7"/>
              </a:cxn>
              <a:cxn ang="0">
                <a:pos x="T8" y="T9"/>
              </a:cxn>
            </a:cxnLst>
            <a:rect l="0" t="0" r="r" b="b"/>
            <a:pathLst>
              <a:path w="1367" h="166">
                <a:moveTo>
                  <a:pt x="1367" y="0"/>
                </a:moveTo>
                <a:lnTo>
                  <a:pt x="164" y="0"/>
                </a:lnTo>
                <a:lnTo>
                  <a:pt x="0" y="166"/>
                </a:lnTo>
                <a:lnTo>
                  <a:pt x="1367" y="166"/>
                </a:lnTo>
                <a:lnTo>
                  <a:pt x="1367" y="0"/>
                </a:lnTo>
                <a:close/>
              </a:path>
            </a:pathLst>
          </a:custGeom>
          <a:solidFill>
            <a:schemeClr val="tx2">
              <a:lumMod val="75000"/>
            </a:schemeClr>
          </a:solidFill>
          <a:ln>
            <a:noFill/>
          </a:ln>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US">
              <a:solidFill>
                <a:schemeClr val="lt1"/>
              </a:solidFill>
            </a:endParaRPr>
          </a:p>
        </p:txBody>
      </p:sp>
      <p:sp>
        <p:nvSpPr>
          <p:cNvPr id="112" name="1"/>
          <p:cNvSpPr txBox="1">
            <a:spLocks noChangeArrowheads="1"/>
          </p:cNvSpPr>
          <p:nvPr/>
        </p:nvSpPr>
        <p:spPr bwMode="auto">
          <a:xfrm>
            <a:off x="1584805" y="1716861"/>
            <a:ext cx="3026951" cy="43088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spAutoFit/>
          </a:bodyPr>
          <a:lstStyle>
            <a:lvl1pPr defTabSz="1216025">
              <a:defRPr>
                <a:solidFill>
                  <a:schemeClr val="tx1"/>
                </a:solidFill>
                <a:latin typeface="Arial" panose="020B0604020202020204" pitchFamily="34" charset="0"/>
                <a:ea typeface="微软雅黑" panose="020B0503020204020204" pitchFamily="34" charset="-122"/>
              </a:defRPr>
            </a:lvl1pPr>
            <a:lvl2pPr marL="742950" indent="-285750" defTabSz="1216025">
              <a:defRPr>
                <a:solidFill>
                  <a:schemeClr val="tx1"/>
                </a:solidFill>
                <a:latin typeface="Arial" panose="020B0604020202020204" pitchFamily="34" charset="0"/>
                <a:ea typeface="微软雅黑" panose="020B0503020204020204" pitchFamily="34" charset="-122"/>
              </a:defRPr>
            </a:lvl2pPr>
            <a:lvl3pPr marL="1143000" indent="-228600" defTabSz="1216025">
              <a:defRPr>
                <a:solidFill>
                  <a:schemeClr val="tx1"/>
                </a:solidFill>
                <a:latin typeface="Arial" panose="020B0604020202020204" pitchFamily="34" charset="0"/>
                <a:ea typeface="微软雅黑" panose="020B0503020204020204" pitchFamily="34" charset="-122"/>
              </a:defRPr>
            </a:lvl3pPr>
            <a:lvl4pPr marL="1600200" indent="-228600" defTabSz="1216025">
              <a:defRPr>
                <a:solidFill>
                  <a:schemeClr val="tx1"/>
                </a:solidFill>
                <a:latin typeface="Arial" panose="020B0604020202020204" pitchFamily="34" charset="0"/>
                <a:ea typeface="微软雅黑" panose="020B0503020204020204" pitchFamily="34" charset="-122"/>
              </a:defRPr>
            </a:lvl4pPr>
            <a:lvl5pPr marL="2057400" indent="-228600" defTabSz="1216025">
              <a:defRPr>
                <a:solidFill>
                  <a:schemeClr val="tx1"/>
                </a:solidFill>
                <a:latin typeface="Arial" panose="020B0604020202020204" pitchFamily="34" charset="0"/>
                <a:ea typeface="微软雅黑" panose="020B0503020204020204" pitchFamily="34" charset="-122"/>
              </a:defRPr>
            </a:lvl5pPr>
            <a:lvl6pPr marL="2514600" indent="-228600" defTabSz="1216025"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微软雅黑" panose="020B0503020204020204" pitchFamily="34" charset="-122"/>
              </a:defRPr>
            </a:lvl6pPr>
            <a:lvl7pPr marL="2971800" indent="-228600" defTabSz="1216025"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微软雅黑" panose="020B0503020204020204" pitchFamily="34" charset="-122"/>
              </a:defRPr>
            </a:lvl7pPr>
            <a:lvl8pPr marL="3429000" indent="-228600" defTabSz="1216025"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微软雅黑" panose="020B0503020204020204" pitchFamily="34" charset="-122"/>
              </a:defRPr>
            </a:lvl8pPr>
            <a:lvl9pPr marL="3886200" indent="-228600" defTabSz="1216025"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微软雅黑" panose="020B0503020204020204" pitchFamily="34" charset="-122"/>
              </a:defRPr>
            </a:lvl9pPr>
          </a:lstStyle>
          <a:p>
            <a:pPr algn="just"/>
            <a:r>
              <a:rPr lang="zh-CN" altLang="zh-CN" sz="1400" dirty="0" smtClean="0">
                <a:latin typeface="+mn-ea"/>
                <a:ea typeface="+mn-ea"/>
              </a:rPr>
              <a:t>一段时间内度频繁变化的节点和长时间保持不变的连边为活跃节点和活跃边。</a:t>
            </a:r>
            <a:endParaRPr lang="zh-CN" altLang="zh-CN" sz="1400" dirty="0">
              <a:solidFill>
                <a:srgbClr val="404040"/>
              </a:solidFill>
              <a:latin typeface="+mn-ea"/>
              <a:ea typeface="+mn-ea"/>
            </a:endParaRPr>
          </a:p>
        </p:txBody>
      </p:sp>
      <p:sp>
        <p:nvSpPr>
          <p:cNvPr id="113" name="1"/>
          <p:cNvSpPr txBox="1">
            <a:spLocks noChangeArrowheads="1"/>
          </p:cNvSpPr>
          <p:nvPr/>
        </p:nvSpPr>
        <p:spPr bwMode="auto">
          <a:xfrm>
            <a:off x="1566375" y="1112959"/>
            <a:ext cx="1564452" cy="586314"/>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68580" tIns="34290" rIns="68580" bIns="34290">
            <a:spAutoFit/>
          </a:bodyPr>
          <a:lstStyle>
            <a:lvl1pPr defTabSz="1216025">
              <a:defRPr>
                <a:solidFill>
                  <a:schemeClr val="tx1"/>
                </a:solidFill>
                <a:latin typeface="Arial" panose="020B0604020202020204" pitchFamily="34" charset="0"/>
                <a:ea typeface="微软雅黑" panose="020B0503020204020204" pitchFamily="34" charset="-122"/>
              </a:defRPr>
            </a:lvl1pPr>
            <a:lvl2pPr marL="742950" indent="-285750" defTabSz="1216025">
              <a:defRPr>
                <a:solidFill>
                  <a:schemeClr val="tx1"/>
                </a:solidFill>
                <a:latin typeface="Arial" panose="020B0604020202020204" pitchFamily="34" charset="0"/>
                <a:ea typeface="微软雅黑" panose="020B0503020204020204" pitchFamily="34" charset="-122"/>
              </a:defRPr>
            </a:lvl2pPr>
            <a:lvl3pPr marL="1143000" indent="-228600" defTabSz="1216025">
              <a:defRPr>
                <a:solidFill>
                  <a:schemeClr val="tx1"/>
                </a:solidFill>
                <a:latin typeface="Arial" panose="020B0604020202020204" pitchFamily="34" charset="0"/>
                <a:ea typeface="微软雅黑" panose="020B0503020204020204" pitchFamily="34" charset="-122"/>
              </a:defRPr>
            </a:lvl3pPr>
            <a:lvl4pPr marL="1600200" indent="-228600" defTabSz="1216025">
              <a:defRPr>
                <a:solidFill>
                  <a:schemeClr val="tx1"/>
                </a:solidFill>
                <a:latin typeface="Arial" panose="020B0604020202020204" pitchFamily="34" charset="0"/>
                <a:ea typeface="微软雅黑" panose="020B0503020204020204" pitchFamily="34" charset="-122"/>
              </a:defRPr>
            </a:lvl4pPr>
            <a:lvl5pPr marL="2057400" indent="-228600" defTabSz="1216025">
              <a:defRPr>
                <a:solidFill>
                  <a:schemeClr val="tx1"/>
                </a:solidFill>
                <a:latin typeface="Arial" panose="020B0604020202020204" pitchFamily="34" charset="0"/>
                <a:ea typeface="微软雅黑" panose="020B0503020204020204" pitchFamily="34" charset="-122"/>
              </a:defRPr>
            </a:lvl5pPr>
            <a:lvl6pPr marL="2514600" indent="-228600" defTabSz="1216025"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微软雅黑" panose="020B0503020204020204" pitchFamily="34" charset="-122"/>
              </a:defRPr>
            </a:lvl6pPr>
            <a:lvl7pPr marL="2971800" indent="-228600" defTabSz="1216025"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微软雅黑" panose="020B0503020204020204" pitchFamily="34" charset="-122"/>
              </a:defRPr>
            </a:lvl7pPr>
            <a:lvl8pPr marL="3429000" indent="-228600" defTabSz="1216025"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微软雅黑" panose="020B0503020204020204" pitchFamily="34" charset="-122"/>
              </a:defRPr>
            </a:lvl8pPr>
            <a:lvl9pPr marL="3886200" indent="-228600" defTabSz="1216025"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微软雅黑" panose="020B0503020204020204" pitchFamily="34" charset="-122"/>
              </a:defRPr>
            </a:lvl9pPr>
          </a:lstStyle>
          <a:p>
            <a:pPr eaLnBrk="1" hangingPunct="1">
              <a:lnSpc>
                <a:spcPct val="120000"/>
              </a:lnSpc>
              <a:spcBef>
                <a:spcPct val="20000"/>
              </a:spcBef>
            </a:pPr>
            <a:r>
              <a:rPr lang="zh-CN" altLang="en-US" sz="2800" b="1" dirty="0" smtClean="0">
                <a:solidFill>
                  <a:schemeClr val="tx1">
                    <a:lumMod val="75000"/>
                    <a:lumOff val="25000"/>
                  </a:schemeClr>
                </a:solidFill>
                <a:sym typeface="Arial" panose="020B0604020202020204" pitchFamily="34" charset="0"/>
              </a:rPr>
              <a:t>第一类</a:t>
            </a:r>
            <a:endParaRPr lang="en-US" altLang="zh-CN" sz="2800" b="1" dirty="0">
              <a:solidFill>
                <a:schemeClr val="tx1">
                  <a:lumMod val="75000"/>
                  <a:lumOff val="25000"/>
                </a:schemeClr>
              </a:solidFill>
              <a:sym typeface="Arial" panose="020B0604020202020204" pitchFamily="34" charset="0"/>
            </a:endParaRPr>
          </a:p>
        </p:txBody>
      </p:sp>
      <p:sp>
        <p:nvSpPr>
          <p:cNvPr id="120" name="2"/>
          <p:cNvSpPr txBox="1">
            <a:spLocks noChangeArrowheads="1"/>
          </p:cNvSpPr>
          <p:nvPr/>
        </p:nvSpPr>
        <p:spPr bwMode="auto">
          <a:xfrm>
            <a:off x="5165644" y="3763788"/>
            <a:ext cx="3391947" cy="646331"/>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spAutoFit/>
          </a:bodyPr>
          <a:lstStyle>
            <a:lvl1pPr defTabSz="1216025">
              <a:defRPr>
                <a:solidFill>
                  <a:schemeClr val="tx1"/>
                </a:solidFill>
                <a:latin typeface="Arial" panose="020B0604020202020204" pitchFamily="34" charset="0"/>
                <a:ea typeface="微软雅黑" panose="020B0503020204020204" pitchFamily="34" charset="-122"/>
              </a:defRPr>
            </a:lvl1pPr>
            <a:lvl2pPr marL="742950" indent="-285750" defTabSz="1216025">
              <a:defRPr>
                <a:solidFill>
                  <a:schemeClr val="tx1"/>
                </a:solidFill>
                <a:latin typeface="Arial" panose="020B0604020202020204" pitchFamily="34" charset="0"/>
                <a:ea typeface="微软雅黑" panose="020B0503020204020204" pitchFamily="34" charset="-122"/>
              </a:defRPr>
            </a:lvl2pPr>
            <a:lvl3pPr marL="1143000" indent="-228600" defTabSz="1216025">
              <a:defRPr>
                <a:solidFill>
                  <a:schemeClr val="tx1"/>
                </a:solidFill>
                <a:latin typeface="Arial" panose="020B0604020202020204" pitchFamily="34" charset="0"/>
                <a:ea typeface="微软雅黑" panose="020B0503020204020204" pitchFamily="34" charset="-122"/>
              </a:defRPr>
            </a:lvl3pPr>
            <a:lvl4pPr marL="1600200" indent="-228600" defTabSz="1216025">
              <a:defRPr>
                <a:solidFill>
                  <a:schemeClr val="tx1"/>
                </a:solidFill>
                <a:latin typeface="Arial" panose="020B0604020202020204" pitchFamily="34" charset="0"/>
                <a:ea typeface="微软雅黑" panose="020B0503020204020204" pitchFamily="34" charset="-122"/>
              </a:defRPr>
            </a:lvl4pPr>
            <a:lvl5pPr marL="2057400" indent="-228600" defTabSz="1216025">
              <a:defRPr>
                <a:solidFill>
                  <a:schemeClr val="tx1"/>
                </a:solidFill>
                <a:latin typeface="Arial" panose="020B0604020202020204" pitchFamily="34" charset="0"/>
                <a:ea typeface="微软雅黑" panose="020B0503020204020204" pitchFamily="34" charset="-122"/>
              </a:defRPr>
            </a:lvl5pPr>
            <a:lvl6pPr marL="2514600" indent="-228600" defTabSz="1216025"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微软雅黑" panose="020B0503020204020204" pitchFamily="34" charset="-122"/>
              </a:defRPr>
            </a:lvl6pPr>
            <a:lvl7pPr marL="2971800" indent="-228600" defTabSz="1216025"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微软雅黑" panose="020B0503020204020204" pitchFamily="34" charset="-122"/>
              </a:defRPr>
            </a:lvl7pPr>
            <a:lvl8pPr marL="3429000" indent="-228600" defTabSz="1216025"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微软雅黑" panose="020B0503020204020204" pitchFamily="34" charset="-122"/>
              </a:defRPr>
            </a:lvl8pPr>
            <a:lvl9pPr marL="3886200" indent="-228600" defTabSz="1216025"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微软雅黑" panose="020B0503020204020204" pitchFamily="34" charset="-122"/>
              </a:defRPr>
            </a:lvl9pPr>
          </a:lstStyle>
          <a:p>
            <a:pPr algn="just"/>
            <a:r>
              <a:rPr lang="zh-CN" altLang="zh-CN" sz="1400" dirty="0" smtClean="0">
                <a:latin typeface="+mn-ea"/>
                <a:ea typeface="+mn-ea"/>
              </a:rPr>
              <a:t>活跃节点定义为距离当前时间最近出现度的变化的节点，活跃连边定义为距离当前时间最近产生的连边</a:t>
            </a:r>
            <a:r>
              <a:rPr lang="zh-CN" altLang="en-US" sz="1400" dirty="0" smtClean="0">
                <a:latin typeface="+mn-ea"/>
                <a:ea typeface="+mn-ea"/>
              </a:rPr>
              <a:t>。</a:t>
            </a:r>
            <a:endParaRPr lang="zh-CN" altLang="zh-CN" sz="1400" dirty="0">
              <a:latin typeface="+mn-ea"/>
              <a:ea typeface="+mn-ea"/>
            </a:endParaRPr>
          </a:p>
        </p:txBody>
      </p:sp>
      <p:sp>
        <p:nvSpPr>
          <p:cNvPr id="121" name="3"/>
          <p:cNvSpPr txBox="1">
            <a:spLocks noChangeArrowheads="1"/>
          </p:cNvSpPr>
          <p:nvPr/>
        </p:nvSpPr>
        <p:spPr bwMode="auto">
          <a:xfrm>
            <a:off x="5107456" y="3140006"/>
            <a:ext cx="1710787" cy="586314"/>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68580" tIns="34290" rIns="68580" bIns="34290">
            <a:spAutoFit/>
          </a:bodyPr>
          <a:lstStyle>
            <a:lvl1pPr defTabSz="1216025">
              <a:defRPr>
                <a:solidFill>
                  <a:schemeClr val="tx1"/>
                </a:solidFill>
                <a:latin typeface="Arial" panose="020B0604020202020204" pitchFamily="34" charset="0"/>
                <a:ea typeface="微软雅黑" panose="020B0503020204020204" pitchFamily="34" charset="-122"/>
              </a:defRPr>
            </a:lvl1pPr>
            <a:lvl2pPr marL="742950" indent="-285750" defTabSz="1216025">
              <a:defRPr>
                <a:solidFill>
                  <a:schemeClr val="tx1"/>
                </a:solidFill>
                <a:latin typeface="Arial" panose="020B0604020202020204" pitchFamily="34" charset="0"/>
                <a:ea typeface="微软雅黑" panose="020B0503020204020204" pitchFamily="34" charset="-122"/>
              </a:defRPr>
            </a:lvl2pPr>
            <a:lvl3pPr marL="1143000" indent="-228600" defTabSz="1216025">
              <a:defRPr>
                <a:solidFill>
                  <a:schemeClr val="tx1"/>
                </a:solidFill>
                <a:latin typeface="Arial" panose="020B0604020202020204" pitchFamily="34" charset="0"/>
                <a:ea typeface="微软雅黑" panose="020B0503020204020204" pitchFamily="34" charset="-122"/>
              </a:defRPr>
            </a:lvl3pPr>
            <a:lvl4pPr marL="1600200" indent="-228600" defTabSz="1216025">
              <a:defRPr>
                <a:solidFill>
                  <a:schemeClr val="tx1"/>
                </a:solidFill>
                <a:latin typeface="Arial" panose="020B0604020202020204" pitchFamily="34" charset="0"/>
                <a:ea typeface="微软雅黑" panose="020B0503020204020204" pitchFamily="34" charset="-122"/>
              </a:defRPr>
            </a:lvl4pPr>
            <a:lvl5pPr marL="2057400" indent="-228600" defTabSz="1216025">
              <a:defRPr>
                <a:solidFill>
                  <a:schemeClr val="tx1"/>
                </a:solidFill>
                <a:latin typeface="Arial" panose="020B0604020202020204" pitchFamily="34" charset="0"/>
                <a:ea typeface="微软雅黑" panose="020B0503020204020204" pitchFamily="34" charset="-122"/>
              </a:defRPr>
            </a:lvl5pPr>
            <a:lvl6pPr marL="2514600" indent="-228600" defTabSz="1216025"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微软雅黑" panose="020B0503020204020204" pitchFamily="34" charset="-122"/>
              </a:defRPr>
            </a:lvl6pPr>
            <a:lvl7pPr marL="2971800" indent="-228600" defTabSz="1216025"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微软雅黑" panose="020B0503020204020204" pitchFamily="34" charset="-122"/>
              </a:defRPr>
            </a:lvl7pPr>
            <a:lvl8pPr marL="3429000" indent="-228600" defTabSz="1216025"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微软雅黑" panose="020B0503020204020204" pitchFamily="34" charset="-122"/>
              </a:defRPr>
            </a:lvl8pPr>
            <a:lvl9pPr marL="3886200" indent="-228600" defTabSz="1216025"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微软雅黑" panose="020B0503020204020204" pitchFamily="34" charset="-122"/>
              </a:defRPr>
            </a:lvl9pPr>
          </a:lstStyle>
          <a:p>
            <a:pPr>
              <a:lnSpc>
                <a:spcPct val="120000"/>
              </a:lnSpc>
              <a:spcBef>
                <a:spcPct val="20000"/>
              </a:spcBef>
            </a:pPr>
            <a:r>
              <a:rPr lang="zh-CN" altLang="en-US" sz="2800" b="1" dirty="0" smtClean="0">
                <a:solidFill>
                  <a:schemeClr val="tx1">
                    <a:lumMod val="75000"/>
                    <a:lumOff val="25000"/>
                  </a:schemeClr>
                </a:solidFill>
                <a:sym typeface="Arial" panose="020B0604020202020204" pitchFamily="34" charset="0"/>
              </a:rPr>
              <a:t>第二类</a:t>
            </a:r>
            <a:endParaRPr lang="en-US" altLang="zh-CN" sz="2800" b="1" dirty="0">
              <a:solidFill>
                <a:schemeClr val="tx1">
                  <a:lumMod val="75000"/>
                  <a:lumOff val="25000"/>
                </a:schemeClr>
              </a:solidFill>
              <a:sym typeface="Arial" panose="020B0604020202020204" pitchFamily="34" charset="0"/>
            </a:endParaRPr>
          </a:p>
        </p:txBody>
      </p:sp>
      <p:sp>
        <p:nvSpPr>
          <p:cNvPr id="122" name="TextBox 13">
            <a:extLst>
              <a:ext uri="{FF2B5EF4-FFF2-40B4-BE49-F238E27FC236}">
                <a16:creationId xmlns="" xmlns:a16="http://schemas.microsoft.com/office/drawing/2014/main" id="{1FEC01C7-E8BB-4B01-A435-65BC580A406A}"/>
              </a:ext>
            </a:extLst>
          </p:cNvPr>
          <p:cNvSpPr>
            <a:spLocks noChangeArrowheads="1"/>
          </p:cNvSpPr>
          <p:nvPr/>
        </p:nvSpPr>
        <p:spPr bwMode="auto">
          <a:xfrm>
            <a:off x="462915" y="315641"/>
            <a:ext cx="4069328" cy="392415"/>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68580" tIns="34290" rIns="68580" bIns="34290">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9pPr>
          </a:lstStyle>
          <a:p>
            <a:pPr defTabSz="822960" fontAlgn="base">
              <a:spcAft>
                <a:spcPct val="0"/>
              </a:spcAft>
              <a:buNone/>
              <a:defRPr/>
            </a:pPr>
            <a:r>
              <a:rPr lang="zh-CN" altLang="en-US" sz="2100" b="1" dirty="0" smtClean="0">
                <a:solidFill>
                  <a:prstClr val="black">
                    <a:lumMod val="75000"/>
                    <a:lumOff val="25000"/>
                  </a:prstClr>
                </a:solidFill>
                <a:latin typeface="微软雅黑" panose="020B0503020204020204" pitchFamily="34" charset="-122"/>
                <a:ea typeface="微软雅黑" panose="020B0503020204020204" pitchFamily="34" charset="-122"/>
                <a:sym typeface="微软雅黑" panose="020B0503020204020204" pitchFamily="34" charset="-122"/>
              </a:rPr>
              <a:t>时间近因</a:t>
            </a:r>
            <a:r>
              <a:rPr lang="en-US" altLang="zh-CN" sz="2100" b="1" dirty="0" smtClean="0">
                <a:solidFill>
                  <a:prstClr val="black">
                    <a:lumMod val="75000"/>
                    <a:lumOff val="25000"/>
                  </a:prstClr>
                </a:solidFill>
                <a:latin typeface="微软雅黑" panose="020B0503020204020204" pitchFamily="34" charset="-122"/>
                <a:ea typeface="微软雅黑" panose="020B0503020204020204" pitchFamily="34" charset="-122"/>
                <a:sym typeface="微软雅黑" panose="020B0503020204020204" pitchFamily="34" charset="-122"/>
              </a:rPr>
              <a:t>——</a:t>
            </a:r>
            <a:r>
              <a:rPr lang="zh-CN" altLang="en-US" sz="2100" b="1" dirty="0" smtClean="0">
                <a:solidFill>
                  <a:prstClr val="black">
                    <a:lumMod val="75000"/>
                    <a:lumOff val="25000"/>
                  </a:prstClr>
                </a:solidFill>
                <a:latin typeface="微软雅黑" panose="020B0503020204020204" pitchFamily="34" charset="-122"/>
                <a:ea typeface="微软雅黑" panose="020B0503020204020204" pitchFamily="34" charset="-122"/>
                <a:sym typeface="微软雅黑" panose="020B0503020204020204" pitchFamily="34" charset="-122"/>
              </a:rPr>
              <a:t>活跃节点、活跃边</a:t>
            </a:r>
            <a:endParaRPr lang="zh-CN" altLang="en-US" sz="2100" b="1" dirty="0">
              <a:solidFill>
                <a:prstClr val="black">
                  <a:lumMod val="75000"/>
                  <a:lumOff val="25000"/>
                </a:prstClr>
              </a:solidFill>
              <a:latin typeface="微软雅黑" panose="020B0503020204020204" pitchFamily="34" charset="-122"/>
              <a:ea typeface="微软雅黑" panose="020B0503020204020204" pitchFamily="34" charset="-122"/>
              <a:sym typeface="微软雅黑" panose="020B0503020204020204" pitchFamily="34" charset="-122"/>
            </a:endParaRPr>
          </a:p>
        </p:txBody>
      </p:sp>
    </p:spTree>
    <p:extLst>
      <p:ext uri="{BB962C8B-B14F-4D97-AF65-F5344CB8AC3E}">
        <p14:creationId xmlns="" xmlns:p14="http://schemas.microsoft.com/office/powerpoint/2010/main" val="1726809424"/>
      </p:ext>
    </p:extLst>
  </p:cSld>
  <p:clrMapOvr>
    <a:masterClrMapping/>
  </p:clrMapOvr>
  <mc:AlternateContent xmlns:mc="http://schemas.openxmlformats.org/markup-compatibility/2006">
    <mc:Choice xmlns="" xmlns:p14="http://schemas.microsoft.com/office/powerpoint/2010/main" Requires="p14">
      <p:transition spd="slow" p14:dur="1600">
        <p14:conveyor dir="l"/>
      </p:transition>
    </mc:Choice>
    <mc:Fallback>
      <p:transition spd="slow">
        <p:fade/>
      </p:transition>
    </mc:Fallback>
  </mc:AlternateContent>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8" name="Oval 9"/>
          <p:cNvSpPr>
            <a:spLocks noChangeArrowheads="1"/>
          </p:cNvSpPr>
          <p:nvPr/>
        </p:nvSpPr>
        <p:spPr bwMode="auto">
          <a:xfrm>
            <a:off x="3003487" y="2535981"/>
            <a:ext cx="350169" cy="351554"/>
          </a:xfrm>
          <a:prstGeom prst="ellipse">
            <a:avLst/>
          </a:prstGeom>
          <a:solidFill>
            <a:schemeClr val="tx2">
              <a:lumMod val="75000"/>
            </a:schemeClr>
          </a:solidFill>
          <a:ln>
            <a:noFill/>
          </a:ln>
        </p:spPr>
        <p:txBody>
          <a:bodyPr vert="horz" wrap="square" lIns="68580" tIns="34290" rIns="68580" bIns="34290" numCol="1" anchor="t" anchorCtr="0" compatLnSpc="1">
            <a:prstTxWarp prst="textNoShape">
              <a:avLst/>
            </a:prstTxWarp>
          </a:bodyPr>
          <a:lstStyle/>
          <a:p>
            <a:pPr defTabSz="514350"/>
            <a:endParaRPr lang="zh-CN" altLang="en-US" sz="1000">
              <a:solidFill>
                <a:prstClr val="white"/>
              </a:solidFill>
            </a:endParaRPr>
          </a:p>
        </p:txBody>
      </p:sp>
      <p:sp>
        <p:nvSpPr>
          <p:cNvPr id="107" name="Oval 9"/>
          <p:cNvSpPr>
            <a:spLocks noChangeArrowheads="1"/>
          </p:cNvSpPr>
          <p:nvPr/>
        </p:nvSpPr>
        <p:spPr bwMode="auto">
          <a:xfrm>
            <a:off x="3003487" y="3374342"/>
            <a:ext cx="350169" cy="351554"/>
          </a:xfrm>
          <a:prstGeom prst="ellipse">
            <a:avLst/>
          </a:prstGeom>
          <a:solidFill>
            <a:schemeClr val="tx2">
              <a:lumMod val="75000"/>
            </a:schemeClr>
          </a:solidFill>
          <a:ln>
            <a:noFill/>
          </a:ln>
        </p:spPr>
        <p:txBody>
          <a:bodyPr vert="horz" wrap="square" lIns="68580" tIns="34290" rIns="68580" bIns="34290" numCol="1" anchor="t" anchorCtr="0" compatLnSpc="1">
            <a:prstTxWarp prst="textNoShape">
              <a:avLst/>
            </a:prstTxWarp>
          </a:bodyPr>
          <a:lstStyle/>
          <a:p>
            <a:pPr defTabSz="514350"/>
            <a:endParaRPr lang="zh-CN" altLang="en-US" sz="1000">
              <a:solidFill>
                <a:prstClr val="white"/>
              </a:solidFill>
            </a:endParaRPr>
          </a:p>
        </p:txBody>
      </p:sp>
      <p:sp>
        <p:nvSpPr>
          <p:cNvPr id="4" name="矩形 3">
            <a:hlinkClick r:id="rId3"/>
          </p:cNvPr>
          <p:cNvSpPr/>
          <p:nvPr/>
        </p:nvSpPr>
        <p:spPr>
          <a:xfrm>
            <a:off x="0" y="934282"/>
            <a:ext cx="9144000" cy="1331844"/>
          </a:xfrm>
          <a:prstGeom prst="rect">
            <a:avLst/>
          </a:prstGeom>
          <a:solidFill>
            <a:schemeClr val="tx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zh-CN" altLang="en-US">
              <a:solidFill>
                <a:schemeClr val="lt1"/>
              </a:solidFill>
            </a:endParaRPr>
          </a:p>
        </p:txBody>
      </p:sp>
      <p:sp>
        <p:nvSpPr>
          <p:cNvPr id="111" name="Freeform 17">
            <a:hlinkClick r:id="rId3"/>
          </p:cNvPr>
          <p:cNvSpPr>
            <a:spLocks/>
          </p:cNvSpPr>
          <p:nvPr/>
        </p:nvSpPr>
        <p:spPr bwMode="auto">
          <a:xfrm>
            <a:off x="3078071" y="3456638"/>
            <a:ext cx="201001" cy="186963"/>
          </a:xfrm>
          <a:custGeom>
            <a:avLst/>
            <a:gdLst>
              <a:gd name="T0" fmla="*/ 124 w 133"/>
              <a:gd name="T1" fmla="*/ 84 h 123"/>
              <a:gd name="T2" fmla="*/ 133 w 133"/>
              <a:gd name="T3" fmla="*/ 75 h 123"/>
              <a:gd name="T4" fmla="*/ 124 w 133"/>
              <a:gd name="T5" fmla="*/ 67 h 123"/>
              <a:gd name="T6" fmla="*/ 113 w 133"/>
              <a:gd name="T7" fmla="*/ 67 h 123"/>
              <a:gd name="T8" fmla="*/ 113 w 133"/>
              <a:gd name="T9" fmla="*/ 64 h 123"/>
              <a:gd name="T10" fmla="*/ 124 w 133"/>
              <a:gd name="T11" fmla="*/ 64 h 123"/>
              <a:gd name="T12" fmla="*/ 132 w 133"/>
              <a:gd name="T13" fmla="*/ 56 h 123"/>
              <a:gd name="T14" fmla="*/ 124 w 133"/>
              <a:gd name="T15" fmla="*/ 47 h 123"/>
              <a:gd name="T16" fmla="*/ 90 w 133"/>
              <a:gd name="T17" fmla="*/ 47 h 123"/>
              <a:gd name="T18" fmla="*/ 74 w 133"/>
              <a:gd name="T19" fmla="*/ 23 h 123"/>
              <a:gd name="T20" fmla="*/ 64 w 133"/>
              <a:gd name="T21" fmla="*/ 0 h 123"/>
              <a:gd name="T22" fmla="*/ 54 w 133"/>
              <a:gd name="T23" fmla="*/ 5 h 123"/>
              <a:gd name="T24" fmla="*/ 48 w 133"/>
              <a:gd name="T25" fmla="*/ 33 h 123"/>
              <a:gd name="T26" fmla="*/ 29 w 133"/>
              <a:gd name="T27" fmla="*/ 57 h 123"/>
              <a:gd name="T28" fmla="*/ 0 w 133"/>
              <a:gd name="T29" fmla="*/ 57 h 123"/>
              <a:gd name="T30" fmla="*/ 0 w 133"/>
              <a:gd name="T31" fmla="*/ 114 h 123"/>
              <a:gd name="T32" fmla="*/ 31 w 133"/>
              <a:gd name="T33" fmla="*/ 114 h 123"/>
              <a:gd name="T34" fmla="*/ 54 w 133"/>
              <a:gd name="T35" fmla="*/ 122 h 123"/>
              <a:gd name="T36" fmla="*/ 76 w 133"/>
              <a:gd name="T37" fmla="*/ 123 h 123"/>
              <a:gd name="T38" fmla="*/ 79 w 133"/>
              <a:gd name="T39" fmla="*/ 123 h 123"/>
              <a:gd name="T40" fmla="*/ 105 w 133"/>
              <a:gd name="T41" fmla="*/ 123 h 123"/>
              <a:gd name="T42" fmla="*/ 114 w 133"/>
              <a:gd name="T43" fmla="*/ 114 h 123"/>
              <a:gd name="T44" fmla="*/ 105 w 133"/>
              <a:gd name="T45" fmla="*/ 105 h 123"/>
              <a:gd name="T46" fmla="*/ 103 w 133"/>
              <a:gd name="T47" fmla="*/ 105 h 123"/>
              <a:gd name="T48" fmla="*/ 104 w 133"/>
              <a:gd name="T49" fmla="*/ 103 h 123"/>
              <a:gd name="T50" fmla="*/ 117 w 133"/>
              <a:gd name="T51" fmla="*/ 103 h 123"/>
              <a:gd name="T52" fmla="*/ 125 w 133"/>
              <a:gd name="T53" fmla="*/ 95 h 123"/>
              <a:gd name="T54" fmla="*/ 117 w 133"/>
              <a:gd name="T55" fmla="*/ 86 h 123"/>
              <a:gd name="T56" fmla="*/ 109 w 133"/>
              <a:gd name="T57" fmla="*/ 86 h 123"/>
              <a:gd name="T58" fmla="*/ 110 w 133"/>
              <a:gd name="T59" fmla="*/ 84 h 123"/>
              <a:gd name="T60" fmla="*/ 124 w 133"/>
              <a:gd name="T61" fmla="*/ 84 h 1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133" h="123">
                <a:moveTo>
                  <a:pt x="124" y="84"/>
                </a:moveTo>
                <a:cubicBezTo>
                  <a:pt x="129" y="84"/>
                  <a:pt x="133" y="80"/>
                  <a:pt x="133" y="75"/>
                </a:cubicBezTo>
                <a:cubicBezTo>
                  <a:pt x="133" y="71"/>
                  <a:pt x="129" y="67"/>
                  <a:pt x="124" y="67"/>
                </a:cubicBezTo>
                <a:cubicBezTo>
                  <a:pt x="113" y="67"/>
                  <a:pt x="113" y="67"/>
                  <a:pt x="113" y="67"/>
                </a:cubicBezTo>
                <a:cubicBezTo>
                  <a:pt x="113" y="66"/>
                  <a:pt x="113" y="65"/>
                  <a:pt x="113" y="64"/>
                </a:cubicBezTo>
                <a:cubicBezTo>
                  <a:pt x="124" y="64"/>
                  <a:pt x="124" y="64"/>
                  <a:pt x="124" y="64"/>
                </a:cubicBezTo>
                <a:cubicBezTo>
                  <a:pt x="129" y="64"/>
                  <a:pt x="132" y="61"/>
                  <a:pt x="132" y="56"/>
                </a:cubicBezTo>
                <a:cubicBezTo>
                  <a:pt x="132" y="51"/>
                  <a:pt x="129" y="47"/>
                  <a:pt x="124" y="47"/>
                </a:cubicBezTo>
                <a:cubicBezTo>
                  <a:pt x="90" y="47"/>
                  <a:pt x="90" y="47"/>
                  <a:pt x="90" y="47"/>
                </a:cubicBezTo>
                <a:cubicBezTo>
                  <a:pt x="66" y="45"/>
                  <a:pt x="73" y="31"/>
                  <a:pt x="74" y="23"/>
                </a:cubicBezTo>
                <a:cubicBezTo>
                  <a:pt x="75" y="8"/>
                  <a:pt x="69" y="0"/>
                  <a:pt x="64" y="0"/>
                </a:cubicBezTo>
                <a:cubicBezTo>
                  <a:pt x="63" y="0"/>
                  <a:pt x="53" y="1"/>
                  <a:pt x="54" y="5"/>
                </a:cubicBezTo>
                <a:cubicBezTo>
                  <a:pt x="54" y="8"/>
                  <a:pt x="56" y="24"/>
                  <a:pt x="48" y="33"/>
                </a:cubicBezTo>
                <a:cubicBezTo>
                  <a:pt x="42" y="40"/>
                  <a:pt x="33" y="52"/>
                  <a:pt x="29" y="57"/>
                </a:cubicBezTo>
                <a:cubicBezTo>
                  <a:pt x="0" y="57"/>
                  <a:pt x="0" y="57"/>
                  <a:pt x="0" y="57"/>
                </a:cubicBezTo>
                <a:cubicBezTo>
                  <a:pt x="0" y="114"/>
                  <a:pt x="0" y="114"/>
                  <a:pt x="0" y="114"/>
                </a:cubicBezTo>
                <a:cubicBezTo>
                  <a:pt x="31" y="114"/>
                  <a:pt x="31" y="114"/>
                  <a:pt x="31" y="114"/>
                </a:cubicBezTo>
                <a:cubicBezTo>
                  <a:pt x="38" y="119"/>
                  <a:pt x="46" y="121"/>
                  <a:pt x="54" y="122"/>
                </a:cubicBezTo>
                <a:cubicBezTo>
                  <a:pt x="61" y="122"/>
                  <a:pt x="69" y="122"/>
                  <a:pt x="76" y="123"/>
                </a:cubicBezTo>
                <a:cubicBezTo>
                  <a:pt x="77" y="123"/>
                  <a:pt x="78" y="123"/>
                  <a:pt x="79" y="123"/>
                </a:cubicBezTo>
                <a:cubicBezTo>
                  <a:pt x="105" y="123"/>
                  <a:pt x="105" y="123"/>
                  <a:pt x="105" y="123"/>
                </a:cubicBezTo>
                <a:cubicBezTo>
                  <a:pt x="110" y="123"/>
                  <a:pt x="114" y="119"/>
                  <a:pt x="114" y="114"/>
                </a:cubicBezTo>
                <a:cubicBezTo>
                  <a:pt x="114" y="109"/>
                  <a:pt x="110" y="105"/>
                  <a:pt x="105" y="105"/>
                </a:cubicBezTo>
                <a:cubicBezTo>
                  <a:pt x="103" y="105"/>
                  <a:pt x="103" y="105"/>
                  <a:pt x="103" y="105"/>
                </a:cubicBezTo>
                <a:cubicBezTo>
                  <a:pt x="103" y="105"/>
                  <a:pt x="103" y="104"/>
                  <a:pt x="104" y="103"/>
                </a:cubicBezTo>
                <a:cubicBezTo>
                  <a:pt x="117" y="103"/>
                  <a:pt x="117" y="103"/>
                  <a:pt x="117" y="103"/>
                </a:cubicBezTo>
                <a:cubicBezTo>
                  <a:pt x="122" y="103"/>
                  <a:pt x="125" y="99"/>
                  <a:pt x="125" y="95"/>
                </a:cubicBezTo>
                <a:cubicBezTo>
                  <a:pt x="125" y="90"/>
                  <a:pt x="122" y="86"/>
                  <a:pt x="117" y="86"/>
                </a:cubicBezTo>
                <a:cubicBezTo>
                  <a:pt x="109" y="86"/>
                  <a:pt x="109" y="86"/>
                  <a:pt x="109" y="86"/>
                </a:cubicBezTo>
                <a:cubicBezTo>
                  <a:pt x="109" y="85"/>
                  <a:pt x="110" y="85"/>
                  <a:pt x="110" y="84"/>
                </a:cubicBezTo>
                <a:lnTo>
                  <a:pt x="124" y="84"/>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ctr"/>
          <a:lstStyle/>
          <a:p>
            <a:pPr algn="ctr" defTabSz="514350"/>
            <a:endParaRPr lang="zh-CN" altLang="en-US" sz="1000">
              <a:solidFill>
                <a:prstClr val="white"/>
              </a:solidFill>
            </a:endParaRPr>
          </a:p>
        </p:txBody>
      </p:sp>
      <p:grpSp>
        <p:nvGrpSpPr>
          <p:cNvPr id="17" name="组合 16"/>
          <p:cNvGrpSpPr/>
          <p:nvPr/>
        </p:nvGrpSpPr>
        <p:grpSpPr>
          <a:xfrm>
            <a:off x="3086049" y="2628731"/>
            <a:ext cx="206744" cy="155447"/>
            <a:chOff x="2231238" y="1865312"/>
            <a:chExt cx="514350" cy="386732"/>
          </a:xfrm>
          <a:solidFill>
            <a:schemeClr val="bg1"/>
          </a:solidFill>
        </p:grpSpPr>
        <p:sp>
          <p:nvSpPr>
            <p:cNvPr id="19" name="Freeform 11">
              <a:hlinkClick r:id="rId3"/>
            </p:cNvPr>
            <p:cNvSpPr>
              <a:spLocks/>
            </p:cNvSpPr>
            <p:nvPr/>
          </p:nvSpPr>
          <p:spPr bwMode="auto">
            <a:xfrm>
              <a:off x="2231238" y="1993281"/>
              <a:ext cx="514350" cy="258763"/>
            </a:xfrm>
            <a:custGeom>
              <a:avLst/>
              <a:gdLst>
                <a:gd name="T0" fmla="*/ 324 w 324"/>
                <a:gd name="T1" fmla="*/ 0 h 163"/>
                <a:gd name="T2" fmla="*/ 270 w 324"/>
                <a:gd name="T3" fmla="*/ 163 h 163"/>
                <a:gd name="T4" fmla="*/ 0 w 324"/>
                <a:gd name="T5" fmla="*/ 163 h 163"/>
                <a:gd name="T6" fmla="*/ 54 w 324"/>
                <a:gd name="T7" fmla="*/ 0 h 163"/>
                <a:gd name="T8" fmla="*/ 324 w 324"/>
                <a:gd name="T9" fmla="*/ 0 h 163"/>
              </a:gdLst>
              <a:ahLst/>
              <a:cxnLst>
                <a:cxn ang="0">
                  <a:pos x="T0" y="T1"/>
                </a:cxn>
                <a:cxn ang="0">
                  <a:pos x="T2" y="T3"/>
                </a:cxn>
                <a:cxn ang="0">
                  <a:pos x="T4" y="T5"/>
                </a:cxn>
                <a:cxn ang="0">
                  <a:pos x="T6" y="T7"/>
                </a:cxn>
                <a:cxn ang="0">
                  <a:pos x="T8" y="T9"/>
                </a:cxn>
              </a:cxnLst>
              <a:rect l="0" t="0" r="r" b="b"/>
              <a:pathLst>
                <a:path w="324" h="163">
                  <a:moveTo>
                    <a:pt x="324" y="0"/>
                  </a:moveTo>
                  <a:lnTo>
                    <a:pt x="270" y="163"/>
                  </a:lnTo>
                  <a:lnTo>
                    <a:pt x="0" y="163"/>
                  </a:lnTo>
                  <a:lnTo>
                    <a:pt x="54" y="0"/>
                  </a:lnTo>
                  <a:lnTo>
                    <a:pt x="324" y="0"/>
                  </a:lnTo>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514350"/>
              <a:endParaRPr lang="zh-CN" altLang="en-US" sz="1000">
                <a:solidFill>
                  <a:prstClr val="white"/>
                </a:solidFill>
              </a:endParaRPr>
            </a:p>
          </p:txBody>
        </p:sp>
        <p:sp>
          <p:nvSpPr>
            <p:cNvPr id="20" name="Freeform 12"/>
            <p:cNvSpPr>
              <a:spLocks/>
            </p:cNvSpPr>
            <p:nvPr/>
          </p:nvSpPr>
          <p:spPr bwMode="auto">
            <a:xfrm>
              <a:off x="2236788" y="1865312"/>
              <a:ext cx="449262" cy="338138"/>
            </a:xfrm>
            <a:custGeom>
              <a:avLst/>
              <a:gdLst>
                <a:gd name="T0" fmla="*/ 44 w 283"/>
                <a:gd name="T1" fmla="*/ 81 h 213"/>
                <a:gd name="T2" fmla="*/ 49 w 283"/>
                <a:gd name="T3" fmla="*/ 71 h 213"/>
                <a:gd name="T4" fmla="*/ 59 w 283"/>
                <a:gd name="T5" fmla="*/ 71 h 213"/>
                <a:gd name="T6" fmla="*/ 283 w 283"/>
                <a:gd name="T7" fmla="*/ 71 h 213"/>
                <a:gd name="T8" fmla="*/ 283 w 283"/>
                <a:gd name="T9" fmla="*/ 43 h 213"/>
                <a:gd name="T10" fmla="*/ 184 w 283"/>
                <a:gd name="T11" fmla="*/ 43 h 213"/>
                <a:gd name="T12" fmla="*/ 149 w 283"/>
                <a:gd name="T13" fmla="*/ 0 h 213"/>
                <a:gd name="T14" fmla="*/ 18 w 283"/>
                <a:gd name="T15" fmla="*/ 0 h 213"/>
                <a:gd name="T16" fmla="*/ 0 w 283"/>
                <a:gd name="T17" fmla="*/ 43 h 213"/>
                <a:gd name="T18" fmla="*/ 0 w 283"/>
                <a:gd name="T19" fmla="*/ 213 h 213"/>
                <a:gd name="T20" fmla="*/ 44 w 283"/>
                <a:gd name="T21" fmla="*/ 81 h 2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83" h="213">
                  <a:moveTo>
                    <a:pt x="44" y="81"/>
                  </a:moveTo>
                  <a:lnTo>
                    <a:pt x="49" y="71"/>
                  </a:lnTo>
                  <a:lnTo>
                    <a:pt x="59" y="71"/>
                  </a:lnTo>
                  <a:lnTo>
                    <a:pt x="283" y="71"/>
                  </a:lnTo>
                  <a:lnTo>
                    <a:pt x="283" y="43"/>
                  </a:lnTo>
                  <a:lnTo>
                    <a:pt x="184" y="43"/>
                  </a:lnTo>
                  <a:lnTo>
                    <a:pt x="149" y="0"/>
                  </a:lnTo>
                  <a:lnTo>
                    <a:pt x="18" y="0"/>
                  </a:lnTo>
                  <a:lnTo>
                    <a:pt x="0" y="43"/>
                  </a:lnTo>
                  <a:lnTo>
                    <a:pt x="0" y="213"/>
                  </a:lnTo>
                  <a:lnTo>
                    <a:pt x="44" y="81"/>
                  </a:ln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514350"/>
              <a:endParaRPr lang="zh-CN" altLang="en-US" sz="1000">
                <a:solidFill>
                  <a:prstClr val="white"/>
                </a:solidFill>
              </a:endParaRPr>
            </a:p>
          </p:txBody>
        </p:sp>
      </p:grpSp>
      <p:sp>
        <p:nvSpPr>
          <p:cNvPr id="36" name="TextBox 13">
            <a:extLst>
              <a:ext uri="{FF2B5EF4-FFF2-40B4-BE49-F238E27FC236}">
                <a16:creationId xmlns="" xmlns:a16="http://schemas.microsoft.com/office/drawing/2014/main" id="{1FEC01C7-E8BB-4B01-A435-65BC580A406A}"/>
              </a:ext>
            </a:extLst>
          </p:cNvPr>
          <p:cNvSpPr>
            <a:spLocks noChangeArrowheads="1"/>
          </p:cNvSpPr>
          <p:nvPr/>
        </p:nvSpPr>
        <p:spPr bwMode="auto">
          <a:xfrm>
            <a:off x="462915" y="315641"/>
            <a:ext cx="1381125" cy="392415"/>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68580" tIns="34290" rIns="68580" bIns="34290">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9pPr>
          </a:lstStyle>
          <a:p>
            <a:pPr defTabSz="822960" fontAlgn="base">
              <a:spcAft>
                <a:spcPct val="0"/>
              </a:spcAft>
              <a:buNone/>
              <a:defRPr/>
            </a:pPr>
            <a:r>
              <a:rPr lang="zh-CN" altLang="en-US" sz="2100" b="1" dirty="0" smtClean="0">
                <a:solidFill>
                  <a:prstClr val="black">
                    <a:lumMod val="75000"/>
                    <a:lumOff val="25000"/>
                  </a:prstClr>
                </a:solidFill>
                <a:latin typeface="微软雅黑" panose="020B0503020204020204" pitchFamily="34" charset="-122"/>
                <a:ea typeface="微软雅黑" panose="020B0503020204020204" pitchFamily="34" charset="-122"/>
                <a:sym typeface="微软雅黑" panose="020B0503020204020204" pitchFamily="34" charset="-122"/>
              </a:rPr>
              <a:t>时间近因</a:t>
            </a:r>
            <a:endParaRPr lang="zh-CN" altLang="en-US" sz="2100" b="1" dirty="0">
              <a:solidFill>
                <a:prstClr val="black">
                  <a:lumMod val="75000"/>
                  <a:lumOff val="25000"/>
                </a:prstClr>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39" name="TextBox 34"/>
          <p:cNvSpPr txBox="1"/>
          <p:nvPr/>
        </p:nvSpPr>
        <p:spPr>
          <a:xfrm>
            <a:off x="470524" y="931566"/>
            <a:ext cx="1339421" cy="346249"/>
          </a:xfrm>
          <a:prstGeom prst="rect">
            <a:avLst/>
          </a:prstGeom>
          <a:noFill/>
        </p:spPr>
        <p:txBody>
          <a:bodyPr wrap="square" lIns="68580" tIns="34290" rIns="68580" bIns="34290" rtlCol="0">
            <a:spAutoFit/>
          </a:bodyPr>
          <a:lstStyle/>
          <a:p>
            <a:r>
              <a:rPr lang="zh-CN" altLang="en-US" sz="1800" b="1" dirty="0" smtClean="0">
                <a:solidFill>
                  <a:schemeClr val="bg1"/>
                </a:solidFill>
                <a:latin typeface="微软雅黑" panose="020B0503020204020204" pitchFamily="34" charset="-122"/>
                <a:ea typeface="微软雅黑" panose="020B0503020204020204" pitchFamily="34" charset="-122"/>
              </a:rPr>
              <a:t>近因</a:t>
            </a:r>
            <a:endParaRPr lang="zh-CN" altLang="en-US" sz="1800" b="1" dirty="0">
              <a:solidFill>
                <a:schemeClr val="bg1"/>
              </a:solidFill>
              <a:latin typeface="微软雅黑" panose="020B0503020204020204" pitchFamily="34" charset="-122"/>
              <a:ea typeface="微软雅黑" panose="020B0503020204020204" pitchFamily="34" charset="-122"/>
            </a:endParaRPr>
          </a:p>
        </p:txBody>
      </p:sp>
      <p:sp>
        <p:nvSpPr>
          <p:cNvPr id="46" name="矩形 45"/>
          <p:cNvSpPr/>
          <p:nvPr/>
        </p:nvSpPr>
        <p:spPr>
          <a:xfrm>
            <a:off x="0" y="1295867"/>
            <a:ext cx="3972266" cy="338554"/>
          </a:xfrm>
          <a:prstGeom prst="rect">
            <a:avLst/>
          </a:prstGeom>
          <a:noFill/>
        </p:spPr>
        <p:txBody>
          <a:bodyPr wrap="square" lIns="68580" tIns="34290" rIns="68580" bIns="34290" rtlCol="0">
            <a:spAutoFit/>
          </a:bodyPr>
          <a:lstStyle/>
          <a:p>
            <a:pPr fontAlgn="base">
              <a:lnSpc>
                <a:spcPct val="125000"/>
              </a:lnSpc>
              <a:spcBef>
                <a:spcPct val="0"/>
              </a:spcBef>
              <a:spcAft>
                <a:spcPct val="0"/>
              </a:spcAft>
            </a:pPr>
            <a:r>
              <a:rPr lang="en-US" altLang="zh-CN" sz="1400" dirty="0" err="1" smtClean="0">
                <a:solidFill>
                  <a:schemeClr val="bg1"/>
                </a:solidFill>
                <a:latin typeface="+mn-ea"/>
              </a:rPr>
              <a:t>Potgieter</a:t>
            </a:r>
            <a:r>
              <a:rPr lang="zh-CN" altLang="zh-CN" sz="1400" dirty="0" smtClean="0">
                <a:solidFill>
                  <a:schemeClr val="bg1"/>
                </a:solidFill>
                <a:latin typeface="+mn-ea"/>
              </a:rPr>
              <a:t>等人首先提出</a:t>
            </a:r>
            <a:r>
              <a:rPr lang="zh-CN" altLang="en-US" sz="1400" dirty="0" smtClean="0">
                <a:solidFill>
                  <a:schemeClr val="bg1"/>
                </a:solidFill>
                <a:latin typeface="+mn-ea"/>
              </a:rPr>
              <a:t>来</a:t>
            </a:r>
            <a:r>
              <a:rPr lang="zh-CN" altLang="en-US" sz="1400" dirty="0" smtClean="0">
                <a:solidFill>
                  <a:schemeClr val="bg1"/>
                </a:solidFill>
                <a:latin typeface="+mn-ea"/>
                <a:cs typeface="Lato Light" charset="0"/>
                <a:sym typeface="Lato Light" charset="0"/>
              </a:rPr>
              <a:t>度量链路预测的时间性</a:t>
            </a:r>
            <a:endParaRPr lang="en-US" altLang="zh-CN" sz="1400" dirty="0">
              <a:solidFill>
                <a:schemeClr val="bg1"/>
              </a:solidFill>
              <a:latin typeface="+mn-ea"/>
              <a:cs typeface="Lato Light" charset="0"/>
              <a:sym typeface="Lato Light" charset="0"/>
            </a:endParaRPr>
          </a:p>
        </p:txBody>
      </p:sp>
      <p:grpSp>
        <p:nvGrpSpPr>
          <p:cNvPr id="47" name="组合 46"/>
          <p:cNvGrpSpPr/>
          <p:nvPr/>
        </p:nvGrpSpPr>
        <p:grpSpPr>
          <a:xfrm>
            <a:off x="127502" y="1051717"/>
            <a:ext cx="206744" cy="155447"/>
            <a:chOff x="2231238" y="1865312"/>
            <a:chExt cx="514350" cy="386732"/>
          </a:xfrm>
          <a:solidFill>
            <a:schemeClr val="bg1"/>
          </a:solidFill>
        </p:grpSpPr>
        <p:sp>
          <p:nvSpPr>
            <p:cNvPr id="48" name="Freeform 11">
              <a:hlinkClick r:id="rId3"/>
            </p:cNvPr>
            <p:cNvSpPr>
              <a:spLocks/>
            </p:cNvSpPr>
            <p:nvPr/>
          </p:nvSpPr>
          <p:spPr bwMode="auto">
            <a:xfrm>
              <a:off x="2231238" y="1993281"/>
              <a:ext cx="514350" cy="258763"/>
            </a:xfrm>
            <a:custGeom>
              <a:avLst/>
              <a:gdLst>
                <a:gd name="T0" fmla="*/ 324 w 324"/>
                <a:gd name="T1" fmla="*/ 0 h 163"/>
                <a:gd name="T2" fmla="*/ 270 w 324"/>
                <a:gd name="T3" fmla="*/ 163 h 163"/>
                <a:gd name="T4" fmla="*/ 0 w 324"/>
                <a:gd name="T5" fmla="*/ 163 h 163"/>
                <a:gd name="T6" fmla="*/ 54 w 324"/>
                <a:gd name="T7" fmla="*/ 0 h 163"/>
                <a:gd name="T8" fmla="*/ 324 w 324"/>
                <a:gd name="T9" fmla="*/ 0 h 163"/>
              </a:gdLst>
              <a:ahLst/>
              <a:cxnLst>
                <a:cxn ang="0">
                  <a:pos x="T0" y="T1"/>
                </a:cxn>
                <a:cxn ang="0">
                  <a:pos x="T2" y="T3"/>
                </a:cxn>
                <a:cxn ang="0">
                  <a:pos x="T4" y="T5"/>
                </a:cxn>
                <a:cxn ang="0">
                  <a:pos x="T6" y="T7"/>
                </a:cxn>
                <a:cxn ang="0">
                  <a:pos x="T8" y="T9"/>
                </a:cxn>
              </a:cxnLst>
              <a:rect l="0" t="0" r="r" b="b"/>
              <a:pathLst>
                <a:path w="324" h="163">
                  <a:moveTo>
                    <a:pt x="324" y="0"/>
                  </a:moveTo>
                  <a:lnTo>
                    <a:pt x="270" y="163"/>
                  </a:lnTo>
                  <a:lnTo>
                    <a:pt x="0" y="163"/>
                  </a:lnTo>
                  <a:lnTo>
                    <a:pt x="54" y="0"/>
                  </a:lnTo>
                  <a:lnTo>
                    <a:pt x="324" y="0"/>
                  </a:lnTo>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514350"/>
              <a:endParaRPr lang="zh-CN" altLang="en-US" sz="1000">
                <a:solidFill>
                  <a:prstClr val="white"/>
                </a:solidFill>
              </a:endParaRPr>
            </a:p>
          </p:txBody>
        </p:sp>
        <p:sp>
          <p:nvSpPr>
            <p:cNvPr id="49" name="Freeform 12"/>
            <p:cNvSpPr>
              <a:spLocks/>
            </p:cNvSpPr>
            <p:nvPr/>
          </p:nvSpPr>
          <p:spPr bwMode="auto">
            <a:xfrm>
              <a:off x="2236788" y="1865312"/>
              <a:ext cx="449262" cy="338138"/>
            </a:xfrm>
            <a:custGeom>
              <a:avLst/>
              <a:gdLst>
                <a:gd name="T0" fmla="*/ 44 w 283"/>
                <a:gd name="T1" fmla="*/ 81 h 213"/>
                <a:gd name="T2" fmla="*/ 49 w 283"/>
                <a:gd name="T3" fmla="*/ 71 h 213"/>
                <a:gd name="T4" fmla="*/ 59 w 283"/>
                <a:gd name="T5" fmla="*/ 71 h 213"/>
                <a:gd name="T6" fmla="*/ 283 w 283"/>
                <a:gd name="T7" fmla="*/ 71 h 213"/>
                <a:gd name="T8" fmla="*/ 283 w 283"/>
                <a:gd name="T9" fmla="*/ 43 h 213"/>
                <a:gd name="T10" fmla="*/ 184 w 283"/>
                <a:gd name="T11" fmla="*/ 43 h 213"/>
                <a:gd name="T12" fmla="*/ 149 w 283"/>
                <a:gd name="T13" fmla="*/ 0 h 213"/>
                <a:gd name="T14" fmla="*/ 18 w 283"/>
                <a:gd name="T15" fmla="*/ 0 h 213"/>
                <a:gd name="T16" fmla="*/ 0 w 283"/>
                <a:gd name="T17" fmla="*/ 43 h 213"/>
                <a:gd name="T18" fmla="*/ 0 w 283"/>
                <a:gd name="T19" fmla="*/ 213 h 213"/>
                <a:gd name="T20" fmla="*/ 44 w 283"/>
                <a:gd name="T21" fmla="*/ 81 h 2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83" h="213">
                  <a:moveTo>
                    <a:pt x="44" y="81"/>
                  </a:moveTo>
                  <a:lnTo>
                    <a:pt x="49" y="71"/>
                  </a:lnTo>
                  <a:lnTo>
                    <a:pt x="59" y="71"/>
                  </a:lnTo>
                  <a:lnTo>
                    <a:pt x="283" y="71"/>
                  </a:lnTo>
                  <a:lnTo>
                    <a:pt x="283" y="43"/>
                  </a:lnTo>
                  <a:lnTo>
                    <a:pt x="184" y="43"/>
                  </a:lnTo>
                  <a:lnTo>
                    <a:pt x="149" y="0"/>
                  </a:lnTo>
                  <a:lnTo>
                    <a:pt x="18" y="0"/>
                  </a:lnTo>
                  <a:lnTo>
                    <a:pt x="0" y="43"/>
                  </a:lnTo>
                  <a:lnTo>
                    <a:pt x="0" y="213"/>
                  </a:lnTo>
                  <a:lnTo>
                    <a:pt x="44" y="81"/>
                  </a:ln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514350"/>
              <a:endParaRPr lang="zh-CN" altLang="en-US" sz="1000">
                <a:solidFill>
                  <a:prstClr val="white"/>
                </a:solidFill>
              </a:endParaRPr>
            </a:p>
          </p:txBody>
        </p:sp>
      </p:grpSp>
      <p:sp>
        <p:nvSpPr>
          <p:cNvPr id="53" name="矩形 52"/>
          <p:cNvSpPr/>
          <p:nvPr/>
        </p:nvSpPr>
        <p:spPr>
          <a:xfrm>
            <a:off x="0" y="1924755"/>
            <a:ext cx="3701654" cy="307777"/>
          </a:xfrm>
          <a:prstGeom prst="rect">
            <a:avLst/>
          </a:prstGeom>
        </p:spPr>
        <p:txBody>
          <a:bodyPr wrap="none">
            <a:spAutoFit/>
          </a:bodyPr>
          <a:lstStyle/>
          <a:p>
            <a:r>
              <a:rPr lang="en-US" altLang="zh-CN" sz="1400" dirty="0" smtClean="0">
                <a:solidFill>
                  <a:schemeClr val="bg1"/>
                </a:solidFill>
                <a:latin typeface="+mn-ea"/>
              </a:rPr>
              <a:t>1</a:t>
            </a:r>
            <a:r>
              <a:rPr lang="zh-CN" altLang="zh-CN" sz="1400" dirty="0" smtClean="0">
                <a:solidFill>
                  <a:schemeClr val="bg1"/>
                </a:solidFill>
                <a:latin typeface="+mn-ea"/>
              </a:rPr>
              <a:t>加上节点距离上一次通信所经过的时间步长</a:t>
            </a:r>
            <a:endParaRPr lang="zh-CN" altLang="en-US" sz="1400" dirty="0">
              <a:solidFill>
                <a:schemeClr val="bg1"/>
              </a:solidFill>
              <a:latin typeface="+mn-ea"/>
            </a:endParaRPr>
          </a:p>
        </p:txBody>
      </p:sp>
      <p:sp>
        <p:nvSpPr>
          <p:cNvPr id="55" name="矩形 54"/>
          <p:cNvSpPr/>
          <p:nvPr/>
        </p:nvSpPr>
        <p:spPr>
          <a:xfrm>
            <a:off x="436686" y="2531048"/>
            <a:ext cx="2485419" cy="738664"/>
          </a:xfrm>
          <a:prstGeom prst="rect">
            <a:avLst/>
          </a:prstGeom>
        </p:spPr>
        <p:txBody>
          <a:bodyPr wrap="square">
            <a:spAutoFit/>
          </a:bodyPr>
          <a:lstStyle/>
          <a:p>
            <a:r>
              <a:rPr lang="en-US" altLang="zh-CN" sz="1400" dirty="0" err="1" smtClean="0">
                <a:latin typeface="+mn-ea"/>
              </a:rPr>
              <a:t>Saravanan</a:t>
            </a:r>
            <a:r>
              <a:rPr lang="en-US" altLang="zh-CN" sz="1400" dirty="0" smtClean="0">
                <a:latin typeface="+mn-ea"/>
              </a:rPr>
              <a:t> Mohan</a:t>
            </a:r>
            <a:r>
              <a:rPr lang="zh-CN" altLang="en-US" sz="1400" dirty="0" smtClean="0">
                <a:latin typeface="+mn-ea"/>
              </a:rPr>
              <a:t>等人在近因概念的基础上，建立了两个近因方程</a:t>
            </a:r>
            <a:endParaRPr lang="zh-CN" altLang="en-US" sz="1400" dirty="0">
              <a:latin typeface="+mn-ea"/>
            </a:endParaRPr>
          </a:p>
        </p:txBody>
      </p:sp>
      <p:sp>
        <p:nvSpPr>
          <p:cNvPr id="23554" name="Rectangle 2"/>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zh-CN" altLang="en-US"/>
          </a:p>
        </p:txBody>
      </p:sp>
      <p:pic>
        <p:nvPicPr>
          <p:cNvPr id="23553" name="Picture 1"/>
          <p:cNvPicPr>
            <a:picLocks noChangeAspect="1" noChangeArrowheads="1"/>
          </p:cNvPicPr>
          <p:nvPr/>
        </p:nvPicPr>
        <p:blipFill>
          <a:blip r:embed="rId4" cstate="print">
            <a:clrChange>
              <a:clrFrom>
                <a:srgbClr val="FFFFFF"/>
              </a:clrFrom>
              <a:clrTo>
                <a:srgbClr val="FFFFFF">
                  <a:alpha val="0"/>
                </a:srgbClr>
              </a:clrTo>
            </a:clrChange>
          </a:blip>
          <a:srcRect/>
          <a:stretch>
            <a:fillRect/>
          </a:stretch>
        </p:blipFill>
        <p:spPr bwMode="auto">
          <a:xfrm>
            <a:off x="3538331" y="2504670"/>
            <a:ext cx="2192216" cy="457200"/>
          </a:xfrm>
          <a:prstGeom prst="rect">
            <a:avLst/>
          </a:prstGeom>
          <a:noFill/>
        </p:spPr>
      </p:pic>
      <p:sp>
        <p:nvSpPr>
          <p:cNvPr id="23556" name="Rectangle 4"/>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zh-CN" altLang="en-US"/>
          </a:p>
        </p:txBody>
      </p:sp>
      <p:pic>
        <p:nvPicPr>
          <p:cNvPr id="23555" name="Picture 3"/>
          <p:cNvPicPr>
            <a:picLocks noChangeAspect="1" noChangeArrowheads="1"/>
          </p:cNvPicPr>
          <p:nvPr/>
        </p:nvPicPr>
        <p:blipFill>
          <a:blip r:embed="rId5" cstate="print">
            <a:clrChange>
              <a:clrFrom>
                <a:srgbClr val="FFFFFF"/>
              </a:clrFrom>
              <a:clrTo>
                <a:srgbClr val="FFFFFF">
                  <a:alpha val="0"/>
                </a:srgbClr>
              </a:clrTo>
            </a:clrChange>
          </a:blip>
          <a:srcRect/>
          <a:stretch>
            <a:fillRect/>
          </a:stretch>
        </p:blipFill>
        <p:spPr bwMode="auto">
          <a:xfrm>
            <a:off x="3508514" y="3240167"/>
            <a:ext cx="2206487" cy="644973"/>
          </a:xfrm>
          <a:prstGeom prst="rect">
            <a:avLst/>
          </a:prstGeom>
          <a:noFill/>
        </p:spPr>
      </p:pic>
      <p:sp>
        <p:nvSpPr>
          <p:cNvPr id="59" name="右大括号 58"/>
          <p:cNvSpPr/>
          <p:nvPr/>
        </p:nvSpPr>
        <p:spPr>
          <a:xfrm>
            <a:off x="5953539" y="2554366"/>
            <a:ext cx="755374" cy="1232452"/>
          </a:xfrm>
          <a:prstGeom prst="righ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23558" name="Rectangle 6"/>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zh-CN" altLang="en-US"/>
          </a:p>
        </p:txBody>
      </p:sp>
      <p:pic>
        <p:nvPicPr>
          <p:cNvPr id="23557" name="Picture 5"/>
          <p:cNvPicPr>
            <a:picLocks noChangeAspect="1" noChangeArrowheads="1"/>
          </p:cNvPicPr>
          <p:nvPr/>
        </p:nvPicPr>
        <p:blipFill>
          <a:blip r:embed="rId6" cstate="print">
            <a:clrChange>
              <a:clrFrom>
                <a:srgbClr val="FFFFFF"/>
              </a:clrFrom>
              <a:clrTo>
                <a:srgbClr val="FFFFFF">
                  <a:alpha val="0"/>
                </a:srgbClr>
              </a:clrTo>
            </a:clrChange>
          </a:blip>
          <a:srcRect/>
          <a:stretch>
            <a:fillRect/>
          </a:stretch>
        </p:blipFill>
        <p:spPr bwMode="auto">
          <a:xfrm>
            <a:off x="6758607" y="2862479"/>
            <a:ext cx="2117289" cy="616226"/>
          </a:xfrm>
          <a:prstGeom prst="rect">
            <a:avLst/>
          </a:prstGeom>
          <a:noFill/>
        </p:spPr>
      </p:pic>
      <p:sp>
        <p:nvSpPr>
          <p:cNvPr id="23559" name="Rectangle 7"/>
          <p:cNvSpPr>
            <a:spLocks noChangeArrowheads="1"/>
          </p:cNvSpPr>
          <p:nvPr/>
        </p:nvSpPr>
        <p:spPr bwMode="auto">
          <a:xfrm>
            <a:off x="0" y="371475"/>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1200" b="0" i="0" u="none" strike="noStrike" cap="none" normalizeH="0" baseline="0" smtClean="0">
                <a:ln>
                  <a:noFill/>
                </a:ln>
                <a:solidFill>
                  <a:schemeClr val="tx1"/>
                </a:solidFill>
                <a:effectLst/>
                <a:latin typeface="Cambria Math" pitchFamily="18" charset="0"/>
                <a:ea typeface="宋体" pitchFamily="2" charset="-122"/>
                <a:cs typeface="Times New Roman" pitchFamily="18" charset="0"/>
              </a:rPr>
              <a:t>	</a:t>
            </a:r>
            <a:r>
              <a:rPr kumimoji="0" lang="en-US" altLang="zh-CN" sz="800" b="0" i="0" u="none" strike="noStrike" cap="none" normalizeH="0" baseline="0" smtClean="0">
                <a:ln>
                  <a:noFill/>
                </a:ln>
                <a:solidFill>
                  <a:schemeClr val="tx1"/>
                </a:solidFill>
                <a:effectLst/>
                <a:latin typeface="Arial" pitchFamily="34" charset="0"/>
                <a:ea typeface="宋体" pitchFamily="2" charset="-122"/>
                <a:cs typeface="宋体" pitchFamily="2" charset="-122"/>
              </a:rPr>
              <a:t> </a:t>
            </a:r>
            <a:endParaRPr kumimoji="0" lang="en-US" altLang="zh-CN" sz="1800" b="0" i="0" u="none" strike="noStrike" cap="none" normalizeH="0" baseline="0" smtClean="0">
              <a:ln>
                <a:noFill/>
              </a:ln>
              <a:solidFill>
                <a:schemeClr val="tx1"/>
              </a:solidFill>
              <a:effectLst/>
              <a:latin typeface="Arial" pitchFamily="34" charset="0"/>
              <a:ea typeface="宋体" pitchFamily="2" charset="-122"/>
              <a:cs typeface="宋体" pitchFamily="2" charset="-122"/>
            </a:endParaRPr>
          </a:p>
        </p:txBody>
      </p:sp>
      <p:sp>
        <p:nvSpPr>
          <p:cNvPr id="61" name="右弧形箭头 60"/>
          <p:cNvSpPr/>
          <p:nvPr/>
        </p:nvSpPr>
        <p:spPr>
          <a:xfrm rot="1985336">
            <a:off x="7129061" y="3734963"/>
            <a:ext cx="526774" cy="1119809"/>
          </a:xfrm>
          <a:prstGeom prst="curvedLef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23561" name="Rectangle 9"/>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zh-CN" altLang="en-US"/>
          </a:p>
        </p:txBody>
      </p:sp>
      <p:pic>
        <p:nvPicPr>
          <p:cNvPr id="23560" name="Picture 8"/>
          <p:cNvPicPr>
            <a:picLocks noChangeAspect="1" noChangeArrowheads="1"/>
          </p:cNvPicPr>
          <p:nvPr/>
        </p:nvPicPr>
        <p:blipFill>
          <a:blip r:embed="rId7" cstate="print">
            <a:clrChange>
              <a:clrFrom>
                <a:srgbClr val="FFFFFF"/>
              </a:clrFrom>
              <a:clrTo>
                <a:srgbClr val="FFFFFF">
                  <a:alpha val="0"/>
                </a:srgbClr>
              </a:clrTo>
            </a:clrChange>
          </a:blip>
          <a:srcRect/>
          <a:stretch>
            <a:fillRect/>
          </a:stretch>
        </p:blipFill>
        <p:spPr bwMode="auto">
          <a:xfrm>
            <a:off x="4104861" y="4224130"/>
            <a:ext cx="2477138" cy="596348"/>
          </a:xfrm>
          <a:prstGeom prst="rect">
            <a:avLst/>
          </a:prstGeom>
          <a:noFill/>
        </p:spPr>
      </p:pic>
      <p:pic>
        <p:nvPicPr>
          <p:cNvPr id="23562" name="Picture 10" descr="C:\Users\samsung\Desktop\TIM截图20190509214552.png"/>
          <p:cNvPicPr>
            <a:picLocks noChangeAspect="1" noChangeArrowheads="1"/>
          </p:cNvPicPr>
          <p:nvPr/>
        </p:nvPicPr>
        <p:blipFill>
          <a:blip r:embed="rId8" cstate="print"/>
          <a:srcRect/>
          <a:stretch>
            <a:fillRect/>
          </a:stretch>
        </p:blipFill>
        <p:spPr bwMode="auto">
          <a:xfrm>
            <a:off x="4746557" y="0"/>
            <a:ext cx="4397443" cy="3056621"/>
          </a:xfrm>
          <a:prstGeom prst="rect">
            <a:avLst/>
          </a:prstGeom>
          <a:noFill/>
        </p:spPr>
      </p:pic>
    </p:spTree>
    <p:extLst>
      <p:ext uri="{BB962C8B-B14F-4D97-AF65-F5344CB8AC3E}">
        <p14:creationId xmlns="" xmlns:p14="http://schemas.microsoft.com/office/powerpoint/2010/main" val="1668321447"/>
      </p:ext>
    </p:extLst>
  </p:cSld>
  <p:clrMapOvr>
    <a:masterClrMapping/>
  </p:clrMapOvr>
  <p:transition spd="slow">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3562"/>
                                        </p:tgtEl>
                                        <p:attrNameLst>
                                          <p:attrName>style.visibility</p:attrName>
                                        </p:attrNameLst>
                                      </p:cBhvr>
                                      <p:to>
                                        <p:strVal val="visible"/>
                                      </p:to>
                                    </p:set>
                                    <p:animEffect transition="in" filter="fade">
                                      <p:cBhvr>
                                        <p:cTn id="7" dur="2000"/>
                                        <p:tgtEl>
                                          <p:spTgt spid="2356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6" name="TextBox 13">
            <a:extLst>
              <a:ext uri="{FF2B5EF4-FFF2-40B4-BE49-F238E27FC236}">
                <a16:creationId xmlns="" xmlns:a16="http://schemas.microsoft.com/office/drawing/2014/main" id="{1FEC01C7-E8BB-4B01-A435-65BC580A406A}"/>
              </a:ext>
            </a:extLst>
          </p:cNvPr>
          <p:cNvSpPr>
            <a:spLocks noChangeArrowheads="1"/>
          </p:cNvSpPr>
          <p:nvPr/>
        </p:nvSpPr>
        <p:spPr bwMode="auto">
          <a:xfrm>
            <a:off x="462915" y="315641"/>
            <a:ext cx="5470746" cy="715581"/>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68580" tIns="34290" rIns="68580" bIns="34290">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9pPr>
          </a:lstStyle>
          <a:p>
            <a:pPr defTabSz="822960" fontAlgn="base">
              <a:spcAft>
                <a:spcPct val="0"/>
              </a:spcAft>
              <a:buNone/>
              <a:defRPr/>
            </a:pPr>
            <a:r>
              <a:rPr lang="zh-CN" altLang="en-US" sz="2100" b="1" dirty="0" smtClean="0">
                <a:solidFill>
                  <a:prstClr val="black">
                    <a:lumMod val="75000"/>
                    <a:lumOff val="25000"/>
                  </a:prstClr>
                </a:solidFill>
                <a:latin typeface="微软雅黑" panose="020B0503020204020204" pitchFamily="34" charset="-122"/>
                <a:ea typeface="微软雅黑" panose="020B0503020204020204" pitchFamily="34" charset="-122"/>
                <a:sym typeface="微软雅黑" panose="020B0503020204020204" pitchFamily="34" charset="-122"/>
              </a:rPr>
              <a:t>结合近因的节点相似度（</a:t>
            </a:r>
            <a:r>
              <a:rPr lang="en-US" altLang="zh-CN" sz="2100" b="1" dirty="0" smtClean="0">
                <a:solidFill>
                  <a:prstClr val="black">
                    <a:lumMod val="75000"/>
                    <a:lumOff val="25000"/>
                  </a:prstClr>
                </a:solidFill>
                <a:latin typeface="微软雅黑" panose="020B0503020204020204" pitchFamily="34" charset="-122"/>
                <a:ea typeface="微软雅黑" panose="020B0503020204020204" pitchFamily="34" charset="-122"/>
                <a:sym typeface="微软雅黑" panose="020B0503020204020204" pitchFamily="34" charset="-122"/>
              </a:rPr>
              <a:t>CN</a:t>
            </a:r>
            <a:r>
              <a:rPr lang="zh-CN" altLang="en-US" sz="2100" b="1" dirty="0" smtClean="0">
                <a:solidFill>
                  <a:prstClr val="black">
                    <a:lumMod val="75000"/>
                    <a:lumOff val="25000"/>
                  </a:prstClr>
                </a:solidFill>
                <a:latin typeface="微软雅黑" panose="020B0503020204020204" pitchFamily="34" charset="-122"/>
                <a:ea typeface="微软雅黑" panose="020B0503020204020204" pitchFamily="34" charset="-122"/>
                <a:sym typeface="微软雅黑" panose="020B0503020204020204" pitchFamily="34" charset="-122"/>
              </a:rPr>
              <a:t>、</a:t>
            </a:r>
            <a:r>
              <a:rPr lang="en-US" altLang="zh-CN" sz="2100" b="1" dirty="0" smtClean="0">
                <a:solidFill>
                  <a:prstClr val="black">
                    <a:lumMod val="75000"/>
                    <a:lumOff val="25000"/>
                  </a:prstClr>
                </a:solidFill>
                <a:latin typeface="微软雅黑" panose="020B0503020204020204" pitchFamily="34" charset="-122"/>
                <a:ea typeface="微软雅黑" panose="020B0503020204020204" pitchFamily="34" charset="-122"/>
                <a:sym typeface="微软雅黑" panose="020B0503020204020204" pitchFamily="34" charset="-122"/>
              </a:rPr>
              <a:t>TDCN</a:t>
            </a:r>
            <a:r>
              <a:rPr lang="zh-CN" altLang="en-US" sz="2100" b="1" dirty="0" smtClean="0">
                <a:solidFill>
                  <a:prstClr val="black">
                    <a:lumMod val="75000"/>
                    <a:lumOff val="25000"/>
                  </a:prstClr>
                </a:solidFill>
                <a:latin typeface="微软雅黑" panose="020B0503020204020204" pitchFamily="34" charset="-122"/>
                <a:ea typeface="微软雅黑" panose="020B0503020204020204" pitchFamily="34" charset="-122"/>
                <a:sym typeface="微软雅黑" panose="020B0503020204020204" pitchFamily="34" charset="-122"/>
              </a:rPr>
              <a:t>、</a:t>
            </a:r>
            <a:r>
              <a:rPr lang="en-US" altLang="zh-CN" sz="2100" b="1" dirty="0" smtClean="0">
                <a:solidFill>
                  <a:prstClr val="black">
                    <a:lumMod val="75000"/>
                    <a:lumOff val="25000"/>
                  </a:prstClr>
                </a:solidFill>
                <a:latin typeface="微软雅黑" panose="020B0503020204020204" pitchFamily="34" charset="-122"/>
                <a:ea typeface="微软雅黑" panose="020B0503020204020204" pitchFamily="34" charset="-122"/>
                <a:sym typeface="微软雅黑" panose="020B0503020204020204" pitchFamily="34" charset="-122"/>
              </a:rPr>
              <a:t>TCN</a:t>
            </a:r>
            <a:r>
              <a:rPr lang="zh-CN" altLang="en-US" sz="2100" b="1" dirty="0" smtClean="0">
                <a:solidFill>
                  <a:prstClr val="black">
                    <a:lumMod val="75000"/>
                    <a:lumOff val="25000"/>
                  </a:prstClr>
                </a:solidFill>
                <a:latin typeface="微软雅黑" panose="020B0503020204020204" pitchFamily="34" charset="-122"/>
                <a:ea typeface="微软雅黑" panose="020B0503020204020204" pitchFamily="34" charset="-122"/>
                <a:sym typeface="微软雅黑" panose="020B0503020204020204" pitchFamily="34" charset="-122"/>
              </a:rPr>
              <a:t>、</a:t>
            </a:r>
            <a:r>
              <a:rPr lang="en-US" altLang="zh-CN" sz="2100" b="1" dirty="0" smtClean="0">
                <a:solidFill>
                  <a:prstClr val="black">
                    <a:lumMod val="75000"/>
                    <a:lumOff val="25000"/>
                  </a:prstClr>
                </a:solidFill>
                <a:latin typeface="微软雅黑" panose="020B0503020204020204" pitchFamily="34" charset="-122"/>
                <a:ea typeface="微软雅黑" panose="020B0503020204020204" pitchFamily="34" charset="-122"/>
                <a:sym typeface="微软雅黑" panose="020B0503020204020204" pitchFamily="34" charset="-122"/>
              </a:rPr>
              <a:t>MDTCN</a:t>
            </a:r>
            <a:r>
              <a:rPr lang="zh-CN" altLang="en-US" sz="2100" b="1" dirty="0" smtClean="0">
                <a:solidFill>
                  <a:prstClr val="black">
                    <a:lumMod val="75000"/>
                    <a:lumOff val="25000"/>
                  </a:prstClr>
                </a:solidFill>
                <a:latin typeface="微软雅黑" panose="020B0503020204020204" pitchFamily="34" charset="-122"/>
                <a:ea typeface="微软雅黑" panose="020B0503020204020204" pitchFamily="34" charset="-122"/>
                <a:sym typeface="微软雅黑" panose="020B0503020204020204" pitchFamily="34" charset="-122"/>
              </a:rPr>
              <a:t>、</a:t>
            </a:r>
            <a:r>
              <a:rPr lang="en-US" altLang="zh-CN" sz="2100" b="1" dirty="0" smtClean="0">
                <a:solidFill>
                  <a:prstClr val="black">
                    <a:lumMod val="75000"/>
                    <a:lumOff val="25000"/>
                  </a:prstClr>
                </a:solidFill>
                <a:latin typeface="微软雅黑" panose="020B0503020204020204" pitchFamily="34" charset="-122"/>
                <a:ea typeface="微软雅黑" panose="020B0503020204020204" pitchFamily="34" charset="-122"/>
                <a:sym typeface="微软雅黑" panose="020B0503020204020204" pitchFamily="34" charset="-122"/>
              </a:rPr>
              <a:t>MTCN</a:t>
            </a:r>
            <a:r>
              <a:rPr lang="zh-CN" altLang="en-US" sz="2100" b="1" dirty="0" smtClean="0">
                <a:solidFill>
                  <a:prstClr val="black">
                    <a:lumMod val="75000"/>
                    <a:lumOff val="25000"/>
                  </a:prstClr>
                </a:solidFill>
                <a:latin typeface="微软雅黑" panose="020B0503020204020204" pitchFamily="34" charset="-122"/>
                <a:ea typeface="微软雅黑" panose="020B0503020204020204" pitchFamily="34" charset="-122"/>
                <a:sym typeface="微软雅黑" panose="020B0503020204020204" pitchFamily="34" charset="-122"/>
              </a:rPr>
              <a:t>）</a:t>
            </a:r>
            <a:endParaRPr lang="zh-CN" altLang="en-US" sz="2100" b="1" dirty="0">
              <a:solidFill>
                <a:prstClr val="black">
                  <a:lumMod val="75000"/>
                  <a:lumOff val="25000"/>
                </a:prstClr>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23554" name="Rectangle 2"/>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zh-CN" altLang="en-US"/>
          </a:p>
        </p:txBody>
      </p:sp>
      <p:sp>
        <p:nvSpPr>
          <p:cNvPr id="23556" name="Rectangle 4"/>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zh-CN" altLang="en-US"/>
          </a:p>
        </p:txBody>
      </p:sp>
      <p:sp>
        <p:nvSpPr>
          <p:cNvPr id="23558" name="Rectangle 6"/>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zh-CN" altLang="en-US"/>
          </a:p>
        </p:txBody>
      </p:sp>
      <p:sp>
        <p:nvSpPr>
          <p:cNvPr id="23559" name="Rectangle 7"/>
          <p:cNvSpPr>
            <a:spLocks noChangeArrowheads="1"/>
          </p:cNvSpPr>
          <p:nvPr/>
        </p:nvSpPr>
        <p:spPr bwMode="auto">
          <a:xfrm>
            <a:off x="0" y="371475"/>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1200" b="0" i="0" u="none" strike="noStrike" cap="none" normalizeH="0" baseline="0" smtClean="0">
                <a:ln>
                  <a:noFill/>
                </a:ln>
                <a:solidFill>
                  <a:schemeClr val="tx1"/>
                </a:solidFill>
                <a:effectLst/>
                <a:latin typeface="Cambria Math" pitchFamily="18" charset="0"/>
                <a:ea typeface="宋体" pitchFamily="2" charset="-122"/>
                <a:cs typeface="Times New Roman" pitchFamily="18" charset="0"/>
              </a:rPr>
              <a:t>	</a:t>
            </a:r>
            <a:r>
              <a:rPr kumimoji="0" lang="en-US" altLang="zh-CN" sz="800" b="0" i="0" u="none" strike="noStrike" cap="none" normalizeH="0" baseline="0" smtClean="0">
                <a:ln>
                  <a:noFill/>
                </a:ln>
                <a:solidFill>
                  <a:schemeClr val="tx1"/>
                </a:solidFill>
                <a:effectLst/>
                <a:latin typeface="Arial" pitchFamily="34" charset="0"/>
                <a:ea typeface="宋体" pitchFamily="2" charset="-122"/>
                <a:cs typeface="宋体" pitchFamily="2" charset="-122"/>
              </a:rPr>
              <a:t> </a:t>
            </a:r>
            <a:endParaRPr kumimoji="0" lang="en-US" altLang="zh-CN" sz="1800" b="0" i="0" u="none" strike="noStrike" cap="none" normalizeH="0" baseline="0" smtClean="0">
              <a:ln>
                <a:noFill/>
              </a:ln>
              <a:solidFill>
                <a:schemeClr val="tx1"/>
              </a:solidFill>
              <a:effectLst/>
              <a:latin typeface="Arial" pitchFamily="34" charset="0"/>
              <a:ea typeface="宋体" pitchFamily="2" charset="-122"/>
              <a:cs typeface="宋体" pitchFamily="2" charset="-122"/>
            </a:endParaRPr>
          </a:p>
        </p:txBody>
      </p:sp>
      <p:sp>
        <p:nvSpPr>
          <p:cNvPr id="23561" name="Rectangle 9"/>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zh-CN" altLang="en-US"/>
          </a:p>
        </p:txBody>
      </p:sp>
      <p:sp>
        <p:nvSpPr>
          <p:cNvPr id="81922" name="Rectangle 2"/>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zh-CN" altLang="en-US"/>
          </a:p>
        </p:txBody>
      </p:sp>
      <p:pic>
        <p:nvPicPr>
          <p:cNvPr id="81921" name="Picture 1"/>
          <p:cNvPicPr>
            <a:picLocks noChangeAspect="1" noChangeArrowheads="1"/>
          </p:cNvPicPr>
          <p:nvPr/>
        </p:nvPicPr>
        <p:blipFill>
          <a:blip r:embed="rId3" cstate="print">
            <a:clrChange>
              <a:clrFrom>
                <a:srgbClr val="FFFFFF"/>
              </a:clrFrom>
              <a:clrTo>
                <a:srgbClr val="FFFFFF">
                  <a:alpha val="0"/>
                </a:srgbClr>
              </a:clrTo>
            </a:clrChange>
          </a:blip>
          <a:srcRect/>
          <a:stretch>
            <a:fillRect/>
          </a:stretch>
        </p:blipFill>
        <p:spPr bwMode="auto">
          <a:xfrm>
            <a:off x="695739" y="1302026"/>
            <a:ext cx="2824132" cy="387626"/>
          </a:xfrm>
          <a:prstGeom prst="rect">
            <a:avLst/>
          </a:prstGeom>
          <a:noFill/>
        </p:spPr>
      </p:pic>
      <p:sp>
        <p:nvSpPr>
          <p:cNvPr id="81923" name="Rectangle 3"/>
          <p:cNvSpPr>
            <a:spLocks noChangeArrowheads="1"/>
          </p:cNvSpPr>
          <p:nvPr/>
        </p:nvSpPr>
        <p:spPr bwMode="auto">
          <a:xfrm>
            <a:off x="0" y="200025"/>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1200" b="0" i="0" u="none" strike="noStrike" cap="none" normalizeH="0" baseline="0" smtClean="0">
                <a:ln>
                  <a:noFill/>
                </a:ln>
                <a:solidFill>
                  <a:schemeClr val="tx1"/>
                </a:solidFill>
                <a:effectLst/>
                <a:latin typeface="Times New Roman" pitchFamily="18" charset="0"/>
                <a:ea typeface="宋体" pitchFamily="2" charset="-122"/>
                <a:cs typeface="Times New Roman" pitchFamily="18" charset="0"/>
              </a:rPr>
              <a:t>	</a:t>
            </a:r>
            <a:r>
              <a:rPr kumimoji="0" lang="en-US" altLang="zh-CN" sz="800" b="0" i="0" u="none" strike="noStrike" cap="none" normalizeH="0" baseline="0" smtClean="0">
                <a:ln>
                  <a:noFill/>
                </a:ln>
                <a:solidFill>
                  <a:schemeClr val="tx1"/>
                </a:solidFill>
                <a:effectLst/>
                <a:latin typeface="Arial" pitchFamily="34" charset="0"/>
                <a:ea typeface="宋体" pitchFamily="2" charset="-122"/>
                <a:cs typeface="宋体" pitchFamily="2" charset="-122"/>
              </a:rPr>
              <a:t> </a:t>
            </a:r>
            <a:endParaRPr kumimoji="0" lang="en-US" altLang="zh-CN" sz="1800" b="0" i="0" u="none" strike="noStrike" cap="none" normalizeH="0" baseline="0" smtClean="0">
              <a:ln>
                <a:noFill/>
              </a:ln>
              <a:solidFill>
                <a:schemeClr val="tx1"/>
              </a:solidFill>
              <a:effectLst/>
              <a:latin typeface="Arial" pitchFamily="34" charset="0"/>
              <a:ea typeface="宋体" pitchFamily="2" charset="-122"/>
              <a:cs typeface="宋体" pitchFamily="2" charset="-122"/>
            </a:endParaRPr>
          </a:p>
        </p:txBody>
      </p:sp>
      <p:sp>
        <p:nvSpPr>
          <p:cNvPr id="81925" name="Rectangle 5"/>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zh-CN" altLang="en-US"/>
          </a:p>
        </p:txBody>
      </p:sp>
      <p:pic>
        <p:nvPicPr>
          <p:cNvPr id="81924" name="Picture 4"/>
          <p:cNvPicPr>
            <a:picLocks noChangeAspect="1" noChangeArrowheads="1"/>
          </p:cNvPicPr>
          <p:nvPr/>
        </p:nvPicPr>
        <p:blipFill>
          <a:blip r:embed="rId4" cstate="print">
            <a:clrChange>
              <a:clrFrom>
                <a:srgbClr val="FFFFFF"/>
              </a:clrFrom>
              <a:clrTo>
                <a:srgbClr val="FFFFFF">
                  <a:alpha val="0"/>
                </a:srgbClr>
              </a:clrTo>
            </a:clrChange>
          </a:blip>
          <a:srcRect/>
          <a:stretch>
            <a:fillRect/>
          </a:stretch>
        </p:blipFill>
        <p:spPr bwMode="auto">
          <a:xfrm>
            <a:off x="646044" y="1977886"/>
            <a:ext cx="6888774" cy="407505"/>
          </a:xfrm>
          <a:prstGeom prst="rect">
            <a:avLst/>
          </a:prstGeom>
          <a:noFill/>
        </p:spPr>
      </p:pic>
      <p:sp>
        <p:nvSpPr>
          <p:cNvPr id="81926" name="Rectangle 6"/>
          <p:cNvSpPr>
            <a:spLocks noChangeArrowheads="1"/>
          </p:cNvSpPr>
          <p:nvPr/>
        </p:nvSpPr>
        <p:spPr bwMode="auto">
          <a:xfrm>
            <a:off x="0" y="200025"/>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1200" b="0" i="0" u="none" strike="noStrike" cap="none" normalizeH="0" baseline="0" smtClean="0">
                <a:ln>
                  <a:noFill/>
                </a:ln>
                <a:solidFill>
                  <a:schemeClr val="tx1"/>
                </a:solidFill>
                <a:effectLst/>
                <a:latin typeface="Cambria Math" pitchFamily="18" charset="0"/>
                <a:ea typeface="宋体" pitchFamily="2" charset="-122"/>
                <a:cs typeface="Times New Roman" pitchFamily="18" charset="0"/>
              </a:rPr>
              <a:t>		</a:t>
            </a:r>
            <a:r>
              <a:rPr kumimoji="0" lang="en-US" altLang="zh-CN" sz="800" b="0" i="0" u="none" strike="noStrike" cap="none" normalizeH="0" baseline="0" smtClean="0">
                <a:ln>
                  <a:noFill/>
                </a:ln>
                <a:solidFill>
                  <a:schemeClr val="tx1"/>
                </a:solidFill>
                <a:effectLst/>
                <a:latin typeface="Arial" pitchFamily="34" charset="0"/>
                <a:ea typeface="宋体" pitchFamily="2" charset="-122"/>
                <a:cs typeface="宋体" pitchFamily="2" charset="-122"/>
              </a:rPr>
              <a:t> </a:t>
            </a:r>
            <a:endParaRPr kumimoji="0" lang="en-US" altLang="zh-CN" sz="1800" b="0" i="0" u="none" strike="noStrike" cap="none" normalizeH="0" baseline="0" smtClean="0">
              <a:ln>
                <a:noFill/>
              </a:ln>
              <a:solidFill>
                <a:schemeClr val="tx1"/>
              </a:solidFill>
              <a:effectLst/>
              <a:latin typeface="Arial" pitchFamily="34" charset="0"/>
              <a:ea typeface="宋体" pitchFamily="2" charset="-122"/>
              <a:cs typeface="宋体" pitchFamily="2" charset="-122"/>
            </a:endParaRPr>
          </a:p>
        </p:txBody>
      </p:sp>
      <p:sp>
        <p:nvSpPr>
          <p:cNvPr id="81928" name="Rectangle 8"/>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zh-CN" altLang="en-US"/>
          </a:p>
        </p:txBody>
      </p:sp>
      <p:pic>
        <p:nvPicPr>
          <p:cNvPr id="81927" name="Picture 7"/>
          <p:cNvPicPr>
            <a:picLocks noChangeAspect="1" noChangeArrowheads="1"/>
          </p:cNvPicPr>
          <p:nvPr/>
        </p:nvPicPr>
        <p:blipFill>
          <a:blip r:embed="rId5" cstate="print">
            <a:clrChange>
              <a:clrFrom>
                <a:srgbClr val="FFFFFF"/>
              </a:clrFrom>
              <a:clrTo>
                <a:srgbClr val="FFFFFF">
                  <a:alpha val="0"/>
                </a:srgbClr>
              </a:clrTo>
            </a:clrChange>
          </a:blip>
          <a:srcRect/>
          <a:stretch>
            <a:fillRect/>
          </a:stretch>
        </p:blipFill>
        <p:spPr bwMode="auto">
          <a:xfrm>
            <a:off x="646043" y="2584173"/>
            <a:ext cx="4084984" cy="579214"/>
          </a:xfrm>
          <a:prstGeom prst="rect">
            <a:avLst/>
          </a:prstGeom>
          <a:noFill/>
        </p:spPr>
      </p:pic>
      <p:sp>
        <p:nvSpPr>
          <p:cNvPr id="81930" name="Rectangle 10"/>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zh-CN" altLang="en-US"/>
          </a:p>
        </p:txBody>
      </p:sp>
      <p:pic>
        <p:nvPicPr>
          <p:cNvPr id="81929" name="Picture 9"/>
          <p:cNvPicPr>
            <a:picLocks noChangeAspect="1" noChangeArrowheads="1"/>
          </p:cNvPicPr>
          <p:nvPr/>
        </p:nvPicPr>
        <p:blipFill>
          <a:blip r:embed="rId6" cstate="print">
            <a:clrChange>
              <a:clrFrom>
                <a:srgbClr val="FFFFFF"/>
              </a:clrFrom>
              <a:clrTo>
                <a:srgbClr val="FFFFFF">
                  <a:alpha val="0"/>
                </a:srgbClr>
              </a:clrTo>
            </a:clrChange>
          </a:blip>
          <a:srcRect/>
          <a:stretch>
            <a:fillRect/>
          </a:stretch>
        </p:blipFill>
        <p:spPr bwMode="auto">
          <a:xfrm>
            <a:off x="626166" y="3319669"/>
            <a:ext cx="6922151" cy="467139"/>
          </a:xfrm>
          <a:prstGeom prst="rect">
            <a:avLst/>
          </a:prstGeom>
          <a:noFill/>
        </p:spPr>
      </p:pic>
      <p:sp>
        <p:nvSpPr>
          <p:cNvPr id="81931" name="Rectangle 11"/>
          <p:cNvSpPr>
            <a:spLocks noChangeArrowheads="1"/>
          </p:cNvSpPr>
          <p:nvPr/>
        </p:nvSpPr>
        <p:spPr bwMode="auto">
          <a:xfrm>
            <a:off x="0" y="20955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1200" b="0" i="0" u="none" strike="noStrike" cap="none" normalizeH="0" baseline="0" smtClean="0">
                <a:ln>
                  <a:noFill/>
                </a:ln>
                <a:solidFill>
                  <a:schemeClr val="tx1"/>
                </a:solidFill>
                <a:effectLst/>
                <a:latin typeface="Cambria Math" pitchFamily="18" charset="0"/>
                <a:ea typeface="宋体" pitchFamily="2" charset="-122"/>
                <a:cs typeface="Times New Roman" pitchFamily="18" charset="0"/>
              </a:rPr>
              <a:t>		</a:t>
            </a:r>
            <a:r>
              <a:rPr kumimoji="0" lang="en-US" altLang="zh-CN" sz="800" b="0" i="0" u="none" strike="noStrike" cap="none" normalizeH="0" baseline="0" smtClean="0">
                <a:ln>
                  <a:noFill/>
                </a:ln>
                <a:solidFill>
                  <a:schemeClr val="tx1"/>
                </a:solidFill>
                <a:effectLst/>
                <a:latin typeface="Arial" pitchFamily="34" charset="0"/>
                <a:ea typeface="宋体" pitchFamily="2" charset="-122"/>
                <a:cs typeface="宋体" pitchFamily="2" charset="-122"/>
              </a:rPr>
              <a:t> </a:t>
            </a:r>
            <a:endParaRPr kumimoji="0" lang="en-US" altLang="zh-CN" sz="1800" b="0" i="0" u="none" strike="noStrike" cap="none" normalizeH="0" baseline="0" smtClean="0">
              <a:ln>
                <a:noFill/>
              </a:ln>
              <a:solidFill>
                <a:schemeClr val="tx1"/>
              </a:solidFill>
              <a:effectLst/>
              <a:latin typeface="Arial" pitchFamily="34" charset="0"/>
              <a:ea typeface="宋体" pitchFamily="2" charset="-122"/>
              <a:cs typeface="宋体" pitchFamily="2" charset="-122"/>
            </a:endParaRPr>
          </a:p>
        </p:txBody>
      </p:sp>
      <p:sp>
        <p:nvSpPr>
          <p:cNvPr id="81933" name="Rectangle 13"/>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zh-CN" altLang="en-US"/>
          </a:p>
        </p:txBody>
      </p:sp>
      <p:pic>
        <p:nvPicPr>
          <p:cNvPr id="81932" name="Picture 12"/>
          <p:cNvPicPr>
            <a:picLocks noChangeAspect="1" noChangeArrowheads="1"/>
          </p:cNvPicPr>
          <p:nvPr/>
        </p:nvPicPr>
        <p:blipFill>
          <a:blip r:embed="rId7" cstate="print">
            <a:clrChange>
              <a:clrFrom>
                <a:srgbClr val="FFFFFF"/>
              </a:clrFrom>
              <a:clrTo>
                <a:srgbClr val="FFFFFF">
                  <a:alpha val="0"/>
                </a:srgbClr>
              </a:clrTo>
            </a:clrChange>
          </a:blip>
          <a:srcRect/>
          <a:stretch>
            <a:fillRect/>
          </a:stretch>
        </p:blipFill>
        <p:spPr bwMode="auto">
          <a:xfrm>
            <a:off x="725557" y="4214191"/>
            <a:ext cx="3715884" cy="347870"/>
          </a:xfrm>
          <a:prstGeom prst="rect">
            <a:avLst/>
          </a:prstGeom>
          <a:noFill/>
        </p:spPr>
      </p:pic>
      <p:sp>
        <p:nvSpPr>
          <p:cNvPr id="81934" name="Rectangle 14"/>
          <p:cNvSpPr>
            <a:spLocks noChangeArrowheads="1"/>
          </p:cNvSpPr>
          <p:nvPr/>
        </p:nvSpPr>
        <p:spPr bwMode="auto">
          <a:xfrm>
            <a:off x="0" y="20955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1200" b="0" i="0" u="none" strike="noStrike" cap="none" normalizeH="0" baseline="0" smtClean="0">
                <a:ln>
                  <a:noFill/>
                </a:ln>
                <a:solidFill>
                  <a:schemeClr val="tx1"/>
                </a:solidFill>
                <a:effectLst/>
                <a:latin typeface="Cambria Math" pitchFamily="18" charset="0"/>
                <a:ea typeface="宋体" pitchFamily="2" charset="-122"/>
                <a:cs typeface="Times New Roman" pitchFamily="18" charset="0"/>
              </a:rPr>
              <a:t>	</a:t>
            </a:r>
            <a:r>
              <a:rPr kumimoji="0" lang="en-US" altLang="zh-CN" sz="800" b="0" i="0" u="none" strike="noStrike" cap="none" normalizeH="0" baseline="0" smtClean="0">
                <a:ln>
                  <a:noFill/>
                </a:ln>
                <a:solidFill>
                  <a:schemeClr val="tx1"/>
                </a:solidFill>
                <a:effectLst/>
                <a:latin typeface="Arial" pitchFamily="34" charset="0"/>
                <a:ea typeface="宋体" pitchFamily="2" charset="-122"/>
                <a:cs typeface="宋体" pitchFamily="2" charset="-122"/>
              </a:rPr>
              <a:t> </a:t>
            </a:r>
            <a:endParaRPr kumimoji="0" lang="en-US" altLang="zh-CN" sz="1800" b="0" i="0" u="none" strike="noStrike" cap="none" normalizeH="0" baseline="0" smtClean="0">
              <a:ln>
                <a:noFill/>
              </a:ln>
              <a:solidFill>
                <a:schemeClr val="tx1"/>
              </a:solidFill>
              <a:effectLst/>
              <a:latin typeface="Arial" pitchFamily="34" charset="0"/>
              <a:ea typeface="宋体" pitchFamily="2" charset="-122"/>
              <a:cs typeface="宋体" pitchFamily="2" charset="-122"/>
            </a:endParaRPr>
          </a:p>
        </p:txBody>
      </p:sp>
    </p:spTree>
    <p:extLst>
      <p:ext uri="{BB962C8B-B14F-4D97-AF65-F5344CB8AC3E}">
        <p14:creationId xmlns="" xmlns:p14="http://schemas.microsoft.com/office/powerpoint/2010/main" val="1668321447"/>
      </p:ext>
    </p:extLst>
  </p:cSld>
  <p:clrMapOvr>
    <a:masterClrMapping/>
  </p:clrMapOvr>
  <p:transition spd="slow">
    <p:fade/>
  </p:transition>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矩形: 圆角 1">
            <a:extLst>
              <a:ext uri="{FF2B5EF4-FFF2-40B4-BE49-F238E27FC236}">
                <a16:creationId xmlns:a16="http://schemas.microsoft.com/office/drawing/2014/main" xmlns="" id="{418E5A06-8819-4805-BC9F-6521A304F46B}"/>
              </a:ext>
            </a:extLst>
          </p:cNvPr>
          <p:cNvSpPr/>
          <p:nvPr/>
        </p:nvSpPr>
        <p:spPr>
          <a:xfrm rot="2700000">
            <a:off x="739159" y="1783196"/>
            <a:ext cx="2576379" cy="2576379"/>
          </a:xfrm>
          <a:prstGeom prst="roundRect">
            <a:avLst/>
          </a:prstGeom>
          <a:solidFill>
            <a:schemeClr val="bg1"/>
          </a:solidFill>
          <a:ln>
            <a:noFill/>
          </a:ln>
          <a:effectLst>
            <a:outerShdw blurRad="254000" dist="2540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3" name="文本框 5"/>
          <p:cNvSpPr txBox="1">
            <a:spLocks noChangeArrowheads="1"/>
          </p:cNvSpPr>
          <p:nvPr/>
        </p:nvSpPr>
        <p:spPr bwMode="auto">
          <a:xfrm>
            <a:off x="2684306" y="137008"/>
            <a:ext cx="3775394" cy="52322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a:spAutoFit/>
          </a:bodyPr>
          <a:lstStyle>
            <a:lvl1pPr>
              <a:defRPr sz="1300">
                <a:solidFill>
                  <a:schemeClr val="tx1"/>
                </a:solidFill>
                <a:latin typeface="Calibri Light" panose="020F0302020204030204" pitchFamily="34" charset="0"/>
                <a:ea typeface="方正宋刻本秀楷简体" panose="02000000000000000000" pitchFamily="2" charset="-122"/>
              </a:defRPr>
            </a:lvl1pPr>
            <a:lvl2pPr marL="742950" indent="-285750">
              <a:defRPr sz="1300">
                <a:solidFill>
                  <a:schemeClr val="tx1"/>
                </a:solidFill>
                <a:latin typeface="Calibri Light" panose="020F0302020204030204" pitchFamily="34" charset="0"/>
                <a:ea typeface="方正宋刻本秀楷简体" panose="02000000000000000000" pitchFamily="2" charset="-122"/>
              </a:defRPr>
            </a:lvl2pPr>
            <a:lvl3pPr marL="1143000" indent="-228600">
              <a:defRPr sz="1300">
                <a:solidFill>
                  <a:schemeClr val="tx1"/>
                </a:solidFill>
                <a:latin typeface="Calibri Light" panose="020F0302020204030204" pitchFamily="34" charset="0"/>
                <a:ea typeface="方正宋刻本秀楷简体" panose="02000000000000000000" pitchFamily="2" charset="-122"/>
              </a:defRPr>
            </a:lvl3pPr>
            <a:lvl4pPr marL="1600200" indent="-228600">
              <a:defRPr sz="1300">
                <a:solidFill>
                  <a:schemeClr val="tx1"/>
                </a:solidFill>
                <a:latin typeface="Calibri Light" panose="020F0302020204030204" pitchFamily="34" charset="0"/>
                <a:ea typeface="方正宋刻本秀楷简体" panose="02000000000000000000" pitchFamily="2" charset="-122"/>
              </a:defRPr>
            </a:lvl4pPr>
            <a:lvl5pPr marL="2057400" indent="-228600">
              <a:defRPr sz="1300">
                <a:solidFill>
                  <a:schemeClr val="tx1"/>
                </a:solidFill>
                <a:latin typeface="Calibri Light" panose="020F0302020204030204" pitchFamily="34" charset="0"/>
                <a:ea typeface="方正宋刻本秀楷简体" panose="02000000000000000000" pitchFamily="2" charset="-122"/>
              </a:defRPr>
            </a:lvl5pPr>
            <a:lvl6pPr marL="25146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6pPr>
            <a:lvl7pPr marL="29718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7pPr>
            <a:lvl8pPr marL="34290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8pPr>
            <a:lvl9pPr marL="38862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9pPr>
          </a:lstStyle>
          <a:p>
            <a:pPr algn="ctr" fontAlgn="base">
              <a:spcBef>
                <a:spcPct val="0"/>
              </a:spcBef>
              <a:spcAft>
                <a:spcPct val="0"/>
              </a:spcAft>
              <a:defRPr/>
            </a:pPr>
            <a:r>
              <a:rPr lang="zh-CN" altLang="en-US" sz="2800" b="1" dirty="0" smtClean="0">
                <a:solidFill>
                  <a:schemeClr val="accent1"/>
                </a:solidFill>
                <a:latin typeface="+mj-ea"/>
                <a:ea typeface="+mj-ea"/>
              </a:rPr>
              <a:t>链路预测方法评估指标</a:t>
            </a:r>
            <a:endParaRPr lang="zh-CN" altLang="en-US" sz="2800" b="1" dirty="0">
              <a:solidFill>
                <a:schemeClr val="accent1"/>
              </a:solidFill>
              <a:latin typeface="+mj-ea"/>
              <a:ea typeface="+mj-ea"/>
            </a:endParaRPr>
          </a:p>
        </p:txBody>
      </p:sp>
      <p:cxnSp>
        <p:nvCxnSpPr>
          <p:cNvPr id="75" name="直接连接符 74"/>
          <p:cNvCxnSpPr/>
          <p:nvPr/>
        </p:nvCxnSpPr>
        <p:spPr>
          <a:xfrm>
            <a:off x="4433191" y="838402"/>
            <a:ext cx="277619" cy="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
        <p:nvSpPr>
          <p:cNvPr id="52" name="TextBox 8" descr="e7d195523061f1c09e9d68d7cf438b91ef959ecb14fc25d26BBA7F7DBC18E55DFF4014AF651F0BF2569D4B6C1DA7F1A4683A481403BD872FC687266AD13265C1DE7C373772FD8728ABDD69ADD03BFF5BE2862BC891DBB79E74B044BEE21896B58BB504F9B7B8366179F035B8F1FE97608BAB4D7DF1E11532BDCC25DF947C3C4C1B257BA7AAE60662DCA45AF4273F5B3E">
            <a:extLst>
              <a:ext uri="{FF2B5EF4-FFF2-40B4-BE49-F238E27FC236}">
                <a16:creationId xmlns:a16="http://schemas.microsoft.com/office/drawing/2014/main" xmlns="" id="{EC85FA89-A7AF-4D7F-9827-1C1D04B8D9E7}"/>
              </a:ext>
            </a:extLst>
          </p:cNvPr>
          <p:cNvSpPr txBox="1"/>
          <p:nvPr/>
        </p:nvSpPr>
        <p:spPr>
          <a:xfrm>
            <a:off x="3574727" y="902452"/>
            <a:ext cx="1706014" cy="369332"/>
          </a:xfrm>
          <a:prstGeom prst="rect">
            <a:avLst/>
          </a:prstGeom>
          <a:noFill/>
          <a:ln>
            <a:noFill/>
          </a:ln>
        </p:spPr>
        <p:txBody>
          <a:bodyPr wrap="square">
            <a:spAutoFit/>
          </a:bodyPr>
          <a:lstStyle>
            <a:defPPr>
              <a:defRPr lang="zh-CN"/>
            </a:defPPr>
            <a:lvl1pPr algn="r" fontAlgn="base">
              <a:spcBef>
                <a:spcPct val="0"/>
              </a:spcBef>
              <a:spcAft>
                <a:spcPct val="0"/>
              </a:spcAft>
              <a:defRPr sz="1800" b="1">
                <a:solidFill>
                  <a:schemeClr val="accent1"/>
                </a:solidFill>
                <a:latin typeface="+mj-ea"/>
                <a:ea typeface="+mj-ea"/>
              </a:defRPr>
            </a:lvl1pPr>
            <a:lvl2pPr marL="742950" indent="-285750">
              <a:defRPr sz="1300">
                <a:latin typeface="Arial" panose="020B0604020202020204" pitchFamily="34" charset="0"/>
                <a:ea typeface="微软雅黑" panose="020B0503020204020204" pitchFamily="34" charset="-122"/>
              </a:defRPr>
            </a:lvl2pPr>
            <a:lvl3pPr marL="1143000" indent="-228600">
              <a:defRPr sz="1300">
                <a:latin typeface="Arial" panose="020B0604020202020204" pitchFamily="34" charset="0"/>
                <a:ea typeface="微软雅黑" panose="020B0503020204020204" pitchFamily="34" charset="-122"/>
              </a:defRPr>
            </a:lvl3pPr>
            <a:lvl4pPr marL="1600200" indent="-228600">
              <a:defRPr sz="1300">
                <a:latin typeface="Arial" panose="020B0604020202020204" pitchFamily="34" charset="0"/>
                <a:ea typeface="微软雅黑" panose="020B0503020204020204" pitchFamily="34" charset="-122"/>
              </a:defRPr>
            </a:lvl4pPr>
            <a:lvl5pPr marL="2057400" indent="-228600">
              <a:defRPr sz="1300">
                <a:latin typeface="Arial" panose="020B0604020202020204" pitchFamily="34" charset="0"/>
                <a:ea typeface="微软雅黑" panose="020B0503020204020204" pitchFamily="34" charset="-122"/>
              </a:defRPr>
            </a:lvl5pPr>
            <a:lvl6pPr marL="2514600" indent="-228600" fontAlgn="base">
              <a:spcBef>
                <a:spcPct val="0"/>
              </a:spcBef>
              <a:spcAft>
                <a:spcPct val="0"/>
              </a:spcAft>
              <a:defRPr sz="1300">
                <a:latin typeface="Arial" panose="020B0604020202020204" pitchFamily="34" charset="0"/>
                <a:ea typeface="微软雅黑" panose="020B0503020204020204" pitchFamily="34" charset="-122"/>
              </a:defRPr>
            </a:lvl6pPr>
            <a:lvl7pPr marL="2971800" indent="-228600" fontAlgn="base">
              <a:spcBef>
                <a:spcPct val="0"/>
              </a:spcBef>
              <a:spcAft>
                <a:spcPct val="0"/>
              </a:spcAft>
              <a:defRPr sz="1300">
                <a:latin typeface="Arial" panose="020B0604020202020204" pitchFamily="34" charset="0"/>
                <a:ea typeface="微软雅黑" panose="020B0503020204020204" pitchFamily="34" charset="-122"/>
              </a:defRPr>
            </a:lvl7pPr>
            <a:lvl8pPr marL="3429000" indent="-228600" fontAlgn="base">
              <a:spcBef>
                <a:spcPct val="0"/>
              </a:spcBef>
              <a:spcAft>
                <a:spcPct val="0"/>
              </a:spcAft>
              <a:defRPr sz="1300">
                <a:latin typeface="Arial" panose="020B0604020202020204" pitchFamily="34" charset="0"/>
                <a:ea typeface="微软雅黑" panose="020B0503020204020204" pitchFamily="34" charset="-122"/>
              </a:defRPr>
            </a:lvl8pPr>
            <a:lvl9pPr marL="3886200" indent="-228600" fontAlgn="base">
              <a:spcBef>
                <a:spcPct val="0"/>
              </a:spcBef>
              <a:spcAft>
                <a:spcPct val="0"/>
              </a:spcAft>
              <a:defRPr sz="1300">
                <a:latin typeface="Arial" panose="020B0604020202020204" pitchFamily="34" charset="0"/>
                <a:ea typeface="微软雅黑" panose="020B0503020204020204" pitchFamily="34" charset="-122"/>
              </a:defRPr>
            </a:lvl9pPr>
          </a:lstStyle>
          <a:p>
            <a:pPr algn="l"/>
            <a:r>
              <a:rPr lang="en-US" altLang="zh-CN" dirty="0" smtClean="0"/>
              <a:t>AUC</a:t>
            </a:r>
            <a:endParaRPr lang="en-US" dirty="0"/>
          </a:p>
        </p:txBody>
      </p:sp>
      <p:sp>
        <p:nvSpPr>
          <p:cNvPr id="53" name="TextBox 9" descr="e7d195523061f1c09e9d68d7cf438b91ef959ecb14fc25d26BBA7F7DBC18E55DFF4014AF651F0BF2569D4B6C1DA7F1A4683A481403BD872FC687266AD13265C1DE7C373772FD8728ABDD69ADD03BFF5BE2862BC891DBB79E74B044BEE21896B58BB504F9B7B8366179F035B8F1FE97608BAB4D7DF1E11532BDCC25DF947C3C4C1B257BA7AAE60662DCA45AF4273F5B3E">
            <a:extLst>
              <a:ext uri="{FF2B5EF4-FFF2-40B4-BE49-F238E27FC236}">
                <a16:creationId xmlns:a16="http://schemas.microsoft.com/office/drawing/2014/main" xmlns="" id="{80D39079-A873-43D5-AA1D-200EEEE4F35B}"/>
              </a:ext>
            </a:extLst>
          </p:cNvPr>
          <p:cNvSpPr txBox="1"/>
          <p:nvPr/>
        </p:nvSpPr>
        <p:spPr>
          <a:xfrm>
            <a:off x="3607011" y="1192864"/>
            <a:ext cx="2715471" cy="1061829"/>
          </a:xfrm>
          <a:prstGeom prst="rect">
            <a:avLst/>
          </a:prstGeom>
          <a:noFill/>
        </p:spPr>
        <p:txBody>
          <a:bodyPr wrap="square" lIns="27000" rIns="27000" rtlCol="0">
            <a:spAutoFit/>
          </a:bodyPr>
          <a:lstStyle/>
          <a:p>
            <a:pPr defTabSz="914400">
              <a:lnSpc>
                <a:spcPct val="150000"/>
              </a:lnSpc>
              <a:defRPr/>
            </a:pPr>
            <a:r>
              <a:rPr lang="zh-CN" altLang="zh-CN" sz="1400" dirty="0" smtClean="0">
                <a:latin typeface="+mn-ea"/>
              </a:rPr>
              <a:t>计算随机从测试集抽取一条边比在不存在边集中随机抽的边的相似度值大的概率</a:t>
            </a:r>
            <a:endParaRPr lang="en-US" altLang="zh-CN" sz="1400" kern="0" dirty="0">
              <a:solidFill>
                <a:schemeClr val="tx1">
                  <a:lumMod val="95000"/>
                  <a:lumOff val="5000"/>
                </a:schemeClr>
              </a:solidFill>
              <a:latin typeface="+mn-ea"/>
            </a:endParaRPr>
          </a:p>
        </p:txBody>
      </p:sp>
      <p:grpSp>
        <p:nvGrpSpPr>
          <p:cNvPr id="4" name="组合 4">
            <a:extLst>
              <a:ext uri="{FF2B5EF4-FFF2-40B4-BE49-F238E27FC236}">
                <a16:creationId xmlns:a16="http://schemas.microsoft.com/office/drawing/2014/main" xmlns="" id="{E2FA4A81-8BBD-4906-8FB2-1372AE64AFDC}"/>
              </a:ext>
            </a:extLst>
          </p:cNvPr>
          <p:cNvGrpSpPr/>
          <p:nvPr/>
        </p:nvGrpSpPr>
        <p:grpSpPr>
          <a:xfrm>
            <a:off x="2602196" y="1741292"/>
            <a:ext cx="958521" cy="958521"/>
            <a:chOff x="5126734" y="1502752"/>
            <a:chExt cx="1082919" cy="1082919"/>
          </a:xfrm>
        </p:grpSpPr>
        <p:sp>
          <p:nvSpPr>
            <p:cNvPr id="48" name="椭圆 47">
              <a:extLst>
                <a:ext uri="{FF2B5EF4-FFF2-40B4-BE49-F238E27FC236}">
                  <a16:creationId xmlns:a16="http://schemas.microsoft.com/office/drawing/2014/main" xmlns="" id="{D35557C4-3414-4A1A-9651-129C8C54E32B}"/>
                </a:ext>
              </a:extLst>
            </p:cNvPr>
            <p:cNvSpPr/>
            <p:nvPr/>
          </p:nvSpPr>
          <p:spPr>
            <a:xfrm>
              <a:off x="5126734" y="1502752"/>
              <a:ext cx="1082919" cy="1082919"/>
            </a:xfrm>
            <a:prstGeom prst="ellipse">
              <a:avLst/>
            </a:prstGeom>
            <a:solidFill>
              <a:schemeClr val="accent1"/>
            </a:solidFill>
            <a:ln>
              <a:noFill/>
            </a:ln>
            <a:effectLst>
              <a:outerShdw blurRad="254000" dist="2540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CN" altLang="en-US"/>
            </a:p>
          </p:txBody>
        </p:sp>
        <p:sp>
          <p:nvSpPr>
            <p:cNvPr id="60" name="AutoShape 112">
              <a:extLst>
                <a:ext uri="{FF2B5EF4-FFF2-40B4-BE49-F238E27FC236}">
                  <a16:creationId xmlns:a16="http://schemas.microsoft.com/office/drawing/2014/main" xmlns="" id="{5F7DDC2A-9541-456B-8973-0A1248C83C3D}"/>
                </a:ext>
              </a:extLst>
            </p:cNvPr>
            <p:cNvSpPr>
              <a:spLocks/>
            </p:cNvSpPr>
            <p:nvPr/>
          </p:nvSpPr>
          <p:spPr bwMode="auto">
            <a:xfrm>
              <a:off x="5408396" y="1771638"/>
              <a:ext cx="519593" cy="517303"/>
            </a:xfrm>
            <a:custGeom>
              <a:avLst/>
              <a:gdLst>
                <a:gd name="T0" fmla="*/ 10510 w 21020"/>
                <a:gd name="T1" fmla="*/ 10800 h 21600"/>
                <a:gd name="T2" fmla="*/ 10510 w 21020"/>
                <a:gd name="T3" fmla="*/ 10800 h 21600"/>
                <a:gd name="T4" fmla="*/ 10510 w 21020"/>
                <a:gd name="T5" fmla="*/ 10800 h 21600"/>
                <a:gd name="T6" fmla="*/ 10510 w 21020"/>
                <a:gd name="T7" fmla="*/ 10800 h 21600"/>
              </a:gdLst>
              <a:ahLst/>
              <a:cxnLst>
                <a:cxn ang="0">
                  <a:pos x="T0" y="T1"/>
                </a:cxn>
                <a:cxn ang="0">
                  <a:pos x="T2" y="T3"/>
                </a:cxn>
                <a:cxn ang="0">
                  <a:pos x="T4" y="T5"/>
                </a:cxn>
                <a:cxn ang="0">
                  <a:pos x="T6" y="T7"/>
                </a:cxn>
              </a:cxnLst>
              <a:rect l="0" t="0" r="r" b="b"/>
              <a:pathLst>
                <a:path w="21020" h="21600">
                  <a:moveTo>
                    <a:pt x="18846" y="7946"/>
                  </a:moveTo>
                  <a:lnTo>
                    <a:pt x="17740" y="9091"/>
                  </a:lnTo>
                  <a:cubicBezTo>
                    <a:pt x="17740" y="8939"/>
                    <a:pt x="17758" y="8792"/>
                    <a:pt x="17744" y="8636"/>
                  </a:cubicBezTo>
                  <a:cubicBezTo>
                    <a:pt x="17629" y="7331"/>
                    <a:pt x="17036" y="6068"/>
                    <a:pt x="16074" y="5080"/>
                  </a:cubicBezTo>
                  <a:cubicBezTo>
                    <a:pt x="15004" y="3980"/>
                    <a:pt x="13585" y="3348"/>
                    <a:pt x="12180" y="3345"/>
                  </a:cubicBezTo>
                  <a:lnTo>
                    <a:pt x="13268" y="2218"/>
                  </a:lnTo>
                  <a:cubicBezTo>
                    <a:pt x="13812" y="1659"/>
                    <a:pt x="14572" y="1350"/>
                    <a:pt x="15403" y="1350"/>
                  </a:cubicBezTo>
                  <a:cubicBezTo>
                    <a:pt x="16460" y="1350"/>
                    <a:pt x="17546" y="1840"/>
                    <a:pt x="18381" y="2696"/>
                  </a:cubicBezTo>
                  <a:cubicBezTo>
                    <a:pt x="19165" y="3500"/>
                    <a:pt x="19631" y="4499"/>
                    <a:pt x="19698" y="5510"/>
                  </a:cubicBezTo>
                  <a:cubicBezTo>
                    <a:pt x="19760" y="6453"/>
                    <a:pt x="19457" y="7317"/>
                    <a:pt x="18846" y="7946"/>
                  </a:cubicBezTo>
                  <a:moveTo>
                    <a:pt x="5828" y="19329"/>
                  </a:moveTo>
                  <a:cubicBezTo>
                    <a:pt x="5813" y="18424"/>
                    <a:pt x="5454" y="17481"/>
                    <a:pt x="4730" y="16739"/>
                  </a:cubicBezTo>
                  <a:cubicBezTo>
                    <a:pt x="4046" y="16034"/>
                    <a:pt x="3150" y="15628"/>
                    <a:pt x="2257" y="15592"/>
                  </a:cubicBezTo>
                  <a:lnTo>
                    <a:pt x="2911" y="13157"/>
                  </a:lnTo>
                  <a:cubicBezTo>
                    <a:pt x="2959" y="12995"/>
                    <a:pt x="3052" y="12835"/>
                    <a:pt x="3168" y="12695"/>
                  </a:cubicBezTo>
                  <a:cubicBezTo>
                    <a:pt x="4485" y="11726"/>
                    <a:pt x="6512" y="12012"/>
                    <a:pt x="7920" y="13460"/>
                  </a:cubicBezTo>
                  <a:cubicBezTo>
                    <a:pt x="9409" y="14990"/>
                    <a:pt x="9639" y="17230"/>
                    <a:pt x="8492" y="18568"/>
                  </a:cubicBezTo>
                  <a:cubicBezTo>
                    <a:pt x="8416" y="18609"/>
                    <a:pt x="8339" y="18648"/>
                    <a:pt x="8256" y="18675"/>
                  </a:cubicBezTo>
                  <a:cubicBezTo>
                    <a:pt x="8256" y="18675"/>
                    <a:pt x="5828" y="19329"/>
                    <a:pt x="5828" y="19329"/>
                  </a:cubicBezTo>
                  <a:close/>
                  <a:moveTo>
                    <a:pt x="2737" y="20164"/>
                  </a:moveTo>
                  <a:cubicBezTo>
                    <a:pt x="2665" y="20181"/>
                    <a:pt x="2443" y="20239"/>
                    <a:pt x="2291" y="20249"/>
                  </a:cubicBezTo>
                  <a:cubicBezTo>
                    <a:pt x="1751" y="20244"/>
                    <a:pt x="1313" y="19792"/>
                    <a:pt x="1313" y="19237"/>
                  </a:cubicBezTo>
                  <a:cubicBezTo>
                    <a:pt x="1321" y="19124"/>
                    <a:pt x="1365" y="18929"/>
                    <a:pt x="1380" y="18857"/>
                  </a:cubicBezTo>
                  <a:lnTo>
                    <a:pt x="2071" y="16283"/>
                  </a:lnTo>
                  <a:cubicBezTo>
                    <a:pt x="2822" y="16261"/>
                    <a:pt x="3630" y="16562"/>
                    <a:pt x="4265" y="17215"/>
                  </a:cubicBezTo>
                  <a:cubicBezTo>
                    <a:pt x="4911" y="17878"/>
                    <a:pt x="5214" y="18725"/>
                    <a:pt x="5181" y="19504"/>
                  </a:cubicBezTo>
                  <a:cubicBezTo>
                    <a:pt x="5181" y="19504"/>
                    <a:pt x="2737" y="20164"/>
                    <a:pt x="2737" y="20164"/>
                  </a:cubicBezTo>
                  <a:close/>
                  <a:moveTo>
                    <a:pt x="6888" y="11179"/>
                  </a:moveTo>
                  <a:cubicBezTo>
                    <a:pt x="6280" y="10927"/>
                    <a:pt x="5642" y="10783"/>
                    <a:pt x="5004" y="10774"/>
                  </a:cubicBezTo>
                  <a:lnTo>
                    <a:pt x="10063" y="5536"/>
                  </a:lnTo>
                  <a:cubicBezTo>
                    <a:pt x="10838" y="4759"/>
                    <a:pt x="11966" y="4536"/>
                    <a:pt x="13077" y="4819"/>
                  </a:cubicBezTo>
                  <a:cubicBezTo>
                    <a:pt x="13077" y="4819"/>
                    <a:pt x="6888" y="11179"/>
                    <a:pt x="6888" y="11179"/>
                  </a:cubicBezTo>
                  <a:close/>
                  <a:moveTo>
                    <a:pt x="9717" y="13672"/>
                  </a:moveTo>
                  <a:cubicBezTo>
                    <a:pt x="9473" y="13258"/>
                    <a:pt x="9194" y="12859"/>
                    <a:pt x="8848" y="12505"/>
                  </a:cubicBezTo>
                  <a:cubicBezTo>
                    <a:pt x="8447" y="12093"/>
                    <a:pt x="7986" y="11770"/>
                    <a:pt x="7507" y="11498"/>
                  </a:cubicBezTo>
                  <a:lnTo>
                    <a:pt x="13767" y="5064"/>
                  </a:lnTo>
                  <a:cubicBezTo>
                    <a:pt x="14259" y="5288"/>
                    <a:pt x="14729" y="5607"/>
                    <a:pt x="15145" y="6035"/>
                  </a:cubicBezTo>
                  <a:cubicBezTo>
                    <a:pt x="15500" y="6398"/>
                    <a:pt x="15775" y="6806"/>
                    <a:pt x="15987" y="7229"/>
                  </a:cubicBezTo>
                  <a:cubicBezTo>
                    <a:pt x="15987" y="7229"/>
                    <a:pt x="9717" y="13672"/>
                    <a:pt x="9717" y="13672"/>
                  </a:cubicBezTo>
                  <a:close/>
                  <a:moveTo>
                    <a:pt x="10519" y="16061"/>
                  </a:moveTo>
                  <a:cubicBezTo>
                    <a:pt x="10465" y="15452"/>
                    <a:pt x="10298" y="14854"/>
                    <a:pt x="10047" y="14288"/>
                  </a:cubicBezTo>
                  <a:lnTo>
                    <a:pt x="16257" y="7906"/>
                  </a:lnTo>
                  <a:cubicBezTo>
                    <a:pt x="16637" y="9140"/>
                    <a:pt x="16442" y="10429"/>
                    <a:pt x="15610" y="11284"/>
                  </a:cubicBezTo>
                  <a:cubicBezTo>
                    <a:pt x="15604" y="11290"/>
                    <a:pt x="15598" y="11293"/>
                    <a:pt x="15593" y="11298"/>
                  </a:cubicBezTo>
                  <a:lnTo>
                    <a:pt x="15602" y="11306"/>
                  </a:lnTo>
                  <a:lnTo>
                    <a:pt x="10525" y="16565"/>
                  </a:lnTo>
                  <a:cubicBezTo>
                    <a:pt x="10527" y="16397"/>
                    <a:pt x="10534" y="16232"/>
                    <a:pt x="10519" y="16061"/>
                  </a:cubicBezTo>
                  <a:moveTo>
                    <a:pt x="19308" y="1741"/>
                  </a:moveTo>
                  <a:cubicBezTo>
                    <a:pt x="18228" y="632"/>
                    <a:pt x="16805" y="0"/>
                    <a:pt x="15403" y="0"/>
                  </a:cubicBezTo>
                  <a:cubicBezTo>
                    <a:pt x="14220" y="0"/>
                    <a:pt x="13131" y="450"/>
                    <a:pt x="12335" y="1266"/>
                  </a:cubicBezTo>
                  <a:lnTo>
                    <a:pt x="9138" y="4577"/>
                  </a:lnTo>
                  <a:cubicBezTo>
                    <a:pt x="9129" y="4585"/>
                    <a:pt x="9118" y="4592"/>
                    <a:pt x="9108" y="4602"/>
                  </a:cubicBezTo>
                  <a:cubicBezTo>
                    <a:pt x="9103" y="4608"/>
                    <a:pt x="9100" y="4614"/>
                    <a:pt x="9095" y="4620"/>
                  </a:cubicBezTo>
                  <a:lnTo>
                    <a:pt x="9096" y="4621"/>
                  </a:lnTo>
                  <a:lnTo>
                    <a:pt x="2310" y="11647"/>
                  </a:lnTo>
                  <a:cubicBezTo>
                    <a:pt x="1998" y="11966"/>
                    <a:pt x="1771" y="12364"/>
                    <a:pt x="1645" y="12797"/>
                  </a:cubicBezTo>
                  <a:lnTo>
                    <a:pt x="102" y="18541"/>
                  </a:lnTo>
                  <a:cubicBezTo>
                    <a:pt x="100" y="18557"/>
                    <a:pt x="0" y="19008"/>
                    <a:pt x="0" y="19237"/>
                  </a:cubicBezTo>
                  <a:cubicBezTo>
                    <a:pt x="0" y="20541"/>
                    <a:pt x="1030" y="21599"/>
                    <a:pt x="2302" y="21599"/>
                  </a:cubicBezTo>
                  <a:cubicBezTo>
                    <a:pt x="2554" y="21599"/>
                    <a:pt x="3044" y="21475"/>
                    <a:pt x="3062" y="21473"/>
                  </a:cubicBezTo>
                  <a:lnTo>
                    <a:pt x="8630" y="19969"/>
                  </a:lnTo>
                  <a:cubicBezTo>
                    <a:pt x="9054" y="19839"/>
                    <a:pt x="9439" y="19604"/>
                    <a:pt x="9750" y="19283"/>
                  </a:cubicBezTo>
                  <a:lnTo>
                    <a:pt x="19776" y="8899"/>
                  </a:lnTo>
                  <a:cubicBezTo>
                    <a:pt x="21600" y="7023"/>
                    <a:pt x="21394" y="3881"/>
                    <a:pt x="19308" y="1741"/>
                  </a:cubicBezTo>
                </a:path>
              </a:pathLst>
            </a:custGeom>
            <a:solidFill>
              <a:schemeClr val="bg1"/>
            </a:solidFill>
            <a:ln>
              <a:noFill/>
            </a:ln>
            <a:effectLst/>
            <a:extLst/>
          </p:spPr>
          <p:txBody>
            <a:bodyPr lIns="19050" tIns="19050" rIns="19050" bIns="19050" anchor="ctr"/>
            <a:lstStyle/>
            <a:p>
              <a:pPr marL="0" marR="0" lvl="0" indent="0" algn="ctr" defTabSz="228600" eaLnBrk="1" fontAlgn="base" latinLnBrk="0" hangingPunct="0">
                <a:lnSpc>
                  <a:spcPct val="100000"/>
                </a:lnSpc>
                <a:spcBef>
                  <a:spcPct val="0"/>
                </a:spcBef>
                <a:spcAft>
                  <a:spcPct val="0"/>
                </a:spcAft>
                <a:buClrTx/>
                <a:buSzTx/>
                <a:buFontTx/>
                <a:buNone/>
                <a:tabLst/>
                <a:defRPr/>
              </a:pPr>
              <a:endParaRPr kumimoji="0" lang="en-US" sz="1500" b="0" i="0" u="none" strike="noStrike" kern="0" cap="none" spc="0" normalizeH="0" baseline="0" noProof="0">
                <a:ln>
                  <a:noFill/>
                </a:ln>
                <a:solidFill>
                  <a:srgbClr val="FFFFFF"/>
                </a:solidFill>
                <a:effectLst>
                  <a:outerShdw blurRad="38100" dist="38100" dir="2700000" algn="tl">
                    <a:srgbClr val="000000"/>
                  </a:outerShdw>
                </a:effectLst>
                <a:uLnTx/>
                <a:uFillTx/>
                <a:latin typeface="Gill Sans" charset="0"/>
                <a:sym typeface="Gill Sans" charset="0"/>
              </a:endParaRPr>
            </a:p>
          </p:txBody>
        </p:sp>
      </p:grpSp>
      <p:grpSp>
        <p:nvGrpSpPr>
          <p:cNvPr id="5" name="组合 3">
            <a:extLst>
              <a:ext uri="{FF2B5EF4-FFF2-40B4-BE49-F238E27FC236}">
                <a16:creationId xmlns:a16="http://schemas.microsoft.com/office/drawing/2014/main" xmlns="" id="{3AE4024A-8123-447B-8D70-CE249024E319}"/>
              </a:ext>
            </a:extLst>
          </p:cNvPr>
          <p:cNvGrpSpPr/>
          <p:nvPr/>
        </p:nvGrpSpPr>
        <p:grpSpPr>
          <a:xfrm>
            <a:off x="502411" y="1741292"/>
            <a:ext cx="958521" cy="958521"/>
            <a:chOff x="2912452" y="1488831"/>
            <a:chExt cx="1082919" cy="1082919"/>
          </a:xfrm>
        </p:grpSpPr>
        <p:sp>
          <p:nvSpPr>
            <p:cNvPr id="49" name="椭圆 48">
              <a:extLst>
                <a:ext uri="{FF2B5EF4-FFF2-40B4-BE49-F238E27FC236}">
                  <a16:creationId xmlns:a16="http://schemas.microsoft.com/office/drawing/2014/main" xmlns="" id="{C7527AD6-0165-4CD9-B2B4-EE046D382130}"/>
                </a:ext>
              </a:extLst>
            </p:cNvPr>
            <p:cNvSpPr/>
            <p:nvPr/>
          </p:nvSpPr>
          <p:spPr>
            <a:xfrm>
              <a:off x="2912452" y="1488831"/>
              <a:ext cx="1082919" cy="1082919"/>
            </a:xfrm>
            <a:prstGeom prst="ellipse">
              <a:avLst/>
            </a:prstGeom>
            <a:solidFill>
              <a:schemeClr val="accent1"/>
            </a:solidFill>
            <a:ln>
              <a:noFill/>
            </a:ln>
            <a:effectLst>
              <a:outerShdw blurRad="254000" dist="2540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CN" altLang="en-US"/>
            </a:p>
          </p:txBody>
        </p:sp>
        <p:grpSp>
          <p:nvGrpSpPr>
            <p:cNvPr id="6" name="组合 60">
              <a:extLst>
                <a:ext uri="{FF2B5EF4-FFF2-40B4-BE49-F238E27FC236}">
                  <a16:creationId xmlns:a16="http://schemas.microsoft.com/office/drawing/2014/main" xmlns="" id="{B64649AC-9931-4039-84D2-FA30898025D4}"/>
                </a:ext>
              </a:extLst>
            </p:cNvPr>
            <p:cNvGrpSpPr/>
            <p:nvPr/>
          </p:nvGrpSpPr>
          <p:grpSpPr>
            <a:xfrm>
              <a:off x="3284153" y="1758698"/>
              <a:ext cx="355867" cy="518751"/>
              <a:chOff x="2528974" y="2863357"/>
              <a:chExt cx="246811" cy="359779"/>
            </a:xfrm>
            <a:solidFill>
              <a:schemeClr val="bg1"/>
            </a:solidFill>
          </p:grpSpPr>
          <p:sp>
            <p:nvSpPr>
              <p:cNvPr id="62" name="AutoShape 113">
                <a:extLst>
                  <a:ext uri="{FF2B5EF4-FFF2-40B4-BE49-F238E27FC236}">
                    <a16:creationId xmlns:a16="http://schemas.microsoft.com/office/drawing/2014/main" xmlns="" id="{99B08F5F-7413-4369-A987-ADA077907A27}"/>
                  </a:ext>
                </a:extLst>
              </p:cNvPr>
              <p:cNvSpPr>
                <a:spLocks/>
              </p:cNvSpPr>
              <p:nvPr/>
            </p:nvSpPr>
            <p:spPr bwMode="auto">
              <a:xfrm>
                <a:off x="2528974" y="2863357"/>
                <a:ext cx="246811" cy="359779"/>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15386" y="14175"/>
                    </a:moveTo>
                    <a:lnTo>
                      <a:pt x="6223" y="14175"/>
                    </a:lnTo>
                    <a:cubicBezTo>
                      <a:pt x="5734" y="13446"/>
                      <a:pt x="5147" y="12716"/>
                      <a:pt x="4568" y="12003"/>
                    </a:cubicBezTo>
                    <a:cubicBezTo>
                      <a:pt x="3287" y="10427"/>
                      <a:pt x="1963" y="8797"/>
                      <a:pt x="1963" y="7425"/>
                    </a:cubicBezTo>
                    <a:cubicBezTo>
                      <a:pt x="1963" y="4075"/>
                      <a:pt x="5927" y="1350"/>
                      <a:pt x="10800" y="1350"/>
                    </a:cubicBezTo>
                    <a:cubicBezTo>
                      <a:pt x="15672" y="1350"/>
                      <a:pt x="19636" y="4075"/>
                      <a:pt x="19636" y="7425"/>
                    </a:cubicBezTo>
                    <a:cubicBezTo>
                      <a:pt x="19636" y="8787"/>
                      <a:pt x="18312" y="10425"/>
                      <a:pt x="17029" y="12011"/>
                    </a:cubicBezTo>
                    <a:cubicBezTo>
                      <a:pt x="16455" y="12723"/>
                      <a:pt x="15873" y="13449"/>
                      <a:pt x="15386" y="14175"/>
                    </a:cubicBezTo>
                    <a:moveTo>
                      <a:pt x="10800" y="20249"/>
                    </a:moveTo>
                    <a:cubicBezTo>
                      <a:pt x="9805" y="20249"/>
                      <a:pt x="9347" y="20171"/>
                      <a:pt x="8839" y="19406"/>
                    </a:cubicBezTo>
                    <a:lnTo>
                      <a:pt x="13000" y="19048"/>
                    </a:lnTo>
                    <a:cubicBezTo>
                      <a:pt x="12398" y="20164"/>
                      <a:pt x="11959" y="20249"/>
                      <a:pt x="10800" y="20249"/>
                    </a:cubicBezTo>
                    <a:moveTo>
                      <a:pt x="7595" y="16813"/>
                    </a:moveTo>
                    <a:cubicBezTo>
                      <a:pt x="7417" y="16407"/>
                      <a:pt x="7215" y="15978"/>
                      <a:pt x="6991" y="15525"/>
                    </a:cubicBezTo>
                    <a:lnTo>
                      <a:pt x="14616" y="15525"/>
                    </a:lnTo>
                    <a:cubicBezTo>
                      <a:pt x="14496" y="15767"/>
                      <a:pt x="14375" y="16010"/>
                      <a:pt x="14270" y="16239"/>
                    </a:cubicBezTo>
                    <a:cubicBezTo>
                      <a:pt x="14270" y="16239"/>
                      <a:pt x="7595" y="16813"/>
                      <a:pt x="7595" y="16813"/>
                    </a:cubicBezTo>
                    <a:close/>
                    <a:moveTo>
                      <a:pt x="13345" y="18343"/>
                    </a:moveTo>
                    <a:lnTo>
                      <a:pt x="8476" y="18762"/>
                    </a:lnTo>
                    <a:cubicBezTo>
                      <a:pt x="8303" y="18416"/>
                      <a:pt x="8116" y="18011"/>
                      <a:pt x="7890" y="17483"/>
                    </a:cubicBezTo>
                    <a:cubicBezTo>
                      <a:pt x="7887" y="17477"/>
                      <a:pt x="7883" y="17469"/>
                      <a:pt x="7881" y="17462"/>
                    </a:cubicBezTo>
                    <a:lnTo>
                      <a:pt x="13957" y="16941"/>
                    </a:lnTo>
                    <a:cubicBezTo>
                      <a:pt x="13871" y="17140"/>
                      <a:pt x="13778" y="17350"/>
                      <a:pt x="13698" y="17537"/>
                    </a:cubicBezTo>
                    <a:cubicBezTo>
                      <a:pt x="13569" y="17841"/>
                      <a:pt x="13453" y="18104"/>
                      <a:pt x="13345" y="18343"/>
                    </a:cubicBezTo>
                    <a:moveTo>
                      <a:pt x="10800" y="0"/>
                    </a:moveTo>
                    <a:cubicBezTo>
                      <a:pt x="4835" y="0"/>
                      <a:pt x="0" y="3324"/>
                      <a:pt x="0" y="7425"/>
                    </a:cubicBezTo>
                    <a:cubicBezTo>
                      <a:pt x="0" y="10146"/>
                      <a:pt x="3621" y="13029"/>
                      <a:pt x="4939" y="15562"/>
                    </a:cubicBezTo>
                    <a:cubicBezTo>
                      <a:pt x="6906" y="19339"/>
                      <a:pt x="6688" y="21599"/>
                      <a:pt x="10800" y="21599"/>
                    </a:cubicBezTo>
                    <a:cubicBezTo>
                      <a:pt x="14972" y="21599"/>
                      <a:pt x="14692" y="19349"/>
                      <a:pt x="16660" y="15577"/>
                    </a:cubicBezTo>
                    <a:cubicBezTo>
                      <a:pt x="17983" y="13039"/>
                      <a:pt x="21600" y="10124"/>
                      <a:pt x="21600" y="7425"/>
                    </a:cubicBezTo>
                    <a:cubicBezTo>
                      <a:pt x="21600" y="3324"/>
                      <a:pt x="16764" y="0"/>
                      <a:pt x="10800" y="0"/>
                    </a:cubicBezTo>
                  </a:path>
                </a:pathLst>
              </a:custGeom>
              <a:grpFill/>
              <a:ln>
                <a:noFill/>
              </a:ln>
              <a:effectLst/>
              <a:extLst/>
            </p:spPr>
            <p:txBody>
              <a:bodyPr lIns="19050" tIns="19050" rIns="19050" bIns="19050" anchor="ctr"/>
              <a:lstStyle/>
              <a:p>
                <a:pPr marL="0" marR="0" lvl="0" indent="0" algn="ctr" defTabSz="228600" eaLnBrk="1" fontAlgn="base" latinLnBrk="0" hangingPunct="0">
                  <a:lnSpc>
                    <a:spcPct val="100000"/>
                  </a:lnSpc>
                  <a:spcBef>
                    <a:spcPct val="0"/>
                  </a:spcBef>
                  <a:spcAft>
                    <a:spcPct val="0"/>
                  </a:spcAft>
                  <a:buClrTx/>
                  <a:buSzTx/>
                  <a:buFontTx/>
                  <a:buNone/>
                  <a:tabLst/>
                  <a:defRPr/>
                </a:pPr>
                <a:endParaRPr kumimoji="0" lang="en-US" sz="1500" b="0" i="0" u="none" strike="noStrike" kern="0" cap="none" spc="0" normalizeH="0" baseline="0" noProof="0">
                  <a:ln>
                    <a:noFill/>
                  </a:ln>
                  <a:solidFill>
                    <a:srgbClr val="FFFFFF"/>
                  </a:solidFill>
                  <a:effectLst>
                    <a:outerShdw blurRad="38100" dist="38100" dir="2700000" algn="tl">
                      <a:srgbClr val="000000"/>
                    </a:outerShdw>
                  </a:effectLst>
                  <a:uLnTx/>
                  <a:uFillTx/>
                  <a:latin typeface="Gill Sans" charset="0"/>
                  <a:sym typeface="Gill Sans" charset="0"/>
                </a:endParaRPr>
              </a:p>
            </p:txBody>
          </p:sp>
          <p:sp>
            <p:nvSpPr>
              <p:cNvPr id="63" name="AutoShape 114">
                <a:extLst>
                  <a:ext uri="{FF2B5EF4-FFF2-40B4-BE49-F238E27FC236}">
                    <a16:creationId xmlns:a16="http://schemas.microsoft.com/office/drawing/2014/main" xmlns="" id="{F855915F-1DCA-4707-96BD-CE5AC5EB2B88}"/>
                  </a:ext>
                </a:extLst>
              </p:cNvPr>
              <p:cNvSpPr>
                <a:spLocks/>
              </p:cNvSpPr>
              <p:nvPr/>
            </p:nvSpPr>
            <p:spPr bwMode="auto">
              <a:xfrm>
                <a:off x="2584843" y="2919841"/>
                <a:ext cx="73061" cy="73061"/>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19938" y="0"/>
                    </a:moveTo>
                    <a:cubicBezTo>
                      <a:pt x="8943" y="0"/>
                      <a:pt x="0" y="8942"/>
                      <a:pt x="0" y="19938"/>
                    </a:cubicBezTo>
                    <a:cubicBezTo>
                      <a:pt x="0" y="20855"/>
                      <a:pt x="743" y="21600"/>
                      <a:pt x="1661" y="21600"/>
                    </a:cubicBezTo>
                    <a:cubicBezTo>
                      <a:pt x="2579" y="21600"/>
                      <a:pt x="3323" y="20855"/>
                      <a:pt x="3323" y="19938"/>
                    </a:cubicBezTo>
                    <a:cubicBezTo>
                      <a:pt x="3323" y="10777"/>
                      <a:pt x="10777" y="3323"/>
                      <a:pt x="19938" y="3323"/>
                    </a:cubicBezTo>
                    <a:cubicBezTo>
                      <a:pt x="20856" y="3323"/>
                      <a:pt x="21600" y="2578"/>
                      <a:pt x="21600" y="1661"/>
                    </a:cubicBezTo>
                    <a:cubicBezTo>
                      <a:pt x="21600" y="744"/>
                      <a:pt x="20856" y="0"/>
                      <a:pt x="19938" y="0"/>
                    </a:cubicBezTo>
                  </a:path>
                </a:pathLst>
              </a:custGeom>
              <a:grpFill/>
              <a:ln>
                <a:noFill/>
              </a:ln>
              <a:effectLst/>
              <a:extLst/>
            </p:spPr>
            <p:txBody>
              <a:bodyPr lIns="19050" tIns="19050" rIns="19050" bIns="19050" anchor="ctr"/>
              <a:lstStyle/>
              <a:p>
                <a:pPr marL="0" marR="0" lvl="0" indent="0" algn="ctr" defTabSz="228600" eaLnBrk="1" fontAlgn="base" latinLnBrk="0" hangingPunct="0">
                  <a:lnSpc>
                    <a:spcPct val="100000"/>
                  </a:lnSpc>
                  <a:spcBef>
                    <a:spcPct val="0"/>
                  </a:spcBef>
                  <a:spcAft>
                    <a:spcPct val="0"/>
                  </a:spcAft>
                  <a:buClrTx/>
                  <a:buSzTx/>
                  <a:buFontTx/>
                  <a:buNone/>
                  <a:tabLst/>
                  <a:defRPr/>
                </a:pPr>
                <a:endParaRPr kumimoji="0" lang="en-US" sz="1500" b="0" i="0" u="none" strike="noStrike" kern="0" cap="none" spc="0" normalizeH="0" baseline="0" noProof="0">
                  <a:ln>
                    <a:noFill/>
                  </a:ln>
                  <a:solidFill>
                    <a:srgbClr val="FFFFFF"/>
                  </a:solidFill>
                  <a:effectLst>
                    <a:outerShdw blurRad="38100" dist="38100" dir="2700000" algn="tl">
                      <a:srgbClr val="000000"/>
                    </a:outerShdw>
                  </a:effectLst>
                  <a:uLnTx/>
                  <a:uFillTx/>
                  <a:latin typeface="Gill Sans" charset="0"/>
                  <a:sym typeface="Gill Sans" charset="0"/>
                </a:endParaRPr>
              </a:p>
            </p:txBody>
          </p:sp>
        </p:grpSp>
      </p:grpSp>
      <p:grpSp>
        <p:nvGrpSpPr>
          <p:cNvPr id="7" name="组合 6">
            <a:extLst>
              <a:ext uri="{FF2B5EF4-FFF2-40B4-BE49-F238E27FC236}">
                <a16:creationId xmlns:a16="http://schemas.microsoft.com/office/drawing/2014/main" xmlns="" id="{C71B78DE-9A14-4151-A4FD-672DF5BA2175}"/>
              </a:ext>
            </a:extLst>
          </p:cNvPr>
          <p:cNvGrpSpPr/>
          <p:nvPr/>
        </p:nvGrpSpPr>
        <p:grpSpPr>
          <a:xfrm>
            <a:off x="2664661" y="3466661"/>
            <a:ext cx="958521" cy="958521"/>
            <a:chOff x="5126734" y="3173557"/>
            <a:chExt cx="1082919" cy="1082919"/>
          </a:xfrm>
        </p:grpSpPr>
        <p:sp>
          <p:nvSpPr>
            <p:cNvPr id="50" name="椭圆 49">
              <a:extLst>
                <a:ext uri="{FF2B5EF4-FFF2-40B4-BE49-F238E27FC236}">
                  <a16:creationId xmlns:a16="http://schemas.microsoft.com/office/drawing/2014/main" xmlns="" id="{6A76657E-C5E4-4CD4-951D-51FB01F999BD}"/>
                </a:ext>
              </a:extLst>
            </p:cNvPr>
            <p:cNvSpPr/>
            <p:nvPr/>
          </p:nvSpPr>
          <p:spPr>
            <a:xfrm>
              <a:off x="5126734" y="3173557"/>
              <a:ext cx="1082919" cy="1082919"/>
            </a:xfrm>
            <a:prstGeom prst="ellipse">
              <a:avLst/>
            </a:prstGeom>
            <a:solidFill>
              <a:schemeClr val="accent1"/>
            </a:solidFill>
            <a:ln>
              <a:noFill/>
            </a:ln>
            <a:effectLst>
              <a:outerShdw blurRad="254000" dist="2540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CN" altLang="en-US"/>
            </a:p>
          </p:txBody>
        </p:sp>
        <p:grpSp>
          <p:nvGrpSpPr>
            <p:cNvPr id="8" name="组合 63">
              <a:extLst>
                <a:ext uri="{FF2B5EF4-FFF2-40B4-BE49-F238E27FC236}">
                  <a16:creationId xmlns:a16="http://schemas.microsoft.com/office/drawing/2014/main" xmlns="" id="{165B3895-1E42-4D95-BB73-CF037D9386D5}"/>
                </a:ext>
              </a:extLst>
            </p:cNvPr>
            <p:cNvGrpSpPr/>
            <p:nvPr/>
          </p:nvGrpSpPr>
          <p:grpSpPr>
            <a:xfrm>
              <a:off x="5408396" y="3456083"/>
              <a:ext cx="517866" cy="517866"/>
              <a:chOff x="3191434" y="2145028"/>
              <a:chExt cx="359165" cy="359165"/>
            </a:xfrm>
            <a:solidFill>
              <a:schemeClr val="bg1"/>
            </a:solidFill>
          </p:grpSpPr>
          <p:sp>
            <p:nvSpPr>
              <p:cNvPr id="65" name="AutoShape 123">
                <a:extLst>
                  <a:ext uri="{FF2B5EF4-FFF2-40B4-BE49-F238E27FC236}">
                    <a16:creationId xmlns:a16="http://schemas.microsoft.com/office/drawing/2014/main" xmlns="" id="{B191DA28-2DCD-4A17-BBE4-E28BB26D6180}"/>
                  </a:ext>
                </a:extLst>
              </p:cNvPr>
              <p:cNvSpPr>
                <a:spLocks/>
              </p:cNvSpPr>
              <p:nvPr/>
            </p:nvSpPr>
            <p:spPr bwMode="auto">
              <a:xfrm>
                <a:off x="3191434" y="2145028"/>
                <a:ext cx="359165" cy="359165"/>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18180" y="12132"/>
                    </a:moveTo>
                    <a:cubicBezTo>
                      <a:pt x="17710" y="12226"/>
                      <a:pt x="17327" y="12561"/>
                      <a:pt x="17170" y="13012"/>
                    </a:cubicBezTo>
                    <a:cubicBezTo>
                      <a:pt x="17083" y="13261"/>
                      <a:pt x="16981" y="13503"/>
                      <a:pt x="16868" y="13738"/>
                    </a:cubicBezTo>
                    <a:cubicBezTo>
                      <a:pt x="16658" y="14169"/>
                      <a:pt x="16694" y="14677"/>
                      <a:pt x="16959" y="15075"/>
                    </a:cubicBezTo>
                    <a:lnTo>
                      <a:pt x="18131" y="16833"/>
                    </a:lnTo>
                    <a:lnTo>
                      <a:pt x="16832" y="18132"/>
                    </a:lnTo>
                    <a:lnTo>
                      <a:pt x="15075" y="16960"/>
                    </a:lnTo>
                    <a:cubicBezTo>
                      <a:pt x="14850" y="16810"/>
                      <a:pt x="14589" y="16733"/>
                      <a:pt x="14326" y="16733"/>
                    </a:cubicBezTo>
                    <a:cubicBezTo>
                      <a:pt x="14126" y="16733"/>
                      <a:pt x="13924" y="16778"/>
                      <a:pt x="13738" y="16868"/>
                    </a:cubicBezTo>
                    <a:cubicBezTo>
                      <a:pt x="13504" y="16981"/>
                      <a:pt x="13262" y="17083"/>
                      <a:pt x="13012" y="17170"/>
                    </a:cubicBezTo>
                    <a:cubicBezTo>
                      <a:pt x="12561" y="17327"/>
                      <a:pt x="12226" y="17712"/>
                      <a:pt x="12133" y="18180"/>
                    </a:cubicBezTo>
                    <a:lnTo>
                      <a:pt x="11717" y="20249"/>
                    </a:lnTo>
                    <a:lnTo>
                      <a:pt x="9881" y="20249"/>
                    </a:lnTo>
                    <a:lnTo>
                      <a:pt x="9467" y="18180"/>
                    </a:lnTo>
                    <a:cubicBezTo>
                      <a:pt x="9373" y="17712"/>
                      <a:pt x="9039" y="17327"/>
                      <a:pt x="8588" y="17170"/>
                    </a:cubicBezTo>
                    <a:cubicBezTo>
                      <a:pt x="8339" y="17083"/>
                      <a:pt x="8096" y="16983"/>
                      <a:pt x="7861" y="16869"/>
                    </a:cubicBezTo>
                    <a:cubicBezTo>
                      <a:pt x="7675" y="16778"/>
                      <a:pt x="7474" y="16733"/>
                      <a:pt x="7273" y="16733"/>
                    </a:cubicBezTo>
                    <a:cubicBezTo>
                      <a:pt x="7011" y="16733"/>
                      <a:pt x="6750" y="16810"/>
                      <a:pt x="6525" y="16960"/>
                    </a:cubicBezTo>
                    <a:lnTo>
                      <a:pt x="4767" y="18132"/>
                    </a:lnTo>
                    <a:lnTo>
                      <a:pt x="3468" y="16833"/>
                    </a:lnTo>
                    <a:lnTo>
                      <a:pt x="4639" y="15075"/>
                    </a:lnTo>
                    <a:cubicBezTo>
                      <a:pt x="4904" y="14677"/>
                      <a:pt x="4939" y="14169"/>
                      <a:pt x="4732" y="13738"/>
                    </a:cubicBezTo>
                    <a:cubicBezTo>
                      <a:pt x="4618" y="13504"/>
                      <a:pt x="4516" y="13263"/>
                      <a:pt x="4429" y="13013"/>
                    </a:cubicBezTo>
                    <a:cubicBezTo>
                      <a:pt x="4273" y="12561"/>
                      <a:pt x="3888" y="12227"/>
                      <a:pt x="3419" y="12133"/>
                    </a:cubicBezTo>
                    <a:lnTo>
                      <a:pt x="1350" y="11718"/>
                    </a:lnTo>
                    <a:lnTo>
                      <a:pt x="1349" y="9882"/>
                    </a:lnTo>
                    <a:lnTo>
                      <a:pt x="3419" y="9468"/>
                    </a:lnTo>
                    <a:cubicBezTo>
                      <a:pt x="3888" y="9374"/>
                      <a:pt x="4273" y="9039"/>
                      <a:pt x="4429" y="8588"/>
                    </a:cubicBezTo>
                    <a:cubicBezTo>
                      <a:pt x="4516" y="8338"/>
                      <a:pt x="4617" y="8096"/>
                      <a:pt x="4731" y="7862"/>
                    </a:cubicBezTo>
                    <a:cubicBezTo>
                      <a:pt x="4940" y="7431"/>
                      <a:pt x="4905" y="6923"/>
                      <a:pt x="4639" y="6524"/>
                    </a:cubicBezTo>
                    <a:lnTo>
                      <a:pt x="3468" y="4767"/>
                    </a:lnTo>
                    <a:lnTo>
                      <a:pt x="4767" y="3468"/>
                    </a:lnTo>
                    <a:lnTo>
                      <a:pt x="6525" y="4639"/>
                    </a:lnTo>
                    <a:cubicBezTo>
                      <a:pt x="6750" y="4790"/>
                      <a:pt x="7011" y="4866"/>
                      <a:pt x="7273" y="4866"/>
                    </a:cubicBezTo>
                    <a:cubicBezTo>
                      <a:pt x="7474" y="4866"/>
                      <a:pt x="7674" y="4822"/>
                      <a:pt x="7861" y="4732"/>
                    </a:cubicBezTo>
                    <a:cubicBezTo>
                      <a:pt x="8095" y="4619"/>
                      <a:pt x="8337" y="4517"/>
                      <a:pt x="8586" y="4430"/>
                    </a:cubicBezTo>
                    <a:cubicBezTo>
                      <a:pt x="9039" y="4272"/>
                      <a:pt x="9373" y="3888"/>
                      <a:pt x="9467" y="3420"/>
                    </a:cubicBezTo>
                    <a:lnTo>
                      <a:pt x="9881" y="1350"/>
                    </a:lnTo>
                    <a:lnTo>
                      <a:pt x="11717" y="1350"/>
                    </a:lnTo>
                    <a:lnTo>
                      <a:pt x="12131" y="3420"/>
                    </a:lnTo>
                    <a:cubicBezTo>
                      <a:pt x="12225" y="3888"/>
                      <a:pt x="12560" y="4272"/>
                      <a:pt x="13012" y="4430"/>
                    </a:cubicBezTo>
                    <a:cubicBezTo>
                      <a:pt x="13261" y="4517"/>
                      <a:pt x="13502" y="4617"/>
                      <a:pt x="13737" y="4731"/>
                    </a:cubicBezTo>
                    <a:cubicBezTo>
                      <a:pt x="13924" y="4822"/>
                      <a:pt x="14125" y="4866"/>
                      <a:pt x="14326" y="4866"/>
                    </a:cubicBezTo>
                    <a:cubicBezTo>
                      <a:pt x="14589" y="4866"/>
                      <a:pt x="14850" y="4790"/>
                      <a:pt x="15075" y="4639"/>
                    </a:cubicBezTo>
                    <a:lnTo>
                      <a:pt x="16832" y="3468"/>
                    </a:lnTo>
                    <a:lnTo>
                      <a:pt x="18131" y="4767"/>
                    </a:lnTo>
                    <a:lnTo>
                      <a:pt x="16959" y="6524"/>
                    </a:lnTo>
                    <a:cubicBezTo>
                      <a:pt x="16694" y="6923"/>
                      <a:pt x="16660" y="7431"/>
                      <a:pt x="16867" y="7861"/>
                    </a:cubicBezTo>
                    <a:cubicBezTo>
                      <a:pt x="16980" y="8096"/>
                      <a:pt x="17083" y="8337"/>
                      <a:pt x="17170" y="8587"/>
                    </a:cubicBezTo>
                    <a:cubicBezTo>
                      <a:pt x="17327" y="9039"/>
                      <a:pt x="17710" y="9373"/>
                      <a:pt x="18180" y="9467"/>
                    </a:cubicBezTo>
                    <a:lnTo>
                      <a:pt x="20248" y="9882"/>
                    </a:lnTo>
                    <a:lnTo>
                      <a:pt x="20250" y="11718"/>
                    </a:lnTo>
                    <a:cubicBezTo>
                      <a:pt x="20250" y="11718"/>
                      <a:pt x="18180" y="12132"/>
                      <a:pt x="18180" y="12132"/>
                    </a:cubicBezTo>
                    <a:close/>
                    <a:moveTo>
                      <a:pt x="20513" y="8558"/>
                    </a:moveTo>
                    <a:lnTo>
                      <a:pt x="18445" y="8143"/>
                    </a:lnTo>
                    <a:cubicBezTo>
                      <a:pt x="18341" y="7844"/>
                      <a:pt x="18218" y="7554"/>
                      <a:pt x="18082" y="7273"/>
                    </a:cubicBezTo>
                    <a:lnTo>
                      <a:pt x="19254" y="5516"/>
                    </a:lnTo>
                    <a:cubicBezTo>
                      <a:pt x="19611" y="4980"/>
                      <a:pt x="19540" y="4268"/>
                      <a:pt x="19085" y="3813"/>
                    </a:cubicBezTo>
                    <a:lnTo>
                      <a:pt x="17787" y="2514"/>
                    </a:lnTo>
                    <a:cubicBezTo>
                      <a:pt x="17526" y="2253"/>
                      <a:pt x="17181" y="2118"/>
                      <a:pt x="16831" y="2118"/>
                    </a:cubicBezTo>
                    <a:cubicBezTo>
                      <a:pt x="16573" y="2118"/>
                      <a:pt x="16312" y="2193"/>
                      <a:pt x="16084" y="2345"/>
                    </a:cubicBezTo>
                    <a:lnTo>
                      <a:pt x="14326" y="3516"/>
                    </a:lnTo>
                    <a:cubicBezTo>
                      <a:pt x="14044" y="3380"/>
                      <a:pt x="13754" y="3258"/>
                      <a:pt x="13455" y="3155"/>
                    </a:cubicBezTo>
                    <a:lnTo>
                      <a:pt x="13041" y="1085"/>
                    </a:lnTo>
                    <a:cubicBezTo>
                      <a:pt x="12916" y="454"/>
                      <a:pt x="12361" y="0"/>
                      <a:pt x="11717" y="0"/>
                    </a:cubicBezTo>
                    <a:lnTo>
                      <a:pt x="9881" y="0"/>
                    </a:lnTo>
                    <a:cubicBezTo>
                      <a:pt x="9238" y="0"/>
                      <a:pt x="8684" y="454"/>
                      <a:pt x="8557" y="1085"/>
                    </a:cubicBezTo>
                    <a:lnTo>
                      <a:pt x="8143" y="3155"/>
                    </a:lnTo>
                    <a:cubicBezTo>
                      <a:pt x="7843" y="3258"/>
                      <a:pt x="7554" y="3381"/>
                      <a:pt x="7273" y="3516"/>
                    </a:cubicBezTo>
                    <a:lnTo>
                      <a:pt x="5516" y="2345"/>
                    </a:lnTo>
                    <a:cubicBezTo>
                      <a:pt x="5287" y="2193"/>
                      <a:pt x="5026" y="2118"/>
                      <a:pt x="4767" y="2118"/>
                    </a:cubicBezTo>
                    <a:cubicBezTo>
                      <a:pt x="4419" y="2118"/>
                      <a:pt x="4073" y="2253"/>
                      <a:pt x="3812" y="2514"/>
                    </a:cubicBezTo>
                    <a:lnTo>
                      <a:pt x="2514" y="3813"/>
                    </a:lnTo>
                    <a:cubicBezTo>
                      <a:pt x="2059" y="4268"/>
                      <a:pt x="1988" y="4980"/>
                      <a:pt x="2345" y="5516"/>
                    </a:cubicBezTo>
                    <a:lnTo>
                      <a:pt x="3516" y="7273"/>
                    </a:lnTo>
                    <a:cubicBezTo>
                      <a:pt x="3380" y="7555"/>
                      <a:pt x="3258" y="7844"/>
                      <a:pt x="3154" y="8144"/>
                    </a:cubicBezTo>
                    <a:lnTo>
                      <a:pt x="1085" y="8558"/>
                    </a:lnTo>
                    <a:cubicBezTo>
                      <a:pt x="454" y="8684"/>
                      <a:pt x="0" y="9238"/>
                      <a:pt x="0" y="9882"/>
                    </a:cubicBezTo>
                    <a:lnTo>
                      <a:pt x="0" y="11718"/>
                    </a:lnTo>
                    <a:cubicBezTo>
                      <a:pt x="0" y="12361"/>
                      <a:pt x="454" y="12916"/>
                      <a:pt x="1085" y="13042"/>
                    </a:cubicBezTo>
                    <a:lnTo>
                      <a:pt x="3154" y="13456"/>
                    </a:lnTo>
                    <a:cubicBezTo>
                      <a:pt x="3258" y="13755"/>
                      <a:pt x="3380" y="14046"/>
                      <a:pt x="3516" y="14326"/>
                    </a:cubicBezTo>
                    <a:lnTo>
                      <a:pt x="2345" y="16083"/>
                    </a:lnTo>
                    <a:cubicBezTo>
                      <a:pt x="1988" y="16619"/>
                      <a:pt x="2059" y="17332"/>
                      <a:pt x="2514" y="17787"/>
                    </a:cubicBezTo>
                    <a:lnTo>
                      <a:pt x="3812" y="19086"/>
                    </a:lnTo>
                    <a:cubicBezTo>
                      <a:pt x="4073" y="19346"/>
                      <a:pt x="4419" y="19482"/>
                      <a:pt x="4767" y="19482"/>
                    </a:cubicBezTo>
                    <a:cubicBezTo>
                      <a:pt x="5026" y="19482"/>
                      <a:pt x="5287" y="19406"/>
                      <a:pt x="5516" y="19254"/>
                    </a:cubicBezTo>
                    <a:lnTo>
                      <a:pt x="7273" y="18083"/>
                    </a:lnTo>
                    <a:cubicBezTo>
                      <a:pt x="7554" y="18220"/>
                      <a:pt x="7843" y="18341"/>
                      <a:pt x="8143" y="18445"/>
                    </a:cubicBezTo>
                    <a:lnTo>
                      <a:pt x="8557" y="20514"/>
                    </a:lnTo>
                    <a:cubicBezTo>
                      <a:pt x="8684" y="21146"/>
                      <a:pt x="9238" y="21599"/>
                      <a:pt x="9881" y="21599"/>
                    </a:cubicBezTo>
                    <a:lnTo>
                      <a:pt x="11717" y="21599"/>
                    </a:lnTo>
                    <a:cubicBezTo>
                      <a:pt x="12361" y="21599"/>
                      <a:pt x="12916" y="21146"/>
                      <a:pt x="13041" y="20514"/>
                    </a:cubicBezTo>
                    <a:lnTo>
                      <a:pt x="13456" y="18445"/>
                    </a:lnTo>
                    <a:cubicBezTo>
                      <a:pt x="13755" y="18341"/>
                      <a:pt x="14046" y="18219"/>
                      <a:pt x="14326" y="18083"/>
                    </a:cubicBezTo>
                    <a:lnTo>
                      <a:pt x="16084" y="19254"/>
                    </a:lnTo>
                    <a:cubicBezTo>
                      <a:pt x="16312" y="19406"/>
                      <a:pt x="16573" y="19482"/>
                      <a:pt x="16831" y="19482"/>
                    </a:cubicBezTo>
                    <a:cubicBezTo>
                      <a:pt x="17181" y="19482"/>
                      <a:pt x="17526" y="19346"/>
                      <a:pt x="17787" y="19086"/>
                    </a:cubicBezTo>
                    <a:lnTo>
                      <a:pt x="19085" y="17787"/>
                    </a:lnTo>
                    <a:cubicBezTo>
                      <a:pt x="19540" y="17332"/>
                      <a:pt x="19611" y="16619"/>
                      <a:pt x="19254" y="16083"/>
                    </a:cubicBezTo>
                    <a:lnTo>
                      <a:pt x="18082" y="14326"/>
                    </a:lnTo>
                    <a:cubicBezTo>
                      <a:pt x="18219" y="14045"/>
                      <a:pt x="18341" y="13755"/>
                      <a:pt x="18445" y="13456"/>
                    </a:cubicBezTo>
                    <a:lnTo>
                      <a:pt x="20513" y="13042"/>
                    </a:lnTo>
                    <a:cubicBezTo>
                      <a:pt x="21145" y="12916"/>
                      <a:pt x="21599" y="12361"/>
                      <a:pt x="21599" y="11718"/>
                    </a:cubicBezTo>
                    <a:lnTo>
                      <a:pt x="21599" y="9882"/>
                    </a:lnTo>
                    <a:cubicBezTo>
                      <a:pt x="21599" y="9238"/>
                      <a:pt x="21145" y="8684"/>
                      <a:pt x="20513" y="8558"/>
                    </a:cubicBezTo>
                  </a:path>
                </a:pathLst>
              </a:custGeom>
              <a:grpFill/>
              <a:ln>
                <a:noFill/>
              </a:ln>
              <a:effectLst/>
              <a:extLst/>
            </p:spPr>
            <p:txBody>
              <a:bodyPr lIns="19050" tIns="19050" rIns="19050" bIns="19050" anchor="ctr"/>
              <a:lstStyle/>
              <a:p>
                <a:pPr marL="0" marR="0" lvl="0" indent="0" algn="ctr" defTabSz="228600" eaLnBrk="1" fontAlgn="base" latinLnBrk="0" hangingPunct="0">
                  <a:lnSpc>
                    <a:spcPct val="100000"/>
                  </a:lnSpc>
                  <a:spcBef>
                    <a:spcPct val="0"/>
                  </a:spcBef>
                  <a:spcAft>
                    <a:spcPct val="0"/>
                  </a:spcAft>
                  <a:buClrTx/>
                  <a:buSzTx/>
                  <a:buFontTx/>
                  <a:buNone/>
                  <a:tabLst/>
                  <a:defRPr/>
                </a:pPr>
                <a:endParaRPr kumimoji="0" lang="en-US" sz="1500" b="0" i="0" u="none" strike="noStrike" kern="0" cap="none" spc="0" normalizeH="0" baseline="0" noProof="0">
                  <a:ln>
                    <a:noFill/>
                  </a:ln>
                  <a:solidFill>
                    <a:srgbClr val="FFFFFF"/>
                  </a:solidFill>
                  <a:effectLst>
                    <a:outerShdw blurRad="38100" dist="38100" dir="2700000" algn="tl">
                      <a:srgbClr val="000000"/>
                    </a:outerShdw>
                  </a:effectLst>
                  <a:uLnTx/>
                  <a:uFillTx/>
                  <a:latin typeface="Gill Sans" charset="0"/>
                  <a:sym typeface="Gill Sans" charset="0"/>
                </a:endParaRPr>
              </a:p>
            </p:txBody>
          </p:sp>
          <p:sp>
            <p:nvSpPr>
              <p:cNvPr id="66" name="AutoShape 124">
                <a:extLst>
                  <a:ext uri="{FF2B5EF4-FFF2-40B4-BE49-F238E27FC236}">
                    <a16:creationId xmlns:a16="http://schemas.microsoft.com/office/drawing/2014/main" xmlns="" id="{8B7BC690-A9B4-4274-8976-0441B9D53AB8}"/>
                  </a:ext>
                </a:extLst>
              </p:cNvPr>
              <p:cNvSpPr>
                <a:spLocks/>
              </p:cNvSpPr>
              <p:nvPr/>
            </p:nvSpPr>
            <p:spPr bwMode="auto">
              <a:xfrm>
                <a:off x="3292736" y="2245717"/>
                <a:ext cx="157173" cy="157173"/>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10800" y="20250"/>
                    </a:moveTo>
                    <a:cubicBezTo>
                      <a:pt x="5580" y="20250"/>
                      <a:pt x="1350" y="16017"/>
                      <a:pt x="1350" y="10800"/>
                    </a:cubicBezTo>
                    <a:cubicBezTo>
                      <a:pt x="1350" y="5582"/>
                      <a:pt x="5580" y="1349"/>
                      <a:pt x="10800" y="1349"/>
                    </a:cubicBezTo>
                    <a:cubicBezTo>
                      <a:pt x="16016" y="1349"/>
                      <a:pt x="20250" y="5582"/>
                      <a:pt x="20250" y="10800"/>
                    </a:cubicBezTo>
                    <a:cubicBezTo>
                      <a:pt x="20250" y="16017"/>
                      <a:pt x="16016" y="20250"/>
                      <a:pt x="10800" y="20250"/>
                    </a:cubicBezTo>
                    <a:moveTo>
                      <a:pt x="10800" y="0"/>
                    </a:moveTo>
                    <a:cubicBezTo>
                      <a:pt x="4836" y="0"/>
                      <a:pt x="0" y="4836"/>
                      <a:pt x="0" y="10800"/>
                    </a:cubicBezTo>
                    <a:cubicBezTo>
                      <a:pt x="0" y="16763"/>
                      <a:pt x="4836" y="21600"/>
                      <a:pt x="10800" y="21600"/>
                    </a:cubicBezTo>
                    <a:cubicBezTo>
                      <a:pt x="16763" y="21600"/>
                      <a:pt x="21599" y="16763"/>
                      <a:pt x="21599" y="10800"/>
                    </a:cubicBezTo>
                    <a:cubicBezTo>
                      <a:pt x="21599" y="4836"/>
                      <a:pt x="16763" y="0"/>
                      <a:pt x="10800" y="0"/>
                    </a:cubicBezTo>
                  </a:path>
                </a:pathLst>
              </a:custGeom>
              <a:grpFill/>
              <a:ln>
                <a:noFill/>
              </a:ln>
              <a:effectLst/>
              <a:extLst/>
            </p:spPr>
            <p:txBody>
              <a:bodyPr lIns="19050" tIns="19050" rIns="19050" bIns="19050" anchor="ctr"/>
              <a:lstStyle/>
              <a:p>
                <a:pPr marL="0" marR="0" lvl="0" indent="0" algn="ctr" defTabSz="228600" eaLnBrk="1" fontAlgn="base" latinLnBrk="0" hangingPunct="0">
                  <a:lnSpc>
                    <a:spcPct val="100000"/>
                  </a:lnSpc>
                  <a:spcBef>
                    <a:spcPct val="0"/>
                  </a:spcBef>
                  <a:spcAft>
                    <a:spcPct val="0"/>
                  </a:spcAft>
                  <a:buClrTx/>
                  <a:buSzTx/>
                  <a:buFontTx/>
                  <a:buNone/>
                  <a:tabLst/>
                  <a:defRPr/>
                </a:pPr>
                <a:endParaRPr kumimoji="0" lang="en-US" sz="1500" b="0" i="0" u="none" strike="noStrike" kern="0" cap="none" spc="0" normalizeH="0" baseline="0" noProof="0">
                  <a:ln>
                    <a:noFill/>
                  </a:ln>
                  <a:solidFill>
                    <a:srgbClr val="FFFFFF"/>
                  </a:solidFill>
                  <a:effectLst>
                    <a:outerShdw blurRad="38100" dist="38100" dir="2700000" algn="tl">
                      <a:srgbClr val="000000"/>
                    </a:outerShdw>
                  </a:effectLst>
                  <a:uLnTx/>
                  <a:uFillTx/>
                  <a:latin typeface="Gill Sans" charset="0"/>
                  <a:sym typeface="Gill Sans" charset="0"/>
                </a:endParaRPr>
              </a:p>
            </p:txBody>
          </p:sp>
          <p:sp>
            <p:nvSpPr>
              <p:cNvPr id="67" name="AutoShape 125">
                <a:extLst>
                  <a:ext uri="{FF2B5EF4-FFF2-40B4-BE49-F238E27FC236}">
                    <a16:creationId xmlns:a16="http://schemas.microsoft.com/office/drawing/2014/main" xmlns="" id="{38849FAA-9BEE-4D72-B98F-A5D7AABF89AE}"/>
                  </a:ext>
                </a:extLst>
              </p:cNvPr>
              <p:cNvSpPr>
                <a:spLocks/>
              </p:cNvSpPr>
              <p:nvPr/>
            </p:nvSpPr>
            <p:spPr bwMode="auto">
              <a:xfrm>
                <a:off x="3325891" y="2279484"/>
                <a:ext cx="90253" cy="90253"/>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10800" y="18900"/>
                    </a:moveTo>
                    <a:cubicBezTo>
                      <a:pt x="6328" y="18900"/>
                      <a:pt x="2699" y="15271"/>
                      <a:pt x="2699" y="10800"/>
                    </a:cubicBezTo>
                    <a:cubicBezTo>
                      <a:pt x="2699" y="6329"/>
                      <a:pt x="6328" y="2700"/>
                      <a:pt x="10800" y="2700"/>
                    </a:cubicBezTo>
                    <a:cubicBezTo>
                      <a:pt x="15271" y="2700"/>
                      <a:pt x="18899" y="6329"/>
                      <a:pt x="18899" y="10800"/>
                    </a:cubicBezTo>
                    <a:cubicBezTo>
                      <a:pt x="18899" y="15271"/>
                      <a:pt x="15271" y="18900"/>
                      <a:pt x="10800" y="18900"/>
                    </a:cubicBezTo>
                    <a:moveTo>
                      <a:pt x="10800" y="0"/>
                    </a:moveTo>
                    <a:cubicBezTo>
                      <a:pt x="4830" y="0"/>
                      <a:pt x="0" y="4833"/>
                      <a:pt x="0" y="10800"/>
                    </a:cubicBezTo>
                    <a:cubicBezTo>
                      <a:pt x="0" y="16766"/>
                      <a:pt x="4830" y="21599"/>
                      <a:pt x="10800" y="21599"/>
                    </a:cubicBezTo>
                    <a:cubicBezTo>
                      <a:pt x="16764" y="21599"/>
                      <a:pt x="21600" y="16766"/>
                      <a:pt x="21600" y="10800"/>
                    </a:cubicBezTo>
                    <a:cubicBezTo>
                      <a:pt x="21600" y="4833"/>
                      <a:pt x="16764" y="0"/>
                      <a:pt x="10800" y="0"/>
                    </a:cubicBezTo>
                  </a:path>
                </a:pathLst>
              </a:custGeom>
              <a:grpFill/>
              <a:ln>
                <a:noFill/>
              </a:ln>
              <a:effectLst/>
              <a:extLst/>
            </p:spPr>
            <p:txBody>
              <a:bodyPr lIns="19050" tIns="19050" rIns="19050" bIns="19050" anchor="ctr"/>
              <a:lstStyle/>
              <a:p>
                <a:pPr marL="0" marR="0" lvl="0" indent="0" algn="ctr" defTabSz="228600" eaLnBrk="1" fontAlgn="base" latinLnBrk="0" hangingPunct="0">
                  <a:lnSpc>
                    <a:spcPct val="100000"/>
                  </a:lnSpc>
                  <a:spcBef>
                    <a:spcPct val="0"/>
                  </a:spcBef>
                  <a:spcAft>
                    <a:spcPct val="0"/>
                  </a:spcAft>
                  <a:buClrTx/>
                  <a:buSzTx/>
                  <a:buFontTx/>
                  <a:buNone/>
                  <a:tabLst/>
                  <a:defRPr/>
                </a:pPr>
                <a:endParaRPr kumimoji="0" lang="en-US" sz="1500" b="0" i="0" u="none" strike="noStrike" kern="0" cap="none" spc="0" normalizeH="0" baseline="0" noProof="0">
                  <a:ln>
                    <a:noFill/>
                  </a:ln>
                  <a:solidFill>
                    <a:srgbClr val="FFFFFF"/>
                  </a:solidFill>
                  <a:effectLst>
                    <a:outerShdw blurRad="38100" dist="38100" dir="2700000" algn="tl">
                      <a:srgbClr val="000000"/>
                    </a:outerShdw>
                  </a:effectLst>
                  <a:uLnTx/>
                  <a:uFillTx/>
                  <a:latin typeface="Gill Sans" charset="0"/>
                  <a:sym typeface="Gill Sans" charset="0"/>
                </a:endParaRPr>
              </a:p>
            </p:txBody>
          </p:sp>
        </p:grpSp>
      </p:grpSp>
      <p:grpSp>
        <p:nvGrpSpPr>
          <p:cNvPr id="9" name="组合 5">
            <a:extLst>
              <a:ext uri="{FF2B5EF4-FFF2-40B4-BE49-F238E27FC236}">
                <a16:creationId xmlns:a16="http://schemas.microsoft.com/office/drawing/2014/main" xmlns="" id="{394FDE2A-220C-4FC9-B6F7-4B6F382A5F6F}"/>
              </a:ext>
            </a:extLst>
          </p:cNvPr>
          <p:cNvGrpSpPr/>
          <p:nvPr/>
        </p:nvGrpSpPr>
        <p:grpSpPr>
          <a:xfrm>
            <a:off x="452060" y="3466661"/>
            <a:ext cx="958521" cy="958521"/>
            <a:chOff x="2912452" y="3159636"/>
            <a:chExt cx="1082919" cy="1082919"/>
          </a:xfrm>
        </p:grpSpPr>
        <p:sp>
          <p:nvSpPr>
            <p:cNvPr id="51" name="椭圆 50">
              <a:extLst>
                <a:ext uri="{FF2B5EF4-FFF2-40B4-BE49-F238E27FC236}">
                  <a16:creationId xmlns:a16="http://schemas.microsoft.com/office/drawing/2014/main" xmlns="" id="{836FFAC5-3848-45CC-9BEA-1723704966FA}"/>
                </a:ext>
              </a:extLst>
            </p:cNvPr>
            <p:cNvSpPr/>
            <p:nvPr/>
          </p:nvSpPr>
          <p:spPr>
            <a:xfrm>
              <a:off x="2912452" y="3159636"/>
              <a:ext cx="1082919" cy="1082919"/>
            </a:xfrm>
            <a:prstGeom prst="ellipse">
              <a:avLst/>
            </a:prstGeom>
            <a:solidFill>
              <a:schemeClr val="accent1"/>
            </a:solidFill>
            <a:ln>
              <a:noFill/>
            </a:ln>
            <a:effectLst>
              <a:outerShdw blurRad="254000" dist="2540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CN" altLang="en-US"/>
            </a:p>
          </p:txBody>
        </p:sp>
        <p:grpSp>
          <p:nvGrpSpPr>
            <p:cNvPr id="10" name="组合 67">
              <a:extLst>
                <a:ext uri="{FF2B5EF4-FFF2-40B4-BE49-F238E27FC236}">
                  <a16:creationId xmlns:a16="http://schemas.microsoft.com/office/drawing/2014/main" xmlns="" id="{19E1264A-BA58-4E02-BC94-070CA6D42A73}"/>
                </a:ext>
              </a:extLst>
            </p:cNvPr>
            <p:cNvGrpSpPr/>
            <p:nvPr/>
          </p:nvGrpSpPr>
          <p:grpSpPr>
            <a:xfrm flipH="1">
              <a:off x="3190040" y="3442162"/>
              <a:ext cx="517866" cy="517866"/>
              <a:chOff x="2473104" y="2145028"/>
              <a:chExt cx="359165" cy="359165"/>
            </a:xfrm>
            <a:solidFill>
              <a:schemeClr val="bg1"/>
            </a:solidFill>
          </p:grpSpPr>
          <p:sp>
            <p:nvSpPr>
              <p:cNvPr id="69" name="AutoShape 126">
                <a:extLst>
                  <a:ext uri="{FF2B5EF4-FFF2-40B4-BE49-F238E27FC236}">
                    <a16:creationId xmlns:a16="http://schemas.microsoft.com/office/drawing/2014/main" xmlns="" id="{7D045FA5-8CEA-4CED-90BB-7FB3EC630651}"/>
                  </a:ext>
                </a:extLst>
              </p:cNvPr>
              <p:cNvSpPr>
                <a:spLocks/>
              </p:cNvSpPr>
              <p:nvPr/>
            </p:nvSpPr>
            <p:spPr bwMode="auto">
              <a:xfrm>
                <a:off x="2473104" y="2145028"/>
                <a:ext cx="359165" cy="359165"/>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13499" y="14850"/>
                    </a:moveTo>
                    <a:cubicBezTo>
                      <a:pt x="9772" y="14850"/>
                      <a:pt x="6749" y="11827"/>
                      <a:pt x="6749" y="8100"/>
                    </a:cubicBezTo>
                    <a:cubicBezTo>
                      <a:pt x="6749" y="4372"/>
                      <a:pt x="9772" y="1350"/>
                      <a:pt x="13499" y="1350"/>
                    </a:cubicBezTo>
                    <a:cubicBezTo>
                      <a:pt x="17227" y="1350"/>
                      <a:pt x="20249" y="4372"/>
                      <a:pt x="20249" y="8100"/>
                    </a:cubicBezTo>
                    <a:cubicBezTo>
                      <a:pt x="20249" y="11827"/>
                      <a:pt x="17227" y="14850"/>
                      <a:pt x="13499" y="14850"/>
                    </a:cubicBezTo>
                    <a:moveTo>
                      <a:pt x="3236" y="20042"/>
                    </a:moveTo>
                    <a:cubicBezTo>
                      <a:pt x="3019" y="20266"/>
                      <a:pt x="2718" y="20408"/>
                      <a:pt x="2382" y="20408"/>
                    </a:cubicBezTo>
                    <a:cubicBezTo>
                      <a:pt x="1724" y="20408"/>
                      <a:pt x="1191" y="19875"/>
                      <a:pt x="1191" y="19218"/>
                    </a:cubicBezTo>
                    <a:cubicBezTo>
                      <a:pt x="1191" y="18881"/>
                      <a:pt x="1332" y="18580"/>
                      <a:pt x="1557" y="18363"/>
                    </a:cubicBezTo>
                    <a:lnTo>
                      <a:pt x="1551" y="18358"/>
                    </a:lnTo>
                    <a:lnTo>
                      <a:pt x="6996" y="12913"/>
                    </a:lnTo>
                    <a:cubicBezTo>
                      <a:pt x="7472" y="13555"/>
                      <a:pt x="8039" y="14122"/>
                      <a:pt x="8680" y="14599"/>
                    </a:cubicBezTo>
                    <a:cubicBezTo>
                      <a:pt x="8680" y="14599"/>
                      <a:pt x="3236" y="20042"/>
                      <a:pt x="3236" y="20042"/>
                    </a:cubicBezTo>
                    <a:close/>
                    <a:moveTo>
                      <a:pt x="13499" y="0"/>
                    </a:moveTo>
                    <a:cubicBezTo>
                      <a:pt x="9026" y="0"/>
                      <a:pt x="5399" y="3626"/>
                      <a:pt x="5399" y="8100"/>
                    </a:cubicBezTo>
                    <a:cubicBezTo>
                      <a:pt x="5399" y="9467"/>
                      <a:pt x="5742" y="10754"/>
                      <a:pt x="6341" y="11884"/>
                    </a:cubicBezTo>
                    <a:lnTo>
                      <a:pt x="709" y="17515"/>
                    </a:lnTo>
                    <a:lnTo>
                      <a:pt x="713" y="17520"/>
                    </a:lnTo>
                    <a:cubicBezTo>
                      <a:pt x="274" y="17953"/>
                      <a:pt x="0" y="18552"/>
                      <a:pt x="0" y="19218"/>
                    </a:cubicBezTo>
                    <a:cubicBezTo>
                      <a:pt x="0" y="20533"/>
                      <a:pt x="1066" y="21599"/>
                      <a:pt x="2382" y="21599"/>
                    </a:cubicBezTo>
                    <a:cubicBezTo>
                      <a:pt x="3047" y="21599"/>
                      <a:pt x="3647" y="21326"/>
                      <a:pt x="4079" y="20885"/>
                    </a:cubicBezTo>
                    <a:lnTo>
                      <a:pt x="4078" y="20884"/>
                    </a:lnTo>
                    <a:lnTo>
                      <a:pt x="9708" y="15255"/>
                    </a:lnTo>
                    <a:cubicBezTo>
                      <a:pt x="10839" y="15856"/>
                      <a:pt x="12128" y="16200"/>
                      <a:pt x="13499" y="16200"/>
                    </a:cubicBezTo>
                    <a:cubicBezTo>
                      <a:pt x="17973" y="16200"/>
                      <a:pt x="21600" y="12573"/>
                      <a:pt x="21600" y="8100"/>
                    </a:cubicBezTo>
                    <a:cubicBezTo>
                      <a:pt x="21600" y="3626"/>
                      <a:pt x="17973" y="0"/>
                      <a:pt x="13499" y="0"/>
                    </a:cubicBezTo>
                  </a:path>
                </a:pathLst>
              </a:custGeom>
              <a:grpFill/>
              <a:ln>
                <a:noFill/>
              </a:ln>
              <a:effectLst/>
              <a:extLst/>
            </p:spPr>
            <p:txBody>
              <a:bodyPr lIns="19050" tIns="19050" rIns="19050" bIns="19050" anchor="ctr"/>
              <a:lstStyle/>
              <a:p>
                <a:pPr marL="0" marR="0" lvl="0" indent="0" algn="ctr" defTabSz="228600" eaLnBrk="1" fontAlgn="base" latinLnBrk="0" hangingPunct="0">
                  <a:lnSpc>
                    <a:spcPct val="100000"/>
                  </a:lnSpc>
                  <a:spcBef>
                    <a:spcPct val="0"/>
                  </a:spcBef>
                  <a:spcAft>
                    <a:spcPct val="0"/>
                  </a:spcAft>
                  <a:buClrTx/>
                  <a:buSzTx/>
                  <a:buFontTx/>
                  <a:buNone/>
                  <a:tabLst/>
                  <a:defRPr/>
                </a:pPr>
                <a:endParaRPr kumimoji="0" lang="en-US" sz="1500" b="0" i="0" u="none" strike="noStrike" kern="0" cap="none" spc="0" normalizeH="0" baseline="0" noProof="0">
                  <a:ln>
                    <a:noFill/>
                  </a:ln>
                  <a:solidFill>
                    <a:srgbClr val="FFFFFF"/>
                  </a:solidFill>
                  <a:effectLst>
                    <a:outerShdw blurRad="38100" dist="38100" dir="2700000" algn="tl">
                      <a:srgbClr val="000000"/>
                    </a:outerShdw>
                  </a:effectLst>
                  <a:uLnTx/>
                  <a:uFillTx/>
                  <a:latin typeface="Gill Sans" charset="0"/>
                  <a:sym typeface="Gill Sans" charset="0"/>
                </a:endParaRPr>
              </a:p>
            </p:txBody>
          </p:sp>
          <p:sp>
            <p:nvSpPr>
              <p:cNvPr id="70" name="AutoShape 127">
                <a:extLst>
                  <a:ext uri="{FF2B5EF4-FFF2-40B4-BE49-F238E27FC236}">
                    <a16:creationId xmlns:a16="http://schemas.microsoft.com/office/drawing/2014/main" xmlns="" id="{95752EF5-D6EA-4BD9-B619-52646543BB27}"/>
                  </a:ext>
                </a:extLst>
              </p:cNvPr>
              <p:cNvSpPr>
                <a:spLocks/>
              </p:cNvSpPr>
              <p:nvPr/>
            </p:nvSpPr>
            <p:spPr bwMode="auto">
              <a:xfrm>
                <a:off x="2618611" y="2200897"/>
                <a:ext cx="84727" cy="84112"/>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20160" y="0"/>
                    </a:moveTo>
                    <a:cubicBezTo>
                      <a:pt x="9025" y="0"/>
                      <a:pt x="0" y="9025"/>
                      <a:pt x="0" y="20160"/>
                    </a:cubicBezTo>
                    <a:cubicBezTo>
                      <a:pt x="0" y="20954"/>
                      <a:pt x="644" y="21600"/>
                      <a:pt x="1440" y="21600"/>
                    </a:cubicBezTo>
                    <a:cubicBezTo>
                      <a:pt x="2235" y="21600"/>
                      <a:pt x="2880" y="20954"/>
                      <a:pt x="2880" y="20160"/>
                    </a:cubicBezTo>
                    <a:cubicBezTo>
                      <a:pt x="2880" y="10618"/>
                      <a:pt x="10617" y="2880"/>
                      <a:pt x="20160" y="2880"/>
                    </a:cubicBezTo>
                    <a:cubicBezTo>
                      <a:pt x="20955" y="2880"/>
                      <a:pt x="21599" y="2234"/>
                      <a:pt x="21599" y="1440"/>
                    </a:cubicBezTo>
                    <a:cubicBezTo>
                      <a:pt x="21599" y="645"/>
                      <a:pt x="20955" y="0"/>
                      <a:pt x="20160" y="0"/>
                    </a:cubicBezTo>
                  </a:path>
                </a:pathLst>
              </a:custGeom>
              <a:grpFill/>
              <a:ln>
                <a:noFill/>
              </a:ln>
              <a:effectLst/>
              <a:extLst/>
            </p:spPr>
            <p:txBody>
              <a:bodyPr lIns="19050" tIns="19050" rIns="19050" bIns="19050" anchor="ctr"/>
              <a:lstStyle/>
              <a:p>
                <a:pPr marL="0" marR="0" lvl="0" indent="0" algn="ctr" defTabSz="228600" eaLnBrk="1" fontAlgn="base" latinLnBrk="0" hangingPunct="0">
                  <a:lnSpc>
                    <a:spcPct val="100000"/>
                  </a:lnSpc>
                  <a:spcBef>
                    <a:spcPct val="0"/>
                  </a:spcBef>
                  <a:spcAft>
                    <a:spcPct val="0"/>
                  </a:spcAft>
                  <a:buClrTx/>
                  <a:buSzTx/>
                  <a:buFontTx/>
                  <a:buNone/>
                  <a:tabLst/>
                  <a:defRPr/>
                </a:pPr>
                <a:endParaRPr kumimoji="0" lang="en-US" sz="1500" b="0" i="0" u="none" strike="noStrike" kern="0" cap="none" spc="0" normalizeH="0" baseline="0" noProof="0">
                  <a:ln>
                    <a:noFill/>
                  </a:ln>
                  <a:solidFill>
                    <a:srgbClr val="FFFFFF"/>
                  </a:solidFill>
                  <a:effectLst>
                    <a:outerShdw blurRad="38100" dist="38100" dir="2700000" algn="tl">
                      <a:srgbClr val="000000"/>
                    </a:outerShdw>
                  </a:effectLst>
                  <a:uLnTx/>
                  <a:uFillTx/>
                  <a:latin typeface="Gill Sans" charset="0"/>
                  <a:sym typeface="Gill Sans" charset="0"/>
                </a:endParaRPr>
              </a:p>
            </p:txBody>
          </p:sp>
        </p:grpSp>
      </p:grpSp>
      <p:sp>
        <p:nvSpPr>
          <p:cNvPr id="25602" name="Rectangle 2"/>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zh-CN" altLang="en-US"/>
          </a:p>
        </p:txBody>
      </p:sp>
      <p:sp>
        <p:nvSpPr>
          <p:cNvPr id="25604" name="Rectangle 4"/>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zh-CN" altLang="en-US"/>
          </a:p>
        </p:txBody>
      </p:sp>
      <p:sp>
        <p:nvSpPr>
          <p:cNvPr id="25606" name="Rectangle 6"/>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zh-CN" altLang="en-US"/>
          </a:p>
        </p:txBody>
      </p:sp>
      <p:sp>
        <p:nvSpPr>
          <p:cNvPr id="25607" name="Rectangle 7"/>
          <p:cNvSpPr>
            <a:spLocks noChangeArrowheads="1"/>
          </p:cNvSpPr>
          <p:nvPr/>
        </p:nvSpPr>
        <p:spPr bwMode="auto">
          <a:xfrm>
            <a:off x="0" y="28575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1200" b="0" i="0" u="none" strike="noStrike" cap="none" normalizeH="0" baseline="0" smtClean="0">
                <a:ln>
                  <a:noFill/>
                </a:ln>
                <a:solidFill>
                  <a:schemeClr val="tx1"/>
                </a:solidFill>
                <a:effectLst/>
                <a:latin typeface="Cambria Math" pitchFamily="18" charset="0"/>
                <a:ea typeface="宋体" pitchFamily="2" charset="-122"/>
                <a:cs typeface="Times New Roman" pitchFamily="18" charset="0"/>
              </a:rPr>
              <a:t>	</a:t>
            </a:r>
            <a:r>
              <a:rPr kumimoji="0" lang="en-US" altLang="zh-CN" sz="800" b="0" i="0" u="none" strike="noStrike" cap="none" normalizeH="0" baseline="0" smtClean="0">
                <a:ln>
                  <a:noFill/>
                </a:ln>
                <a:solidFill>
                  <a:schemeClr val="tx1"/>
                </a:solidFill>
                <a:effectLst/>
                <a:latin typeface="Arial" pitchFamily="34" charset="0"/>
                <a:ea typeface="宋体" pitchFamily="2" charset="-122"/>
                <a:cs typeface="宋体" pitchFamily="2" charset="-122"/>
              </a:rPr>
              <a:t> </a:t>
            </a:r>
            <a:endParaRPr kumimoji="0" lang="en-US" altLang="zh-CN" sz="1800" b="0" i="0" u="none" strike="noStrike" cap="none" normalizeH="0" baseline="0" smtClean="0">
              <a:ln>
                <a:noFill/>
              </a:ln>
              <a:solidFill>
                <a:schemeClr val="tx1"/>
              </a:solidFill>
              <a:effectLst/>
              <a:latin typeface="Arial" pitchFamily="34" charset="0"/>
              <a:ea typeface="宋体" pitchFamily="2" charset="-122"/>
              <a:cs typeface="宋体" pitchFamily="2" charset="-122"/>
            </a:endParaRPr>
          </a:p>
        </p:txBody>
      </p:sp>
      <p:sp>
        <p:nvSpPr>
          <p:cNvPr id="25609" name="Rectangle 9"/>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zh-CN" altLang="en-US"/>
          </a:p>
        </p:txBody>
      </p:sp>
      <p:sp>
        <p:nvSpPr>
          <p:cNvPr id="25610" name="Rectangle 10"/>
          <p:cNvSpPr>
            <a:spLocks noChangeArrowheads="1"/>
          </p:cNvSpPr>
          <p:nvPr/>
        </p:nvSpPr>
        <p:spPr bwMode="auto">
          <a:xfrm>
            <a:off x="0" y="200025"/>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1200" b="0" i="0" u="none" strike="noStrike" cap="none" normalizeH="0" baseline="0" smtClean="0">
                <a:ln>
                  <a:noFill/>
                </a:ln>
                <a:solidFill>
                  <a:schemeClr val="tx1"/>
                </a:solidFill>
                <a:effectLst/>
                <a:latin typeface="Cambria Math" pitchFamily="18" charset="0"/>
                <a:ea typeface="宋体" pitchFamily="2" charset="-122"/>
                <a:cs typeface="Times New Roman" pitchFamily="18" charset="0"/>
              </a:rPr>
              <a:t>	</a:t>
            </a:r>
            <a:r>
              <a:rPr kumimoji="0" lang="en-US" altLang="zh-CN" sz="800" b="0" i="0" u="none" strike="noStrike" cap="none" normalizeH="0" baseline="0" smtClean="0">
                <a:ln>
                  <a:noFill/>
                </a:ln>
                <a:solidFill>
                  <a:schemeClr val="tx1"/>
                </a:solidFill>
                <a:effectLst/>
                <a:latin typeface="Arial" pitchFamily="34" charset="0"/>
                <a:ea typeface="宋体" pitchFamily="2" charset="-122"/>
                <a:cs typeface="宋体" pitchFamily="2" charset="-122"/>
              </a:rPr>
              <a:t> </a:t>
            </a:r>
            <a:endParaRPr kumimoji="0" lang="en-US" altLang="zh-CN" sz="1800" b="0" i="0" u="none" strike="noStrike" cap="none" normalizeH="0" baseline="0" smtClean="0">
              <a:ln>
                <a:noFill/>
              </a:ln>
              <a:solidFill>
                <a:schemeClr val="tx1"/>
              </a:solidFill>
              <a:effectLst/>
              <a:latin typeface="Arial" pitchFamily="34" charset="0"/>
              <a:ea typeface="宋体" pitchFamily="2" charset="-122"/>
              <a:cs typeface="宋体" pitchFamily="2" charset="-122"/>
            </a:endParaRPr>
          </a:p>
        </p:txBody>
      </p:sp>
      <p:sp>
        <p:nvSpPr>
          <p:cNvPr id="25612" name="Rectangle 12"/>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zh-CN" altLang="en-US"/>
          </a:p>
        </p:txBody>
      </p:sp>
      <p:sp>
        <p:nvSpPr>
          <p:cNvPr id="25613" name="Rectangle 13"/>
          <p:cNvSpPr>
            <a:spLocks noChangeArrowheads="1"/>
          </p:cNvSpPr>
          <p:nvPr/>
        </p:nvSpPr>
        <p:spPr bwMode="auto">
          <a:xfrm>
            <a:off x="0" y="276225"/>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1200" b="0" i="0" u="none" strike="noStrike" cap="none" normalizeH="0" baseline="0" smtClean="0">
                <a:ln>
                  <a:noFill/>
                </a:ln>
                <a:solidFill>
                  <a:schemeClr val="tx1"/>
                </a:solidFill>
                <a:effectLst/>
                <a:latin typeface="Cambria Math" pitchFamily="18" charset="0"/>
                <a:ea typeface="宋体" pitchFamily="2" charset="-122"/>
                <a:cs typeface="Times New Roman" pitchFamily="18" charset="0"/>
              </a:rPr>
              <a:t>	</a:t>
            </a:r>
            <a:r>
              <a:rPr kumimoji="0" lang="en-US" altLang="zh-CN" sz="800" b="0" i="0" u="none" strike="noStrike" cap="none" normalizeH="0" baseline="0" smtClean="0">
                <a:ln>
                  <a:noFill/>
                </a:ln>
                <a:solidFill>
                  <a:schemeClr val="tx1"/>
                </a:solidFill>
                <a:effectLst/>
                <a:latin typeface="Arial" pitchFamily="34" charset="0"/>
                <a:ea typeface="宋体" pitchFamily="2" charset="-122"/>
                <a:cs typeface="宋体" pitchFamily="2" charset="-122"/>
              </a:rPr>
              <a:t> </a:t>
            </a:r>
            <a:endParaRPr kumimoji="0" lang="en-US" altLang="zh-CN" sz="1800" b="0" i="0" u="none" strike="noStrike" cap="none" normalizeH="0" baseline="0" smtClean="0">
              <a:ln>
                <a:noFill/>
              </a:ln>
              <a:solidFill>
                <a:schemeClr val="tx1"/>
              </a:solidFill>
              <a:effectLst/>
              <a:latin typeface="Arial" pitchFamily="34" charset="0"/>
              <a:ea typeface="宋体" pitchFamily="2" charset="-122"/>
              <a:cs typeface="宋体" pitchFamily="2" charset="-122"/>
            </a:endParaRPr>
          </a:p>
        </p:txBody>
      </p:sp>
      <p:sp>
        <p:nvSpPr>
          <p:cNvPr id="61" name="TextBox 8" descr="e7d195523061f1c09e9d68d7cf438b91ef959ecb14fc25d26BBA7F7DBC18E55DFF4014AF651F0BF2569D4B6C1DA7F1A4683A481403BD872FC687266AD13265C1DE7C373772FD8728ABDD69ADD03BFF5BE2862BC891DBB79E74B044BEE21896B58BB504F9B7B8366179F035B8F1FE97608BAB4D7DF1E11532BDCC25DF947C3C4C1B257BA7AAE60662DCA45AF4273F5B3E">
            <a:extLst>
              <a:ext uri="{FF2B5EF4-FFF2-40B4-BE49-F238E27FC236}">
                <a16:creationId xmlns:a16="http://schemas.microsoft.com/office/drawing/2014/main" xmlns="" id="{EC85FA89-A7AF-4D7F-9827-1C1D04B8D9E7}"/>
              </a:ext>
            </a:extLst>
          </p:cNvPr>
          <p:cNvSpPr txBox="1"/>
          <p:nvPr/>
        </p:nvSpPr>
        <p:spPr>
          <a:xfrm>
            <a:off x="3716853" y="2267202"/>
            <a:ext cx="1706014" cy="369332"/>
          </a:xfrm>
          <a:prstGeom prst="rect">
            <a:avLst/>
          </a:prstGeom>
          <a:noFill/>
          <a:ln>
            <a:noFill/>
          </a:ln>
        </p:spPr>
        <p:txBody>
          <a:bodyPr wrap="square">
            <a:spAutoFit/>
          </a:bodyPr>
          <a:lstStyle>
            <a:defPPr>
              <a:defRPr lang="zh-CN"/>
            </a:defPPr>
            <a:lvl1pPr algn="r" fontAlgn="base">
              <a:spcBef>
                <a:spcPct val="0"/>
              </a:spcBef>
              <a:spcAft>
                <a:spcPct val="0"/>
              </a:spcAft>
              <a:defRPr sz="1800" b="1">
                <a:solidFill>
                  <a:schemeClr val="accent1"/>
                </a:solidFill>
                <a:latin typeface="+mj-ea"/>
                <a:ea typeface="+mj-ea"/>
              </a:defRPr>
            </a:lvl1pPr>
            <a:lvl2pPr marL="742950" indent="-285750">
              <a:defRPr sz="1300">
                <a:latin typeface="Arial" panose="020B0604020202020204" pitchFamily="34" charset="0"/>
                <a:ea typeface="微软雅黑" panose="020B0503020204020204" pitchFamily="34" charset="-122"/>
              </a:defRPr>
            </a:lvl2pPr>
            <a:lvl3pPr marL="1143000" indent="-228600">
              <a:defRPr sz="1300">
                <a:latin typeface="Arial" panose="020B0604020202020204" pitchFamily="34" charset="0"/>
                <a:ea typeface="微软雅黑" panose="020B0503020204020204" pitchFamily="34" charset="-122"/>
              </a:defRPr>
            </a:lvl3pPr>
            <a:lvl4pPr marL="1600200" indent="-228600">
              <a:defRPr sz="1300">
                <a:latin typeface="Arial" panose="020B0604020202020204" pitchFamily="34" charset="0"/>
                <a:ea typeface="微软雅黑" panose="020B0503020204020204" pitchFamily="34" charset="-122"/>
              </a:defRPr>
            </a:lvl4pPr>
            <a:lvl5pPr marL="2057400" indent="-228600">
              <a:defRPr sz="1300">
                <a:latin typeface="Arial" panose="020B0604020202020204" pitchFamily="34" charset="0"/>
                <a:ea typeface="微软雅黑" panose="020B0503020204020204" pitchFamily="34" charset="-122"/>
              </a:defRPr>
            </a:lvl5pPr>
            <a:lvl6pPr marL="2514600" indent="-228600" fontAlgn="base">
              <a:spcBef>
                <a:spcPct val="0"/>
              </a:spcBef>
              <a:spcAft>
                <a:spcPct val="0"/>
              </a:spcAft>
              <a:defRPr sz="1300">
                <a:latin typeface="Arial" panose="020B0604020202020204" pitchFamily="34" charset="0"/>
                <a:ea typeface="微软雅黑" panose="020B0503020204020204" pitchFamily="34" charset="-122"/>
              </a:defRPr>
            </a:lvl6pPr>
            <a:lvl7pPr marL="2971800" indent="-228600" fontAlgn="base">
              <a:spcBef>
                <a:spcPct val="0"/>
              </a:spcBef>
              <a:spcAft>
                <a:spcPct val="0"/>
              </a:spcAft>
              <a:defRPr sz="1300">
                <a:latin typeface="Arial" panose="020B0604020202020204" pitchFamily="34" charset="0"/>
                <a:ea typeface="微软雅黑" panose="020B0503020204020204" pitchFamily="34" charset="-122"/>
              </a:defRPr>
            </a:lvl7pPr>
            <a:lvl8pPr marL="3429000" indent="-228600" fontAlgn="base">
              <a:spcBef>
                <a:spcPct val="0"/>
              </a:spcBef>
              <a:spcAft>
                <a:spcPct val="0"/>
              </a:spcAft>
              <a:defRPr sz="1300">
                <a:latin typeface="Arial" panose="020B0604020202020204" pitchFamily="34" charset="0"/>
                <a:ea typeface="微软雅黑" panose="020B0503020204020204" pitchFamily="34" charset="-122"/>
              </a:defRPr>
            </a:lvl8pPr>
            <a:lvl9pPr marL="3886200" indent="-228600" fontAlgn="base">
              <a:spcBef>
                <a:spcPct val="0"/>
              </a:spcBef>
              <a:spcAft>
                <a:spcPct val="0"/>
              </a:spcAft>
              <a:defRPr sz="1300">
                <a:latin typeface="Arial" panose="020B0604020202020204" pitchFamily="34" charset="0"/>
                <a:ea typeface="微软雅黑" panose="020B0503020204020204" pitchFamily="34" charset="-122"/>
              </a:defRPr>
            </a:lvl9pPr>
          </a:lstStyle>
          <a:p>
            <a:pPr algn="l"/>
            <a:r>
              <a:rPr lang="en-US" altLang="zh-CN" dirty="0" smtClean="0"/>
              <a:t>Precision</a:t>
            </a:r>
            <a:endParaRPr lang="en-US" dirty="0"/>
          </a:p>
        </p:txBody>
      </p:sp>
      <p:sp>
        <p:nvSpPr>
          <p:cNvPr id="64" name="TextBox 9" descr="e7d195523061f1c09e9d68d7cf438b91ef959ecb14fc25d26BBA7F7DBC18E55DFF4014AF651F0BF2569D4B6C1DA7F1A4683A481403BD872FC687266AD13265C1DE7C373772FD8728ABDD69ADD03BFF5BE2862BC891DBB79E74B044BEE21896B58BB504F9B7B8366179F035B8F1FE97608BAB4D7DF1E11532BDCC25DF947C3C4C1B257BA7AAE60662DCA45AF4273F5B3E">
            <a:extLst>
              <a:ext uri="{FF2B5EF4-FFF2-40B4-BE49-F238E27FC236}">
                <a16:creationId xmlns:a16="http://schemas.microsoft.com/office/drawing/2014/main" xmlns="" id="{80D39079-A873-43D5-AA1D-200EEEE4F35B}"/>
              </a:ext>
            </a:extLst>
          </p:cNvPr>
          <p:cNvSpPr txBox="1"/>
          <p:nvPr/>
        </p:nvSpPr>
        <p:spPr>
          <a:xfrm>
            <a:off x="3749137" y="2537066"/>
            <a:ext cx="2715471" cy="704232"/>
          </a:xfrm>
          <a:prstGeom prst="rect">
            <a:avLst/>
          </a:prstGeom>
          <a:noFill/>
        </p:spPr>
        <p:txBody>
          <a:bodyPr wrap="square" lIns="27000" rIns="27000" rtlCol="0">
            <a:spAutoFit/>
          </a:bodyPr>
          <a:lstStyle/>
          <a:p>
            <a:pPr defTabSz="914400">
              <a:lnSpc>
                <a:spcPct val="150000"/>
              </a:lnSpc>
              <a:defRPr/>
            </a:pPr>
            <a:r>
              <a:rPr lang="zh-CN" altLang="zh-CN" sz="1400" dirty="0" smtClean="0"/>
              <a:t>考虑在相似度排名序列</a:t>
            </a:r>
            <a:r>
              <a:rPr lang="en-US" altLang="zh-CN" sz="1400" i="1" dirty="0" smtClean="0"/>
              <a:t>X</a:t>
            </a:r>
            <a:r>
              <a:rPr lang="zh-CN" altLang="zh-CN" sz="1400" dirty="0" smtClean="0"/>
              <a:t>所取的前</a:t>
            </a:r>
            <a:r>
              <a:rPr lang="en-US" altLang="zh-CN" sz="1400" i="1" dirty="0" smtClean="0"/>
              <a:t>M</a:t>
            </a:r>
            <a:r>
              <a:rPr lang="zh-CN" altLang="zh-CN" sz="1400" dirty="0" smtClean="0"/>
              <a:t>位的节点对连边预测的准确性</a:t>
            </a:r>
            <a:endParaRPr lang="en-US" altLang="zh-CN" sz="1400" kern="0" dirty="0">
              <a:solidFill>
                <a:schemeClr val="tx1">
                  <a:lumMod val="95000"/>
                  <a:lumOff val="5000"/>
                </a:schemeClr>
              </a:solidFill>
              <a:latin typeface="+mn-ea"/>
            </a:endParaRPr>
          </a:p>
        </p:txBody>
      </p:sp>
      <p:sp>
        <p:nvSpPr>
          <p:cNvPr id="68" name="TextBox 8" descr="e7d195523061f1c09e9d68d7cf438b91ef959ecb14fc25d26BBA7F7DBC18E55DFF4014AF651F0BF2569D4B6C1DA7F1A4683A481403BD872FC687266AD13265C1DE7C373772FD8728ABDD69ADD03BFF5BE2862BC891DBB79E74B044BEE21896B58BB504F9B7B8366179F035B8F1FE97608BAB4D7DF1E11532BDCC25DF947C3C4C1B257BA7AAE60662DCA45AF4273F5B3E">
            <a:extLst>
              <a:ext uri="{FF2B5EF4-FFF2-40B4-BE49-F238E27FC236}">
                <a16:creationId xmlns:a16="http://schemas.microsoft.com/office/drawing/2014/main" xmlns="" id="{EC85FA89-A7AF-4D7F-9827-1C1D04B8D9E7}"/>
              </a:ext>
            </a:extLst>
          </p:cNvPr>
          <p:cNvSpPr txBox="1"/>
          <p:nvPr/>
        </p:nvSpPr>
        <p:spPr>
          <a:xfrm>
            <a:off x="3686030" y="3561746"/>
            <a:ext cx="2067498" cy="369332"/>
          </a:xfrm>
          <a:prstGeom prst="rect">
            <a:avLst/>
          </a:prstGeom>
          <a:noFill/>
          <a:ln>
            <a:noFill/>
          </a:ln>
        </p:spPr>
        <p:txBody>
          <a:bodyPr wrap="square">
            <a:spAutoFit/>
          </a:bodyPr>
          <a:lstStyle>
            <a:defPPr>
              <a:defRPr lang="zh-CN"/>
            </a:defPPr>
            <a:lvl1pPr algn="r" fontAlgn="base">
              <a:spcBef>
                <a:spcPct val="0"/>
              </a:spcBef>
              <a:spcAft>
                <a:spcPct val="0"/>
              </a:spcAft>
              <a:defRPr sz="1800" b="1">
                <a:solidFill>
                  <a:schemeClr val="accent1"/>
                </a:solidFill>
                <a:latin typeface="+mj-ea"/>
                <a:ea typeface="+mj-ea"/>
              </a:defRPr>
            </a:lvl1pPr>
            <a:lvl2pPr marL="742950" indent="-285750">
              <a:defRPr sz="1300">
                <a:latin typeface="Arial" panose="020B0604020202020204" pitchFamily="34" charset="0"/>
                <a:ea typeface="微软雅黑" panose="020B0503020204020204" pitchFamily="34" charset="-122"/>
              </a:defRPr>
            </a:lvl2pPr>
            <a:lvl3pPr marL="1143000" indent="-228600">
              <a:defRPr sz="1300">
                <a:latin typeface="Arial" panose="020B0604020202020204" pitchFamily="34" charset="0"/>
                <a:ea typeface="微软雅黑" panose="020B0503020204020204" pitchFamily="34" charset="-122"/>
              </a:defRPr>
            </a:lvl3pPr>
            <a:lvl4pPr marL="1600200" indent="-228600">
              <a:defRPr sz="1300">
                <a:latin typeface="Arial" panose="020B0604020202020204" pitchFamily="34" charset="0"/>
                <a:ea typeface="微软雅黑" panose="020B0503020204020204" pitchFamily="34" charset="-122"/>
              </a:defRPr>
            </a:lvl4pPr>
            <a:lvl5pPr marL="2057400" indent="-228600">
              <a:defRPr sz="1300">
                <a:latin typeface="Arial" panose="020B0604020202020204" pitchFamily="34" charset="0"/>
                <a:ea typeface="微软雅黑" panose="020B0503020204020204" pitchFamily="34" charset="-122"/>
              </a:defRPr>
            </a:lvl5pPr>
            <a:lvl6pPr marL="2514600" indent="-228600" fontAlgn="base">
              <a:spcBef>
                <a:spcPct val="0"/>
              </a:spcBef>
              <a:spcAft>
                <a:spcPct val="0"/>
              </a:spcAft>
              <a:defRPr sz="1300">
                <a:latin typeface="Arial" panose="020B0604020202020204" pitchFamily="34" charset="0"/>
                <a:ea typeface="微软雅黑" panose="020B0503020204020204" pitchFamily="34" charset="-122"/>
              </a:defRPr>
            </a:lvl6pPr>
            <a:lvl7pPr marL="2971800" indent="-228600" fontAlgn="base">
              <a:spcBef>
                <a:spcPct val="0"/>
              </a:spcBef>
              <a:spcAft>
                <a:spcPct val="0"/>
              </a:spcAft>
              <a:defRPr sz="1300">
                <a:latin typeface="Arial" panose="020B0604020202020204" pitchFamily="34" charset="0"/>
                <a:ea typeface="微软雅黑" panose="020B0503020204020204" pitchFamily="34" charset="-122"/>
              </a:defRPr>
            </a:lvl7pPr>
            <a:lvl8pPr marL="3429000" indent="-228600" fontAlgn="base">
              <a:spcBef>
                <a:spcPct val="0"/>
              </a:spcBef>
              <a:spcAft>
                <a:spcPct val="0"/>
              </a:spcAft>
              <a:defRPr sz="1300">
                <a:latin typeface="Arial" panose="020B0604020202020204" pitchFamily="34" charset="0"/>
                <a:ea typeface="微软雅黑" panose="020B0503020204020204" pitchFamily="34" charset="-122"/>
              </a:defRPr>
            </a:lvl8pPr>
            <a:lvl9pPr marL="3886200" indent="-228600" fontAlgn="base">
              <a:spcBef>
                <a:spcPct val="0"/>
              </a:spcBef>
              <a:spcAft>
                <a:spcPct val="0"/>
              </a:spcAft>
              <a:defRPr sz="1300">
                <a:latin typeface="Arial" panose="020B0604020202020204" pitchFamily="34" charset="0"/>
                <a:ea typeface="微软雅黑" panose="020B0503020204020204" pitchFamily="34" charset="-122"/>
              </a:defRPr>
            </a:lvl9pPr>
          </a:lstStyle>
          <a:p>
            <a:pPr algn="l"/>
            <a:r>
              <a:rPr lang="en-US" altLang="zh-CN" dirty="0" smtClean="0"/>
              <a:t>Ranking Score</a:t>
            </a:r>
            <a:endParaRPr lang="en-US" dirty="0"/>
          </a:p>
        </p:txBody>
      </p:sp>
      <p:sp>
        <p:nvSpPr>
          <p:cNvPr id="71" name="TextBox 9" descr="e7d195523061f1c09e9d68d7cf438b91ef959ecb14fc25d26BBA7F7DBC18E55DFF4014AF651F0BF2569D4B6C1DA7F1A4683A481403BD872FC687266AD13265C1DE7C373772FD8728ABDD69ADD03BFF5BE2862BC891DBB79E74B044BEE21896B58BB504F9B7B8366179F035B8F1FE97608BAB4D7DF1E11532BDCC25DF947C3C4C1B257BA7AAE60662DCA45AF4273F5B3E">
            <a:extLst>
              <a:ext uri="{FF2B5EF4-FFF2-40B4-BE49-F238E27FC236}">
                <a16:creationId xmlns:a16="http://schemas.microsoft.com/office/drawing/2014/main" xmlns="" id="{80D39079-A873-43D5-AA1D-200EEEE4F35B}"/>
              </a:ext>
            </a:extLst>
          </p:cNvPr>
          <p:cNvSpPr txBox="1"/>
          <p:nvPr/>
        </p:nvSpPr>
        <p:spPr>
          <a:xfrm>
            <a:off x="3718314" y="3852158"/>
            <a:ext cx="4624302" cy="415498"/>
          </a:xfrm>
          <a:prstGeom prst="rect">
            <a:avLst/>
          </a:prstGeom>
          <a:noFill/>
        </p:spPr>
        <p:txBody>
          <a:bodyPr wrap="square" lIns="27000" rIns="27000" rtlCol="0">
            <a:spAutoFit/>
          </a:bodyPr>
          <a:lstStyle/>
          <a:p>
            <a:pPr defTabSz="914400">
              <a:lnSpc>
                <a:spcPct val="150000"/>
              </a:lnSpc>
              <a:defRPr/>
            </a:pPr>
            <a:r>
              <a:rPr lang="zh-CN" altLang="zh-CN" sz="1400" dirty="0" smtClean="0"/>
              <a:t>从相似度排名序列的顺序来计算相似度算法预测的准确度</a:t>
            </a:r>
            <a:endParaRPr lang="en-US" altLang="zh-CN" sz="1400" kern="0" dirty="0">
              <a:solidFill>
                <a:schemeClr val="tx1">
                  <a:lumMod val="95000"/>
                  <a:lumOff val="5000"/>
                </a:schemeClr>
              </a:solidFill>
              <a:latin typeface="+mn-ea"/>
            </a:endParaRPr>
          </a:p>
        </p:txBody>
      </p:sp>
      <p:cxnSp>
        <p:nvCxnSpPr>
          <p:cNvPr id="72" name="直接连接符 71"/>
          <p:cNvCxnSpPr/>
          <p:nvPr/>
        </p:nvCxnSpPr>
        <p:spPr>
          <a:xfrm flipV="1">
            <a:off x="3691739" y="2260315"/>
            <a:ext cx="3931686" cy="4483"/>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76" name="直接连接符 75"/>
          <p:cNvCxnSpPr/>
          <p:nvPr/>
        </p:nvCxnSpPr>
        <p:spPr>
          <a:xfrm flipV="1">
            <a:off x="3741397" y="3440133"/>
            <a:ext cx="3931686" cy="4483"/>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
        <p:nvSpPr>
          <p:cNvPr id="75778" name="Rectangle 2"/>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zh-CN" altLang="en-US"/>
          </a:p>
        </p:txBody>
      </p:sp>
      <p:pic>
        <p:nvPicPr>
          <p:cNvPr id="75777" name="Picture 1"/>
          <p:cNvPicPr>
            <a:picLocks noChangeAspect="1" noChangeArrowheads="1"/>
          </p:cNvPicPr>
          <p:nvPr/>
        </p:nvPicPr>
        <p:blipFill>
          <a:blip r:embed="rId3" cstate="print">
            <a:clrChange>
              <a:clrFrom>
                <a:srgbClr val="FFFFFF"/>
              </a:clrFrom>
              <a:clrTo>
                <a:srgbClr val="FFFFFF">
                  <a:alpha val="0"/>
                </a:srgbClr>
              </a:clrTo>
            </a:clrChange>
          </a:blip>
          <a:srcRect/>
          <a:stretch>
            <a:fillRect/>
          </a:stretch>
        </p:blipFill>
        <p:spPr bwMode="auto">
          <a:xfrm>
            <a:off x="6267236" y="1284270"/>
            <a:ext cx="2624688" cy="667820"/>
          </a:xfrm>
          <a:prstGeom prst="rect">
            <a:avLst/>
          </a:prstGeom>
          <a:noFill/>
        </p:spPr>
      </p:pic>
      <p:sp>
        <p:nvSpPr>
          <p:cNvPr id="75780" name="Rectangle 4"/>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zh-CN" altLang="en-US"/>
          </a:p>
        </p:txBody>
      </p:sp>
      <p:pic>
        <p:nvPicPr>
          <p:cNvPr id="75779" name="Picture 3"/>
          <p:cNvPicPr>
            <a:picLocks noChangeAspect="1" noChangeArrowheads="1"/>
          </p:cNvPicPr>
          <p:nvPr/>
        </p:nvPicPr>
        <p:blipFill>
          <a:blip r:embed="rId4" cstate="print">
            <a:clrChange>
              <a:clrFrom>
                <a:srgbClr val="FFFFFF"/>
              </a:clrFrom>
              <a:clrTo>
                <a:srgbClr val="FFFFFF">
                  <a:alpha val="0"/>
                </a:srgbClr>
              </a:clrTo>
            </a:clrChange>
          </a:blip>
          <a:srcRect/>
          <a:stretch>
            <a:fillRect/>
          </a:stretch>
        </p:blipFill>
        <p:spPr bwMode="auto">
          <a:xfrm>
            <a:off x="6503543" y="2722652"/>
            <a:ext cx="2294870" cy="431514"/>
          </a:xfrm>
          <a:prstGeom prst="rect">
            <a:avLst/>
          </a:prstGeom>
          <a:noFill/>
        </p:spPr>
      </p:pic>
      <p:sp>
        <p:nvSpPr>
          <p:cNvPr id="75782" name="Rectangle 6"/>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zh-CN" altLang="en-US"/>
          </a:p>
        </p:txBody>
      </p:sp>
      <p:pic>
        <p:nvPicPr>
          <p:cNvPr id="75781" name="Picture 5"/>
          <p:cNvPicPr>
            <a:picLocks noChangeAspect="1" noChangeArrowheads="1"/>
          </p:cNvPicPr>
          <p:nvPr/>
        </p:nvPicPr>
        <p:blipFill>
          <a:blip r:embed="rId5" cstate="print">
            <a:clrChange>
              <a:clrFrom>
                <a:srgbClr val="FFFFFF"/>
              </a:clrFrom>
              <a:clrTo>
                <a:srgbClr val="FFFFFF">
                  <a:alpha val="0"/>
                </a:srgbClr>
              </a:clrTo>
            </a:clrChange>
          </a:blip>
          <a:srcRect/>
          <a:stretch>
            <a:fillRect/>
          </a:stretch>
        </p:blipFill>
        <p:spPr bwMode="auto">
          <a:xfrm>
            <a:off x="3821987" y="4335693"/>
            <a:ext cx="4900773" cy="512413"/>
          </a:xfrm>
          <a:prstGeom prst="rect">
            <a:avLst/>
          </a:prstGeom>
          <a:noFill/>
        </p:spPr>
      </p:pic>
    </p:spTree>
    <p:extLst>
      <p:ext uri="{BB962C8B-B14F-4D97-AF65-F5344CB8AC3E}">
        <p14:creationId xmlns="" xmlns:p14="http://schemas.microsoft.com/office/powerpoint/2010/main" val="1621012972"/>
      </p:ext>
    </p:extLst>
  </p:cSld>
  <p:clrMapOvr>
    <a:masterClrMapping/>
  </p:clrMapOvr>
  <mc:AlternateContent xmlns:mc="http://schemas.openxmlformats.org/markup-compatibility/2006">
    <mc:Choice xmlns="" xmlns:p14="http://schemas.microsoft.com/office/powerpoint/2010/main" Requires="p14">
      <p:transition spd="slow" p14:dur="1600">
        <p14:conveyor dir="l"/>
      </p:transition>
    </mc:Choice>
    <mc:Fallback>
      <p:transition spd="slow">
        <p:fade/>
      </p:transition>
    </mc:Fallback>
  </mc:AlternateContent>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矩形 2">
            <a:extLst>
              <a:ext uri="{FF2B5EF4-FFF2-40B4-BE49-F238E27FC236}">
                <a16:creationId xmlns:a16="http://schemas.microsoft.com/office/drawing/2014/main" xmlns="" id="{6E4D1BDF-1238-42BA-94F5-21BF1CF0372D}"/>
              </a:ext>
            </a:extLst>
          </p:cNvPr>
          <p:cNvSpPr/>
          <p:nvPr/>
        </p:nvSpPr>
        <p:spPr>
          <a:xfrm>
            <a:off x="0" y="0"/>
            <a:ext cx="9144000" cy="2810194"/>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矩形 3">
            <a:extLst>
              <a:ext uri="{FF2B5EF4-FFF2-40B4-BE49-F238E27FC236}">
                <a16:creationId xmlns:a16="http://schemas.microsoft.com/office/drawing/2014/main" xmlns="" id="{82AD984A-7542-478E-BA3D-713A46CD0092}"/>
              </a:ext>
            </a:extLst>
          </p:cNvPr>
          <p:cNvSpPr/>
          <p:nvPr/>
        </p:nvSpPr>
        <p:spPr>
          <a:xfrm>
            <a:off x="268503" y="749128"/>
            <a:ext cx="8587946" cy="3645244"/>
          </a:xfrm>
          <a:prstGeom prst="rect">
            <a:avLst/>
          </a:prstGeom>
          <a:solidFill>
            <a:schemeClr val="bg1"/>
          </a:solidFill>
          <a:ln>
            <a:noFill/>
          </a:ln>
          <a:effectLst>
            <a:outerShdw blurRad="254000" dist="2540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文本框 5">
            <a:extLst>
              <a:ext uri="{FF2B5EF4-FFF2-40B4-BE49-F238E27FC236}">
                <a16:creationId xmlns:a16="http://schemas.microsoft.com/office/drawing/2014/main" xmlns="" id="{3AEEF0B3-7C7B-4852-95FF-BFD1FB4BD229}"/>
              </a:ext>
            </a:extLst>
          </p:cNvPr>
          <p:cNvSpPr txBox="1">
            <a:spLocks noChangeArrowheads="1"/>
          </p:cNvSpPr>
          <p:nvPr/>
        </p:nvSpPr>
        <p:spPr bwMode="auto">
          <a:xfrm>
            <a:off x="2863841" y="1888069"/>
            <a:ext cx="3416320" cy="646331"/>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a:spAutoFit/>
          </a:bodyPr>
          <a:lstStyle>
            <a:lvl1pPr>
              <a:defRPr sz="1300">
                <a:solidFill>
                  <a:schemeClr val="tx1"/>
                </a:solidFill>
                <a:latin typeface="Calibri Light" panose="020F0302020204030204" pitchFamily="34" charset="0"/>
                <a:ea typeface="方正宋刻本秀楷简体" panose="02000000000000000000" pitchFamily="2" charset="-122"/>
              </a:defRPr>
            </a:lvl1pPr>
            <a:lvl2pPr marL="742950" indent="-285750">
              <a:defRPr sz="1300">
                <a:solidFill>
                  <a:schemeClr val="tx1"/>
                </a:solidFill>
                <a:latin typeface="Calibri Light" panose="020F0302020204030204" pitchFamily="34" charset="0"/>
                <a:ea typeface="方正宋刻本秀楷简体" panose="02000000000000000000" pitchFamily="2" charset="-122"/>
              </a:defRPr>
            </a:lvl2pPr>
            <a:lvl3pPr marL="1143000" indent="-228600">
              <a:defRPr sz="1300">
                <a:solidFill>
                  <a:schemeClr val="tx1"/>
                </a:solidFill>
                <a:latin typeface="Calibri Light" panose="020F0302020204030204" pitchFamily="34" charset="0"/>
                <a:ea typeface="方正宋刻本秀楷简体" panose="02000000000000000000" pitchFamily="2" charset="-122"/>
              </a:defRPr>
            </a:lvl3pPr>
            <a:lvl4pPr marL="1600200" indent="-228600">
              <a:defRPr sz="1300">
                <a:solidFill>
                  <a:schemeClr val="tx1"/>
                </a:solidFill>
                <a:latin typeface="Calibri Light" panose="020F0302020204030204" pitchFamily="34" charset="0"/>
                <a:ea typeface="方正宋刻本秀楷简体" panose="02000000000000000000" pitchFamily="2" charset="-122"/>
              </a:defRPr>
            </a:lvl4pPr>
            <a:lvl5pPr marL="2057400" indent="-228600">
              <a:defRPr sz="1300">
                <a:solidFill>
                  <a:schemeClr val="tx1"/>
                </a:solidFill>
                <a:latin typeface="Calibri Light" panose="020F0302020204030204" pitchFamily="34" charset="0"/>
                <a:ea typeface="方正宋刻本秀楷简体" panose="02000000000000000000" pitchFamily="2" charset="-122"/>
              </a:defRPr>
            </a:lvl5pPr>
            <a:lvl6pPr marL="25146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6pPr>
            <a:lvl7pPr marL="29718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7pPr>
            <a:lvl8pPr marL="34290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8pPr>
            <a:lvl9pPr marL="38862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9pPr>
          </a:lstStyle>
          <a:p>
            <a:pPr algn="ctr" fontAlgn="base">
              <a:spcBef>
                <a:spcPct val="0"/>
              </a:spcBef>
              <a:spcAft>
                <a:spcPct val="0"/>
              </a:spcAft>
              <a:defRPr/>
            </a:pPr>
            <a:r>
              <a:rPr lang="zh-CN" altLang="en-US" sz="3600" b="1" dirty="0" smtClean="0">
                <a:solidFill>
                  <a:schemeClr val="accent1"/>
                </a:solidFill>
                <a:latin typeface="+mj-ea"/>
                <a:ea typeface="+mj-ea"/>
              </a:rPr>
              <a:t>实验结果与分析</a:t>
            </a:r>
            <a:endParaRPr lang="zh-CN" altLang="en-US" sz="3600" b="1" dirty="0">
              <a:solidFill>
                <a:schemeClr val="accent1"/>
              </a:solidFill>
              <a:latin typeface="+mj-ea"/>
              <a:ea typeface="+mj-ea"/>
            </a:endParaRPr>
          </a:p>
        </p:txBody>
      </p:sp>
      <p:cxnSp>
        <p:nvCxnSpPr>
          <p:cNvPr id="23" name="直接连接符 22">
            <a:extLst>
              <a:ext uri="{FF2B5EF4-FFF2-40B4-BE49-F238E27FC236}">
                <a16:creationId xmlns:a16="http://schemas.microsoft.com/office/drawing/2014/main" xmlns="" id="{5A29846D-E7EE-45F3-9A33-515E367DEED5}"/>
              </a:ext>
            </a:extLst>
          </p:cNvPr>
          <p:cNvCxnSpPr/>
          <p:nvPr/>
        </p:nvCxnSpPr>
        <p:spPr>
          <a:xfrm>
            <a:off x="4463537" y="2819169"/>
            <a:ext cx="216927" cy="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 xmlns:p14="http://schemas.microsoft.com/office/powerpoint/2010/main" val="1967982627"/>
      </p:ext>
    </p:extLst>
  </p:cSld>
  <p:clrMapOvr>
    <a:masterClrMapping/>
  </p:clrMapOvr>
  <mc:AlternateContent xmlns:mc="http://schemas.openxmlformats.org/markup-compatibility/2006">
    <mc:Choice xmlns="" xmlns:p14="http://schemas.microsoft.com/office/powerpoint/2010/main" Requires="p14">
      <p:transition spd="slow" p14:dur="1600">
        <p14:conveyor dir="l"/>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20"/>
                                        </p:tgtEl>
                                        <p:attrNameLst>
                                          <p:attrName>style.visibility</p:attrName>
                                        </p:attrNameLst>
                                      </p:cBhvr>
                                      <p:to>
                                        <p:strVal val="visible"/>
                                      </p:to>
                                    </p:set>
                                    <p:animEffect transition="in" filter="fade">
                                      <p:cBhvr>
                                        <p:cTn id="7" dur="500"/>
                                        <p:tgtEl>
                                          <p:spTgt spid="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 grpId="0"/>
    </p:bldLst>
  </p:timing>
</p:sld>
</file>

<file path=ppt/slides/slide1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4" name="圆角矩形 43" descr="e7d195523061f1c09e9d68d7cf438b91ef959ecb14fc25d26BBA7F7DBC18E55DFF4014AF651F0BF2569D4B6C1DA7F1A4683A481403BD872FC687266AD13265C1DE7C373772FD8728ABDD69ADD03BFF5BE2862BC891DBB79EEBC94C9DFDC16E046D6941B99547B168C9310459A6A36518BEA3402FB7A878504F0D6FA8AE2C1ACFBFE35F9F679CA70F919E73C0EC9AE042"/>
          <p:cNvSpPr/>
          <p:nvPr/>
        </p:nvSpPr>
        <p:spPr>
          <a:xfrm>
            <a:off x="1007789" y="1175636"/>
            <a:ext cx="7680931" cy="3393917"/>
          </a:xfrm>
          <a:prstGeom prst="roundRect">
            <a:avLst/>
          </a:prstGeom>
          <a:solidFill>
            <a:schemeClr val="bg1"/>
          </a:solidFill>
          <a:ln>
            <a:noFill/>
          </a:ln>
          <a:effectLst>
            <a:outerShdw blurRad="254000" dist="2540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CN" altLang="en-US"/>
          </a:p>
        </p:txBody>
      </p:sp>
      <p:sp>
        <p:nvSpPr>
          <p:cNvPr id="45" name="椭圆 44" descr="e7d195523061f1c09e9d68d7cf438b91ef959ecb14fc25d26BBA7F7DBC18E55DFF4014AF651F0BF2569D4B6C1DA7F1A4683A481403BD872FC687266AD13265C1DE7C373772FD8728ABDD69ADD03BFF5BE2862BC891DBB79EEBC94C9DFDC16E046D6941B99547B168C9310459A6A36518BEA3402FB7A878504F0D6FA8AE2C1ACFBFE35F9F679CA70F919E73C0EC9AE042"/>
          <p:cNvSpPr/>
          <p:nvPr/>
        </p:nvSpPr>
        <p:spPr>
          <a:xfrm flipH="1">
            <a:off x="121466" y="1611623"/>
            <a:ext cx="485930" cy="485932"/>
          </a:xfrm>
          <a:prstGeom prst="ellipse">
            <a:avLst/>
          </a:prstGeom>
          <a:solidFill>
            <a:schemeClr val="bg1"/>
          </a:solidFill>
          <a:ln>
            <a:noFill/>
          </a:ln>
          <a:effectLst>
            <a:outerShdw blurRad="254000" dist="2540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CN" altLang="en-US">
              <a:solidFill>
                <a:schemeClr val="lt1"/>
              </a:solidFill>
            </a:endParaRPr>
          </a:p>
        </p:txBody>
      </p:sp>
      <p:sp>
        <p:nvSpPr>
          <p:cNvPr id="47" name="椭圆 46" descr="e7d195523061f1c09e9d68d7cf438b91ef959ecb14fc25d26BBA7F7DBC18E55DFF4014AF651F0BF2569D4B6C1DA7F1A4683A481403BD872FC687266AD13265C1DE7C373772FD8728ABDD69ADD03BFF5BE2862BC891DBB79EEBC94C9DFDC16E046D6941B99547B168C9310459A6A36518BEA3402FB7A878504F0D6FA8AE2C1ACFBFE35F9F679CA70F919E73C0EC9AE042"/>
          <p:cNvSpPr/>
          <p:nvPr/>
        </p:nvSpPr>
        <p:spPr>
          <a:xfrm flipH="1">
            <a:off x="108664" y="1004194"/>
            <a:ext cx="237105" cy="237105"/>
          </a:xfrm>
          <a:prstGeom prst="ellipse">
            <a:avLst/>
          </a:prstGeom>
          <a:solidFill>
            <a:schemeClr val="accent1"/>
          </a:solidFill>
          <a:ln>
            <a:noFill/>
          </a:ln>
          <a:effectLst>
            <a:outerShdw blurRad="254000" dist="2540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CN" altLang="en-US"/>
          </a:p>
        </p:txBody>
      </p:sp>
      <p:sp>
        <p:nvSpPr>
          <p:cNvPr id="48" name="椭圆 47" descr="e7d195523061f1c09e9d68d7cf438b91ef959ecb14fc25d26BBA7F7DBC18E55DFF4014AF651F0BF2569D4B6C1DA7F1A4683A481403BD872FC687266AD13265C1DE7C373772FD8728ABDD69ADD03BFF5BE2862BC891DBB79EEBC94C9DFDC16E046D6941B99547B168C9310459A6A36518BEA3402FB7A878504F0D6FA8AE2C1ACFBFE35F9F679CA70F919E73C0EC9AE042"/>
          <p:cNvSpPr/>
          <p:nvPr/>
        </p:nvSpPr>
        <p:spPr>
          <a:xfrm flipH="1">
            <a:off x="1699075" y="651829"/>
            <a:ext cx="237105" cy="237105"/>
          </a:xfrm>
          <a:prstGeom prst="ellipse">
            <a:avLst/>
          </a:prstGeom>
          <a:solidFill>
            <a:schemeClr val="bg1"/>
          </a:solidFill>
          <a:ln>
            <a:noFill/>
          </a:ln>
          <a:effectLst>
            <a:outerShdw blurRad="254000" dist="2540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CN" altLang="en-US">
              <a:solidFill>
                <a:schemeClr val="lt1"/>
              </a:solidFill>
            </a:endParaRPr>
          </a:p>
        </p:txBody>
      </p:sp>
      <p:sp>
        <p:nvSpPr>
          <p:cNvPr id="49" name="椭圆 48" descr="e7d195523061f1c09e9d68d7cf438b91ef959ecb14fc25d26BBA7F7DBC18E55DFF4014AF651F0BF2569D4B6C1DA7F1A4683A481403BD872FC687266AD13265C1DE7C373772FD8728ABDD69ADD03BFF5BE2862BC891DBB79EEBC94C9DFDC16E046D6941B99547B168C9310459A6A36518BEA3402FB7A878504F0D6FA8AE2C1ACFBFE35F9F679CA70F919E73C0EC9AE042"/>
          <p:cNvSpPr/>
          <p:nvPr/>
        </p:nvSpPr>
        <p:spPr>
          <a:xfrm flipH="1">
            <a:off x="7811685" y="4632510"/>
            <a:ext cx="237105" cy="237105"/>
          </a:xfrm>
          <a:prstGeom prst="ellipse">
            <a:avLst/>
          </a:prstGeom>
          <a:solidFill>
            <a:schemeClr val="bg1"/>
          </a:solidFill>
          <a:ln>
            <a:noFill/>
          </a:ln>
          <a:effectLst>
            <a:outerShdw blurRad="254000" dist="2540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CN" altLang="en-US">
              <a:solidFill>
                <a:schemeClr val="lt1"/>
              </a:solidFill>
            </a:endParaRPr>
          </a:p>
        </p:txBody>
      </p:sp>
      <p:sp>
        <p:nvSpPr>
          <p:cNvPr id="50" name="椭圆 49" descr="e7d195523061f1c09e9d68d7cf438b91ef959ecb14fc25d26BBA7F7DBC18E55DFF4014AF651F0BF2569D4B6C1DA7F1A4683A481403BD872FC687266AD13265C1DE7C373772FD8728ABDD69ADD03BFF5BE2862BC891DBB79EEBC94C9DFDC16E046D6941B99547B168C9310459A6A36518BEA3402FB7A878504F0D6FA8AE2C1ACFBFE35F9F679CA70F919E73C0EC9AE042"/>
          <p:cNvSpPr/>
          <p:nvPr/>
        </p:nvSpPr>
        <p:spPr>
          <a:xfrm flipH="1">
            <a:off x="8853019" y="4030370"/>
            <a:ext cx="182316" cy="182316"/>
          </a:xfrm>
          <a:prstGeom prst="ellipse">
            <a:avLst/>
          </a:prstGeom>
          <a:solidFill>
            <a:schemeClr val="bg1"/>
          </a:solidFill>
          <a:ln>
            <a:noFill/>
          </a:ln>
          <a:effectLst>
            <a:outerShdw blurRad="254000" dist="2540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CN" altLang="en-US">
              <a:solidFill>
                <a:schemeClr val="lt1"/>
              </a:solidFill>
            </a:endParaRPr>
          </a:p>
        </p:txBody>
      </p:sp>
      <p:sp>
        <p:nvSpPr>
          <p:cNvPr id="51" name="矩形 50" descr="e7d195523061f1c09e9d68d7cf438b91ef959ecb14fc25d26BBA7F7DBC18E55DFF4014AF651F0BF2569D4B6C1DA7F1A4683A481403BD872FC687266AD13265C1DE7C373772FD8728ABDD69ADD03BFF5BE2862BC891DBB79E18FD61712FE23F67B60ED145344A5F6796FDB0D6E7341B73A4E64E1B81AE0A4EA80BC639DEFCC56FBB1C8095BD40FB585CB21CB06B382855"/>
          <p:cNvSpPr/>
          <p:nvPr/>
        </p:nvSpPr>
        <p:spPr>
          <a:xfrm>
            <a:off x="1862577" y="1218803"/>
            <a:ext cx="6704953" cy="1061829"/>
          </a:xfrm>
          <a:prstGeom prst="rect">
            <a:avLst/>
          </a:prstGeom>
        </p:spPr>
        <p:txBody>
          <a:bodyPr wrap="square">
            <a:spAutoFit/>
          </a:bodyPr>
          <a:lstStyle/>
          <a:p>
            <a:pPr>
              <a:lnSpc>
                <a:spcPct val="150000"/>
              </a:lnSpc>
            </a:pPr>
            <a:r>
              <a:rPr lang="zh-CN" altLang="zh-CN" sz="1400" dirty="0" smtClean="0"/>
              <a:t>本文实验中，从</a:t>
            </a:r>
            <a:r>
              <a:rPr lang="en-US" altLang="zh-CN" sz="1400" dirty="0" smtClean="0"/>
              <a:t>UN </a:t>
            </a:r>
            <a:r>
              <a:rPr lang="en-US" altLang="zh-CN" sz="1400" dirty="0" err="1" smtClean="0"/>
              <a:t>comtrade</a:t>
            </a:r>
            <a:r>
              <a:rPr lang="en-US" altLang="zh-CN" sz="1400" dirty="0" smtClean="0"/>
              <a:t> </a:t>
            </a:r>
            <a:r>
              <a:rPr lang="zh-CN" altLang="zh-CN" sz="1400" dirty="0" smtClean="0"/>
              <a:t>（</a:t>
            </a:r>
            <a:r>
              <a:rPr lang="en-US" altLang="zh-CN" sz="1400" u="sng" dirty="0" smtClean="0">
                <a:hlinkClick r:id="rId3"/>
              </a:rPr>
              <a:t>https://comtrade.un.org/</a:t>
            </a:r>
            <a:r>
              <a:rPr lang="zh-CN" altLang="zh-CN" sz="1400" dirty="0" smtClean="0"/>
              <a:t>） 上（</a:t>
            </a:r>
            <a:r>
              <a:rPr lang="en-US" altLang="zh-CN" sz="1400" dirty="0" smtClean="0"/>
              <a:t>HS Code 270900</a:t>
            </a:r>
            <a:r>
              <a:rPr lang="zh-CN" altLang="zh-CN" sz="1400" dirty="0" smtClean="0"/>
              <a:t>）获取了</a:t>
            </a:r>
            <a:r>
              <a:rPr lang="en-US" altLang="zh-CN" sz="1400" dirty="0" smtClean="0"/>
              <a:t>1990</a:t>
            </a:r>
            <a:r>
              <a:rPr lang="zh-CN" altLang="zh-CN" sz="1400" dirty="0" smtClean="0"/>
              <a:t>年至</a:t>
            </a:r>
            <a:r>
              <a:rPr lang="en-US" altLang="zh-CN" sz="1400" dirty="0" smtClean="0"/>
              <a:t>2017</a:t>
            </a:r>
            <a:r>
              <a:rPr lang="zh-CN" altLang="zh-CN" sz="1400" dirty="0" smtClean="0"/>
              <a:t>年的国际原油贸易数据</a:t>
            </a:r>
            <a:r>
              <a:rPr lang="en-US" altLang="zh-CN" sz="1400" dirty="0" smtClean="0"/>
              <a:t>,</a:t>
            </a:r>
            <a:r>
              <a:rPr lang="zh-CN" altLang="zh-CN" sz="1400" dirty="0" smtClean="0"/>
              <a:t>其中</a:t>
            </a:r>
            <a:r>
              <a:rPr lang="en-US" altLang="zh-CN" sz="1400" dirty="0" smtClean="0"/>
              <a:t>1990</a:t>
            </a:r>
            <a:r>
              <a:rPr lang="zh-CN" altLang="zh-CN" sz="1400" dirty="0" smtClean="0"/>
              <a:t>年到</a:t>
            </a:r>
            <a:r>
              <a:rPr lang="en-US" altLang="zh-CN" sz="1400" dirty="0" smtClean="0"/>
              <a:t>1999</a:t>
            </a:r>
            <a:r>
              <a:rPr lang="zh-CN" altLang="zh-CN" sz="1400" dirty="0" smtClean="0"/>
              <a:t>年的数据只用于对后面的数据进行近因分析。</a:t>
            </a:r>
            <a:endParaRPr lang="en-US" altLang="zh-CN" sz="1400" dirty="0">
              <a:solidFill>
                <a:schemeClr val="tx1">
                  <a:lumMod val="85000"/>
                  <a:lumOff val="15000"/>
                </a:schemeClr>
              </a:solidFill>
              <a:latin typeface="+mj-ea"/>
              <a:ea typeface="+mj-ea"/>
            </a:endParaRPr>
          </a:p>
        </p:txBody>
      </p:sp>
      <p:sp>
        <p:nvSpPr>
          <p:cNvPr id="54" name="Freeform 5"/>
          <p:cNvSpPr/>
          <p:nvPr/>
        </p:nvSpPr>
        <p:spPr bwMode="auto">
          <a:xfrm>
            <a:off x="499414" y="685494"/>
            <a:ext cx="1385668" cy="1249333"/>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solidFill>
            <a:schemeClr val="accent1"/>
          </a:solidFill>
          <a:ln>
            <a:noFill/>
          </a:ln>
          <a:effectLst>
            <a:outerShdw blurRad="254000" dist="2540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CN" altLang="en-US">
              <a:solidFill>
                <a:schemeClr val="lt1"/>
              </a:solidFill>
            </a:endParaRPr>
          </a:p>
        </p:txBody>
      </p:sp>
      <p:sp>
        <p:nvSpPr>
          <p:cNvPr id="56" name="Freeform 5"/>
          <p:cNvSpPr/>
          <p:nvPr/>
        </p:nvSpPr>
        <p:spPr bwMode="auto">
          <a:xfrm>
            <a:off x="8125666" y="4102183"/>
            <a:ext cx="811279" cy="731459"/>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solidFill>
            <a:schemeClr val="accent1"/>
          </a:solidFill>
          <a:ln>
            <a:noFill/>
          </a:ln>
          <a:effectLst>
            <a:outerShdw blurRad="254000" dist="2540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CN" altLang="en-US"/>
          </a:p>
        </p:txBody>
      </p:sp>
      <p:sp>
        <p:nvSpPr>
          <p:cNvPr id="19" name="矩形 18"/>
          <p:cNvSpPr/>
          <p:nvPr/>
        </p:nvSpPr>
        <p:spPr>
          <a:xfrm>
            <a:off x="1948983" y="791691"/>
            <a:ext cx="646331" cy="369332"/>
          </a:xfrm>
          <a:prstGeom prst="rect">
            <a:avLst/>
          </a:prstGeom>
        </p:spPr>
        <p:txBody>
          <a:bodyPr wrap="none">
            <a:spAutoFit/>
          </a:bodyPr>
          <a:lstStyle/>
          <a:p>
            <a:r>
              <a:rPr lang="zh-CN" altLang="en-US" sz="1800" dirty="0" smtClean="0"/>
              <a:t>数据</a:t>
            </a:r>
            <a:endParaRPr lang="zh-CN" altLang="en-US" sz="1800" dirty="0"/>
          </a:p>
        </p:txBody>
      </p:sp>
    </p:spTree>
    <p:extLst>
      <p:ext uri="{BB962C8B-B14F-4D97-AF65-F5344CB8AC3E}">
        <p14:creationId xmlns="" xmlns:p14="http://schemas.microsoft.com/office/powerpoint/2010/main" val="1637391492"/>
      </p:ext>
    </p:extLst>
  </p:cSld>
  <p:clrMapOvr>
    <a:masterClrMapping/>
  </p:clrMapOvr>
  <mc:AlternateContent xmlns:mc="http://schemas.openxmlformats.org/markup-compatibility/2006">
    <mc:Choice xmlns="" xmlns:p14="http://schemas.microsoft.com/office/powerpoint/2010/main" Requires="p14">
      <p:transition spd="slow" p14:dur="1600">
        <p14:conveyor dir="l"/>
      </p:transition>
    </mc:Choice>
    <mc:Fallback>
      <p:transition spd="slow">
        <p:fade/>
      </p:transition>
    </mc:Fallback>
  </mc:AlternateContent>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4" name="圆角矩形 43" descr="e7d195523061f1c09e9d68d7cf438b91ef959ecb14fc25d26BBA7F7DBC18E55DFF4014AF651F0BF2569D4B6C1DA7F1A4683A481403BD872FC687266AD13265C1DE7C373772FD8728ABDD69ADD03BFF5BE2862BC891DBB79EEBC94C9DFDC16E046D6941B99547B168C9310459A6A36518BEA3402FB7A878504F0D6FA8AE2C1ACFBFE35F9F679CA70F919E73C0EC9AE042"/>
          <p:cNvSpPr/>
          <p:nvPr/>
        </p:nvSpPr>
        <p:spPr>
          <a:xfrm>
            <a:off x="1007789" y="1175636"/>
            <a:ext cx="7680931" cy="3393917"/>
          </a:xfrm>
          <a:prstGeom prst="roundRect">
            <a:avLst/>
          </a:prstGeom>
          <a:solidFill>
            <a:schemeClr val="bg1"/>
          </a:solidFill>
          <a:ln>
            <a:noFill/>
          </a:ln>
          <a:effectLst>
            <a:outerShdw blurRad="254000" dist="2540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CN" altLang="en-US"/>
          </a:p>
        </p:txBody>
      </p:sp>
      <p:sp>
        <p:nvSpPr>
          <p:cNvPr id="45" name="椭圆 44" descr="e7d195523061f1c09e9d68d7cf438b91ef959ecb14fc25d26BBA7F7DBC18E55DFF4014AF651F0BF2569D4B6C1DA7F1A4683A481403BD872FC687266AD13265C1DE7C373772FD8728ABDD69ADD03BFF5BE2862BC891DBB79EEBC94C9DFDC16E046D6941B99547B168C9310459A6A36518BEA3402FB7A878504F0D6FA8AE2C1ACFBFE35F9F679CA70F919E73C0EC9AE042"/>
          <p:cNvSpPr/>
          <p:nvPr/>
        </p:nvSpPr>
        <p:spPr>
          <a:xfrm flipH="1">
            <a:off x="121466" y="1611623"/>
            <a:ext cx="485930" cy="485932"/>
          </a:xfrm>
          <a:prstGeom prst="ellipse">
            <a:avLst/>
          </a:prstGeom>
          <a:solidFill>
            <a:schemeClr val="bg1"/>
          </a:solidFill>
          <a:ln>
            <a:noFill/>
          </a:ln>
          <a:effectLst>
            <a:outerShdw blurRad="254000" dist="2540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CN" altLang="en-US">
              <a:solidFill>
                <a:schemeClr val="lt1"/>
              </a:solidFill>
            </a:endParaRPr>
          </a:p>
        </p:txBody>
      </p:sp>
      <p:sp>
        <p:nvSpPr>
          <p:cNvPr id="47" name="椭圆 46" descr="e7d195523061f1c09e9d68d7cf438b91ef959ecb14fc25d26BBA7F7DBC18E55DFF4014AF651F0BF2569D4B6C1DA7F1A4683A481403BD872FC687266AD13265C1DE7C373772FD8728ABDD69ADD03BFF5BE2862BC891DBB79EEBC94C9DFDC16E046D6941B99547B168C9310459A6A36518BEA3402FB7A878504F0D6FA8AE2C1ACFBFE35F9F679CA70F919E73C0EC9AE042"/>
          <p:cNvSpPr/>
          <p:nvPr/>
        </p:nvSpPr>
        <p:spPr>
          <a:xfrm flipH="1">
            <a:off x="108664" y="1004194"/>
            <a:ext cx="237105" cy="237105"/>
          </a:xfrm>
          <a:prstGeom prst="ellipse">
            <a:avLst/>
          </a:prstGeom>
          <a:solidFill>
            <a:schemeClr val="accent1"/>
          </a:solidFill>
          <a:ln>
            <a:noFill/>
          </a:ln>
          <a:effectLst>
            <a:outerShdw blurRad="254000" dist="2540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CN" altLang="en-US"/>
          </a:p>
        </p:txBody>
      </p:sp>
      <p:sp>
        <p:nvSpPr>
          <p:cNvPr id="48" name="椭圆 47" descr="e7d195523061f1c09e9d68d7cf438b91ef959ecb14fc25d26BBA7F7DBC18E55DFF4014AF651F0BF2569D4B6C1DA7F1A4683A481403BD872FC687266AD13265C1DE7C373772FD8728ABDD69ADD03BFF5BE2862BC891DBB79EEBC94C9DFDC16E046D6941B99547B168C9310459A6A36518BEA3402FB7A878504F0D6FA8AE2C1ACFBFE35F9F679CA70F919E73C0EC9AE042"/>
          <p:cNvSpPr/>
          <p:nvPr/>
        </p:nvSpPr>
        <p:spPr>
          <a:xfrm flipH="1">
            <a:off x="1699075" y="651829"/>
            <a:ext cx="237105" cy="237105"/>
          </a:xfrm>
          <a:prstGeom prst="ellipse">
            <a:avLst/>
          </a:prstGeom>
          <a:solidFill>
            <a:schemeClr val="bg1"/>
          </a:solidFill>
          <a:ln>
            <a:noFill/>
          </a:ln>
          <a:effectLst>
            <a:outerShdw blurRad="254000" dist="2540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CN" altLang="en-US">
              <a:solidFill>
                <a:schemeClr val="lt1"/>
              </a:solidFill>
            </a:endParaRPr>
          </a:p>
        </p:txBody>
      </p:sp>
      <p:sp>
        <p:nvSpPr>
          <p:cNvPr id="49" name="椭圆 48" descr="e7d195523061f1c09e9d68d7cf438b91ef959ecb14fc25d26BBA7F7DBC18E55DFF4014AF651F0BF2569D4B6C1DA7F1A4683A481403BD872FC687266AD13265C1DE7C373772FD8728ABDD69ADD03BFF5BE2862BC891DBB79EEBC94C9DFDC16E046D6941B99547B168C9310459A6A36518BEA3402FB7A878504F0D6FA8AE2C1ACFBFE35F9F679CA70F919E73C0EC9AE042"/>
          <p:cNvSpPr/>
          <p:nvPr/>
        </p:nvSpPr>
        <p:spPr>
          <a:xfrm flipH="1">
            <a:off x="7811685" y="4632510"/>
            <a:ext cx="237105" cy="237105"/>
          </a:xfrm>
          <a:prstGeom prst="ellipse">
            <a:avLst/>
          </a:prstGeom>
          <a:solidFill>
            <a:schemeClr val="bg1"/>
          </a:solidFill>
          <a:ln>
            <a:noFill/>
          </a:ln>
          <a:effectLst>
            <a:outerShdw blurRad="254000" dist="2540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CN" altLang="en-US">
              <a:solidFill>
                <a:schemeClr val="lt1"/>
              </a:solidFill>
            </a:endParaRPr>
          </a:p>
        </p:txBody>
      </p:sp>
      <p:sp>
        <p:nvSpPr>
          <p:cNvPr id="50" name="椭圆 49" descr="e7d195523061f1c09e9d68d7cf438b91ef959ecb14fc25d26BBA7F7DBC18E55DFF4014AF651F0BF2569D4B6C1DA7F1A4683A481403BD872FC687266AD13265C1DE7C373772FD8728ABDD69ADD03BFF5BE2862BC891DBB79EEBC94C9DFDC16E046D6941B99547B168C9310459A6A36518BEA3402FB7A878504F0D6FA8AE2C1ACFBFE35F9F679CA70F919E73C0EC9AE042"/>
          <p:cNvSpPr/>
          <p:nvPr/>
        </p:nvSpPr>
        <p:spPr>
          <a:xfrm flipH="1">
            <a:off x="8853019" y="4030370"/>
            <a:ext cx="182316" cy="182316"/>
          </a:xfrm>
          <a:prstGeom prst="ellipse">
            <a:avLst/>
          </a:prstGeom>
          <a:solidFill>
            <a:schemeClr val="bg1"/>
          </a:solidFill>
          <a:ln>
            <a:noFill/>
          </a:ln>
          <a:effectLst>
            <a:outerShdw blurRad="254000" dist="2540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CN" altLang="en-US">
              <a:solidFill>
                <a:schemeClr val="lt1"/>
              </a:solidFill>
            </a:endParaRPr>
          </a:p>
        </p:txBody>
      </p:sp>
      <p:sp>
        <p:nvSpPr>
          <p:cNvPr id="51" name="矩形 50" descr="e7d195523061f1c09e9d68d7cf438b91ef959ecb14fc25d26BBA7F7DBC18E55DFF4014AF651F0BF2569D4B6C1DA7F1A4683A481403BD872FC687266AD13265C1DE7C373772FD8728ABDD69ADD03BFF5BE2862BC891DBB79E18FD61712FE23F67B60ED145344A5F6796FDB0D6E7341B73A4E64E1B81AE0A4EA80BC639DEFCC56FBB1C8095BD40FB585CB21CB06B382855"/>
          <p:cNvSpPr/>
          <p:nvPr/>
        </p:nvSpPr>
        <p:spPr>
          <a:xfrm>
            <a:off x="1878495" y="1188987"/>
            <a:ext cx="3607905" cy="2677656"/>
          </a:xfrm>
          <a:prstGeom prst="rect">
            <a:avLst/>
          </a:prstGeom>
        </p:spPr>
        <p:txBody>
          <a:bodyPr wrap="square">
            <a:spAutoFit/>
          </a:bodyPr>
          <a:lstStyle/>
          <a:p>
            <a:pPr>
              <a:lnSpc>
                <a:spcPct val="150000"/>
              </a:lnSpc>
            </a:pPr>
            <a:r>
              <a:rPr lang="zh-CN" altLang="zh-CN" sz="1400" dirty="0" smtClean="0"/>
              <a:t>所有相似度方法的测试集主要分布在相似度序列的头部位置，只有少量的测试集边位于相似度序列的尾部但不影响测试集的整体分布。结果表明几种常用的相似度方法对于国际原油贸易网络的链路预测是准确有效的。贸易伙伴和共同贸易伙伴的数量等都是影响国际原油贸易的潜在贸易或未来贸易的重要因素</a:t>
            </a:r>
            <a:endParaRPr lang="en-US" altLang="zh-CN" sz="1400" dirty="0">
              <a:solidFill>
                <a:schemeClr val="tx1">
                  <a:lumMod val="85000"/>
                  <a:lumOff val="15000"/>
                </a:schemeClr>
              </a:solidFill>
              <a:latin typeface="+mj-ea"/>
              <a:ea typeface="+mj-ea"/>
            </a:endParaRPr>
          </a:p>
        </p:txBody>
      </p:sp>
      <p:sp>
        <p:nvSpPr>
          <p:cNvPr id="54" name="Freeform 5"/>
          <p:cNvSpPr/>
          <p:nvPr/>
        </p:nvSpPr>
        <p:spPr bwMode="auto">
          <a:xfrm>
            <a:off x="499414" y="685494"/>
            <a:ext cx="1385668" cy="1249333"/>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solidFill>
            <a:schemeClr val="accent1"/>
          </a:solidFill>
          <a:ln>
            <a:noFill/>
          </a:ln>
          <a:effectLst>
            <a:outerShdw blurRad="254000" dist="2540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CN" altLang="en-US">
              <a:solidFill>
                <a:schemeClr val="lt1"/>
              </a:solidFill>
            </a:endParaRPr>
          </a:p>
        </p:txBody>
      </p:sp>
      <p:sp>
        <p:nvSpPr>
          <p:cNvPr id="56" name="Freeform 5"/>
          <p:cNvSpPr/>
          <p:nvPr/>
        </p:nvSpPr>
        <p:spPr bwMode="auto">
          <a:xfrm>
            <a:off x="8125666" y="4102183"/>
            <a:ext cx="811279" cy="731459"/>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solidFill>
            <a:schemeClr val="accent1"/>
          </a:solidFill>
          <a:ln>
            <a:noFill/>
          </a:ln>
          <a:effectLst>
            <a:outerShdw blurRad="254000" dist="2540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CN" altLang="en-US"/>
          </a:p>
        </p:txBody>
      </p:sp>
      <p:pic>
        <p:nvPicPr>
          <p:cNvPr id="13" name="图片 12" descr="E:\PycharmProjects\Newcomtrade\ranking based on general similarity methods of 2000.png"/>
          <p:cNvPicPr/>
          <p:nvPr/>
        </p:nvPicPr>
        <p:blipFill>
          <a:blip r:embed="rId3" cstate="print"/>
          <a:srcRect l="6748" t="8806" r="6010" b="7758"/>
          <a:stretch>
            <a:fillRect/>
          </a:stretch>
        </p:blipFill>
        <p:spPr bwMode="auto">
          <a:xfrm>
            <a:off x="5431486" y="1"/>
            <a:ext cx="3712514" cy="5143500"/>
          </a:xfrm>
          <a:prstGeom prst="rect">
            <a:avLst/>
          </a:prstGeom>
          <a:noFill/>
          <a:ln w="9525">
            <a:noFill/>
            <a:miter lim="800000"/>
            <a:headEnd/>
            <a:tailEnd/>
          </a:ln>
        </p:spPr>
      </p:pic>
      <p:sp>
        <p:nvSpPr>
          <p:cNvPr id="14" name="矩形 13"/>
          <p:cNvSpPr/>
          <p:nvPr/>
        </p:nvSpPr>
        <p:spPr>
          <a:xfrm>
            <a:off x="1955163" y="741996"/>
            <a:ext cx="2358419" cy="400110"/>
          </a:xfrm>
          <a:prstGeom prst="rect">
            <a:avLst/>
          </a:prstGeom>
        </p:spPr>
        <p:txBody>
          <a:bodyPr wrap="square">
            <a:spAutoFit/>
          </a:bodyPr>
          <a:lstStyle/>
          <a:p>
            <a:r>
              <a:rPr lang="en-US" altLang="zh-CN" sz="2000" dirty="0" smtClean="0"/>
              <a:t>2000</a:t>
            </a:r>
            <a:r>
              <a:rPr lang="zh-CN" altLang="zh-CN" sz="2000" dirty="0" smtClean="0"/>
              <a:t>年测试集分布</a:t>
            </a:r>
            <a:endParaRPr lang="zh-CN" altLang="en-US" sz="2000" dirty="0" smtClean="0"/>
          </a:p>
        </p:txBody>
      </p:sp>
    </p:spTree>
    <p:extLst>
      <p:ext uri="{BB962C8B-B14F-4D97-AF65-F5344CB8AC3E}">
        <p14:creationId xmlns="" xmlns:p14="http://schemas.microsoft.com/office/powerpoint/2010/main" val="1637391492"/>
      </p:ext>
    </p:extLst>
  </p:cSld>
  <p:clrMapOvr>
    <a:masterClrMapping/>
  </p:clrMapOvr>
  <mc:AlternateContent xmlns:mc="http://schemas.openxmlformats.org/markup-compatibility/2006">
    <mc:Choice xmlns="" xmlns:p14="http://schemas.microsoft.com/office/powerpoint/2010/main" Requires="p14">
      <p:transition spd="slow" p14:dur="1600">
        <p14:conveyor dir="l"/>
      </p:transition>
    </mc:Choice>
    <mc:Fallback>
      <p:transition spd="slow">
        <p:fade/>
      </p:transition>
    </mc:Fallback>
  </mc:AlternateContent>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4" name="圆角矩形 43" descr="e7d195523061f1c09e9d68d7cf438b91ef959ecb14fc25d26BBA7F7DBC18E55DFF4014AF651F0BF2569D4B6C1DA7F1A4683A481403BD872FC687266AD13265C1DE7C373772FD8728ABDD69ADD03BFF5BE2862BC891DBB79EEBC94C9DFDC16E046D6941B99547B168C9310459A6A36518BEA3402FB7A878504F0D6FA8AE2C1ACFBFE35F9F679CA70F919E73C0EC9AE042"/>
          <p:cNvSpPr/>
          <p:nvPr/>
        </p:nvSpPr>
        <p:spPr>
          <a:xfrm>
            <a:off x="1007789" y="1175636"/>
            <a:ext cx="7680931" cy="3393917"/>
          </a:xfrm>
          <a:prstGeom prst="roundRect">
            <a:avLst/>
          </a:prstGeom>
          <a:solidFill>
            <a:schemeClr val="bg1"/>
          </a:solidFill>
          <a:ln>
            <a:noFill/>
          </a:ln>
          <a:effectLst>
            <a:outerShdw blurRad="254000" dist="2540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CN" altLang="en-US"/>
          </a:p>
        </p:txBody>
      </p:sp>
      <p:sp>
        <p:nvSpPr>
          <p:cNvPr id="45" name="椭圆 44" descr="e7d195523061f1c09e9d68d7cf438b91ef959ecb14fc25d26BBA7F7DBC18E55DFF4014AF651F0BF2569D4B6C1DA7F1A4683A481403BD872FC687266AD13265C1DE7C373772FD8728ABDD69ADD03BFF5BE2862BC891DBB79EEBC94C9DFDC16E046D6941B99547B168C9310459A6A36518BEA3402FB7A878504F0D6FA8AE2C1ACFBFE35F9F679CA70F919E73C0EC9AE042"/>
          <p:cNvSpPr/>
          <p:nvPr/>
        </p:nvSpPr>
        <p:spPr>
          <a:xfrm flipH="1">
            <a:off x="121466" y="1611623"/>
            <a:ext cx="485930" cy="485932"/>
          </a:xfrm>
          <a:prstGeom prst="ellipse">
            <a:avLst/>
          </a:prstGeom>
          <a:solidFill>
            <a:schemeClr val="bg1"/>
          </a:solidFill>
          <a:ln>
            <a:noFill/>
          </a:ln>
          <a:effectLst>
            <a:outerShdw blurRad="254000" dist="2540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CN" altLang="en-US">
              <a:solidFill>
                <a:schemeClr val="lt1"/>
              </a:solidFill>
            </a:endParaRPr>
          </a:p>
        </p:txBody>
      </p:sp>
      <p:sp>
        <p:nvSpPr>
          <p:cNvPr id="47" name="椭圆 46" descr="e7d195523061f1c09e9d68d7cf438b91ef959ecb14fc25d26BBA7F7DBC18E55DFF4014AF651F0BF2569D4B6C1DA7F1A4683A481403BD872FC687266AD13265C1DE7C373772FD8728ABDD69ADD03BFF5BE2862BC891DBB79EEBC94C9DFDC16E046D6941B99547B168C9310459A6A36518BEA3402FB7A878504F0D6FA8AE2C1ACFBFE35F9F679CA70F919E73C0EC9AE042"/>
          <p:cNvSpPr/>
          <p:nvPr/>
        </p:nvSpPr>
        <p:spPr>
          <a:xfrm flipH="1">
            <a:off x="108664" y="1004194"/>
            <a:ext cx="237105" cy="237105"/>
          </a:xfrm>
          <a:prstGeom prst="ellipse">
            <a:avLst/>
          </a:prstGeom>
          <a:solidFill>
            <a:schemeClr val="accent1"/>
          </a:solidFill>
          <a:ln>
            <a:noFill/>
          </a:ln>
          <a:effectLst>
            <a:outerShdw blurRad="254000" dist="2540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CN" altLang="en-US"/>
          </a:p>
        </p:txBody>
      </p:sp>
      <p:sp>
        <p:nvSpPr>
          <p:cNvPr id="48" name="椭圆 47" descr="e7d195523061f1c09e9d68d7cf438b91ef959ecb14fc25d26BBA7F7DBC18E55DFF4014AF651F0BF2569D4B6C1DA7F1A4683A481403BD872FC687266AD13265C1DE7C373772FD8728ABDD69ADD03BFF5BE2862BC891DBB79EEBC94C9DFDC16E046D6941B99547B168C9310459A6A36518BEA3402FB7A878504F0D6FA8AE2C1ACFBFE35F9F679CA70F919E73C0EC9AE042"/>
          <p:cNvSpPr/>
          <p:nvPr/>
        </p:nvSpPr>
        <p:spPr>
          <a:xfrm flipH="1">
            <a:off x="1699075" y="651829"/>
            <a:ext cx="237105" cy="237105"/>
          </a:xfrm>
          <a:prstGeom prst="ellipse">
            <a:avLst/>
          </a:prstGeom>
          <a:solidFill>
            <a:schemeClr val="bg1"/>
          </a:solidFill>
          <a:ln>
            <a:noFill/>
          </a:ln>
          <a:effectLst>
            <a:outerShdw blurRad="254000" dist="2540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CN" altLang="en-US">
              <a:solidFill>
                <a:schemeClr val="lt1"/>
              </a:solidFill>
            </a:endParaRPr>
          </a:p>
        </p:txBody>
      </p:sp>
      <p:sp>
        <p:nvSpPr>
          <p:cNvPr id="49" name="椭圆 48" descr="e7d195523061f1c09e9d68d7cf438b91ef959ecb14fc25d26BBA7F7DBC18E55DFF4014AF651F0BF2569D4B6C1DA7F1A4683A481403BD872FC687266AD13265C1DE7C373772FD8728ABDD69ADD03BFF5BE2862BC891DBB79EEBC94C9DFDC16E046D6941B99547B168C9310459A6A36518BEA3402FB7A878504F0D6FA8AE2C1ACFBFE35F9F679CA70F919E73C0EC9AE042"/>
          <p:cNvSpPr/>
          <p:nvPr/>
        </p:nvSpPr>
        <p:spPr>
          <a:xfrm flipH="1">
            <a:off x="7811685" y="4632510"/>
            <a:ext cx="237105" cy="237105"/>
          </a:xfrm>
          <a:prstGeom prst="ellipse">
            <a:avLst/>
          </a:prstGeom>
          <a:solidFill>
            <a:schemeClr val="bg1"/>
          </a:solidFill>
          <a:ln>
            <a:noFill/>
          </a:ln>
          <a:effectLst>
            <a:outerShdw blurRad="254000" dist="2540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CN" altLang="en-US">
              <a:solidFill>
                <a:schemeClr val="lt1"/>
              </a:solidFill>
            </a:endParaRPr>
          </a:p>
        </p:txBody>
      </p:sp>
      <p:sp>
        <p:nvSpPr>
          <p:cNvPr id="50" name="椭圆 49" descr="e7d195523061f1c09e9d68d7cf438b91ef959ecb14fc25d26BBA7F7DBC18E55DFF4014AF651F0BF2569D4B6C1DA7F1A4683A481403BD872FC687266AD13265C1DE7C373772FD8728ABDD69ADD03BFF5BE2862BC891DBB79EEBC94C9DFDC16E046D6941B99547B168C9310459A6A36518BEA3402FB7A878504F0D6FA8AE2C1ACFBFE35F9F679CA70F919E73C0EC9AE042"/>
          <p:cNvSpPr/>
          <p:nvPr/>
        </p:nvSpPr>
        <p:spPr>
          <a:xfrm flipH="1">
            <a:off x="8853019" y="4030370"/>
            <a:ext cx="182316" cy="182316"/>
          </a:xfrm>
          <a:prstGeom prst="ellipse">
            <a:avLst/>
          </a:prstGeom>
          <a:solidFill>
            <a:schemeClr val="bg1"/>
          </a:solidFill>
          <a:ln>
            <a:noFill/>
          </a:ln>
          <a:effectLst>
            <a:outerShdw blurRad="254000" dist="2540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CN" altLang="en-US">
              <a:solidFill>
                <a:schemeClr val="lt1"/>
              </a:solidFill>
            </a:endParaRPr>
          </a:p>
        </p:txBody>
      </p:sp>
      <p:sp>
        <p:nvSpPr>
          <p:cNvPr id="51" name="矩形 50" descr="e7d195523061f1c09e9d68d7cf438b91ef959ecb14fc25d26BBA7F7DBC18E55DFF4014AF651F0BF2569D4B6C1DA7F1A4683A481403BD872FC687266AD13265C1DE7C373772FD8728ABDD69ADD03BFF5BE2862BC891DBB79E18FD61712FE23F67B60ED145344A5F6796FDB0D6E7341B73A4E64E1B81AE0A4EA80BC639DEFCC56FBB1C8095BD40FB585CB21CB06B382855"/>
          <p:cNvSpPr/>
          <p:nvPr/>
        </p:nvSpPr>
        <p:spPr>
          <a:xfrm>
            <a:off x="1725711" y="1606429"/>
            <a:ext cx="7281423" cy="1384995"/>
          </a:xfrm>
          <a:prstGeom prst="rect">
            <a:avLst/>
          </a:prstGeom>
        </p:spPr>
        <p:txBody>
          <a:bodyPr wrap="square">
            <a:spAutoFit/>
          </a:bodyPr>
          <a:lstStyle/>
          <a:p>
            <a:pPr>
              <a:lnSpc>
                <a:spcPct val="150000"/>
              </a:lnSpc>
            </a:pPr>
            <a:r>
              <a:rPr lang="en-US" altLang="zh-CN" sz="1400" dirty="0" smtClean="0"/>
              <a:t>CN</a:t>
            </a:r>
            <a:r>
              <a:rPr lang="zh-CN" altLang="zh-CN" sz="1400" dirty="0" smtClean="0"/>
              <a:t>、</a:t>
            </a:r>
            <a:r>
              <a:rPr lang="en-US" altLang="zh-CN" sz="1400" dirty="0" smtClean="0"/>
              <a:t>AA</a:t>
            </a:r>
            <a:r>
              <a:rPr lang="zh-CN" altLang="zh-CN" sz="1400" dirty="0" smtClean="0"/>
              <a:t>、</a:t>
            </a:r>
            <a:r>
              <a:rPr lang="en-US" altLang="zh-CN" sz="1400" dirty="0" smtClean="0"/>
              <a:t>PA</a:t>
            </a:r>
            <a:r>
              <a:rPr lang="zh-CN" altLang="zh-CN" sz="1400" dirty="0" smtClean="0"/>
              <a:t>、</a:t>
            </a:r>
            <a:r>
              <a:rPr lang="en-US" altLang="zh-CN" sz="1400" dirty="0" smtClean="0"/>
              <a:t>RA</a:t>
            </a:r>
            <a:r>
              <a:rPr lang="zh-CN" altLang="zh-CN" sz="1400" dirty="0" smtClean="0"/>
              <a:t>这四种表现较好的相似度方法在</a:t>
            </a:r>
            <a:r>
              <a:rPr lang="en-US" altLang="zh-CN" sz="1400" dirty="0" smtClean="0"/>
              <a:t>2000</a:t>
            </a:r>
            <a:r>
              <a:rPr lang="zh-CN" altLang="zh-CN" sz="1400" dirty="0" smtClean="0"/>
              <a:t>年到</a:t>
            </a:r>
            <a:r>
              <a:rPr lang="en-US" altLang="zh-CN" sz="1400" dirty="0" smtClean="0"/>
              <a:t>2017</a:t>
            </a:r>
            <a:r>
              <a:rPr lang="zh-CN" altLang="zh-CN" sz="1400" dirty="0" smtClean="0"/>
              <a:t>年间的预测准确度总体上是随着年份的增长在逐渐提高的。这意味着</a:t>
            </a:r>
            <a:r>
              <a:rPr lang="en-US" altLang="zh-CN" sz="1400" dirty="0" smtClean="0"/>
              <a:t>2000</a:t>
            </a:r>
            <a:r>
              <a:rPr lang="zh-CN" altLang="zh-CN" sz="1400" dirty="0" smtClean="0"/>
              <a:t>年后的国际原油贸易市场稳定，国家趋于与拥有较多共同贸易伙伴的国家之间建立原油贸易关系，共同贸易伙伴是对贸易关系的有力保证。</a:t>
            </a:r>
            <a:endParaRPr lang="en-US" altLang="zh-CN" sz="1400" dirty="0">
              <a:solidFill>
                <a:schemeClr val="tx1">
                  <a:lumMod val="85000"/>
                  <a:lumOff val="15000"/>
                </a:schemeClr>
              </a:solidFill>
              <a:latin typeface="+mj-ea"/>
              <a:ea typeface="+mj-ea"/>
            </a:endParaRPr>
          </a:p>
        </p:txBody>
      </p:sp>
      <p:sp>
        <p:nvSpPr>
          <p:cNvPr id="54" name="Freeform 5"/>
          <p:cNvSpPr/>
          <p:nvPr/>
        </p:nvSpPr>
        <p:spPr bwMode="auto">
          <a:xfrm>
            <a:off x="499414" y="685494"/>
            <a:ext cx="1385668" cy="1249333"/>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solidFill>
            <a:schemeClr val="accent1"/>
          </a:solidFill>
          <a:ln>
            <a:noFill/>
          </a:ln>
          <a:effectLst>
            <a:outerShdw blurRad="254000" dist="2540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CN" altLang="en-US">
              <a:solidFill>
                <a:schemeClr val="lt1"/>
              </a:solidFill>
            </a:endParaRPr>
          </a:p>
        </p:txBody>
      </p:sp>
      <p:sp>
        <p:nvSpPr>
          <p:cNvPr id="56" name="Freeform 5"/>
          <p:cNvSpPr/>
          <p:nvPr/>
        </p:nvSpPr>
        <p:spPr bwMode="auto">
          <a:xfrm>
            <a:off x="8125666" y="4102183"/>
            <a:ext cx="811279" cy="731459"/>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solidFill>
            <a:schemeClr val="accent1"/>
          </a:solidFill>
          <a:ln>
            <a:noFill/>
          </a:ln>
          <a:effectLst>
            <a:outerShdw blurRad="254000" dist="2540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CN" altLang="en-US"/>
          </a:p>
        </p:txBody>
      </p:sp>
      <p:sp>
        <p:nvSpPr>
          <p:cNvPr id="19" name="矩形 18"/>
          <p:cNvSpPr/>
          <p:nvPr/>
        </p:nvSpPr>
        <p:spPr>
          <a:xfrm>
            <a:off x="1799895" y="781752"/>
            <a:ext cx="4021422" cy="369332"/>
          </a:xfrm>
          <a:prstGeom prst="rect">
            <a:avLst/>
          </a:prstGeom>
        </p:spPr>
        <p:txBody>
          <a:bodyPr wrap="none">
            <a:spAutoFit/>
          </a:bodyPr>
          <a:lstStyle/>
          <a:p>
            <a:r>
              <a:rPr lang="zh-CN" altLang="zh-CN" sz="1800" dirty="0" smtClean="0"/>
              <a:t>常用相似度方法的</a:t>
            </a:r>
            <a:r>
              <a:rPr lang="en-US" altLang="zh-CN" sz="1800" dirty="0" smtClean="0"/>
              <a:t>Ranking Score</a:t>
            </a:r>
            <a:r>
              <a:rPr lang="zh-CN" altLang="zh-CN" sz="1800" dirty="0" smtClean="0"/>
              <a:t>值对比</a:t>
            </a:r>
            <a:endParaRPr lang="zh-CN" altLang="en-US" sz="1800" dirty="0"/>
          </a:p>
        </p:txBody>
      </p:sp>
      <p:pic>
        <p:nvPicPr>
          <p:cNvPr id="20" name="图片 19" descr="E:\PycharmProjects\Newcomtrade\finalresult\order\Compare.png"/>
          <p:cNvPicPr/>
          <p:nvPr/>
        </p:nvPicPr>
        <p:blipFill>
          <a:blip r:embed="rId3" cstate="print"/>
          <a:srcRect/>
          <a:stretch>
            <a:fillRect/>
          </a:stretch>
        </p:blipFill>
        <p:spPr bwMode="auto">
          <a:xfrm>
            <a:off x="1011099" y="2922104"/>
            <a:ext cx="5777327" cy="1669165"/>
          </a:xfrm>
          <a:prstGeom prst="rect">
            <a:avLst/>
          </a:prstGeom>
          <a:noFill/>
          <a:ln w="9525">
            <a:noFill/>
            <a:miter lim="800000"/>
            <a:headEnd/>
            <a:tailEnd/>
          </a:ln>
        </p:spPr>
      </p:pic>
    </p:spTree>
    <p:extLst>
      <p:ext uri="{BB962C8B-B14F-4D97-AF65-F5344CB8AC3E}">
        <p14:creationId xmlns="" xmlns:p14="http://schemas.microsoft.com/office/powerpoint/2010/main" val="1637391492"/>
      </p:ext>
    </p:extLst>
  </p:cSld>
  <p:clrMapOvr>
    <a:masterClrMapping/>
  </p:clrMapOvr>
  <mc:AlternateContent xmlns:mc="http://schemas.openxmlformats.org/markup-compatibility/2006">
    <mc:Choice xmlns="" xmlns:p14="http://schemas.microsoft.com/office/powerpoint/2010/main" Requires="p14">
      <p:transition spd="slow" p14:dur="1600">
        <p14:conveyor dir="l"/>
      </p:transition>
    </mc:Choice>
    <mc:Fallback>
      <p:transition spd="slow">
        <p:fade/>
      </p:transition>
    </mc:Fallback>
  </mc:AlternateContent>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4" name="圆角矩形 43" descr="e7d195523061f1c09e9d68d7cf438b91ef959ecb14fc25d26BBA7F7DBC18E55DFF4014AF651F0BF2569D4B6C1DA7F1A4683A481403BD872FC687266AD13265C1DE7C373772FD8728ABDD69ADD03BFF5BE2862BC891DBB79EEBC94C9DFDC16E046D6941B99547B168C9310459A6A36518BEA3402FB7A878504F0D6FA8AE2C1ACFBFE35F9F679CA70F919E73C0EC9AE042"/>
          <p:cNvSpPr/>
          <p:nvPr/>
        </p:nvSpPr>
        <p:spPr>
          <a:xfrm>
            <a:off x="1007789" y="1175636"/>
            <a:ext cx="7680931" cy="3393917"/>
          </a:xfrm>
          <a:prstGeom prst="roundRect">
            <a:avLst/>
          </a:prstGeom>
          <a:solidFill>
            <a:schemeClr val="bg1"/>
          </a:solidFill>
          <a:ln>
            <a:noFill/>
          </a:ln>
          <a:effectLst>
            <a:outerShdw blurRad="254000" dist="2540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CN" altLang="en-US"/>
          </a:p>
        </p:txBody>
      </p:sp>
      <p:sp>
        <p:nvSpPr>
          <p:cNvPr id="45" name="椭圆 44" descr="e7d195523061f1c09e9d68d7cf438b91ef959ecb14fc25d26BBA7F7DBC18E55DFF4014AF651F0BF2569D4B6C1DA7F1A4683A481403BD872FC687266AD13265C1DE7C373772FD8728ABDD69ADD03BFF5BE2862BC891DBB79EEBC94C9DFDC16E046D6941B99547B168C9310459A6A36518BEA3402FB7A878504F0D6FA8AE2C1ACFBFE35F9F679CA70F919E73C0EC9AE042"/>
          <p:cNvSpPr/>
          <p:nvPr/>
        </p:nvSpPr>
        <p:spPr>
          <a:xfrm flipH="1">
            <a:off x="121466" y="1611623"/>
            <a:ext cx="485930" cy="485932"/>
          </a:xfrm>
          <a:prstGeom prst="ellipse">
            <a:avLst/>
          </a:prstGeom>
          <a:solidFill>
            <a:schemeClr val="bg1"/>
          </a:solidFill>
          <a:ln>
            <a:noFill/>
          </a:ln>
          <a:effectLst>
            <a:outerShdw blurRad="254000" dist="2540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CN" altLang="en-US">
              <a:solidFill>
                <a:schemeClr val="lt1"/>
              </a:solidFill>
            </a:endParaRPr>
          </a:p>
        </p:txBody>
      </p:sp>
      <p:sp>
        <p:nvSpPr>
          <p:cNvPr id="47" name="椭圆 46" descr="e7d195523061f1c09e9d68d7cf438b91ef959ecb14fc25d26BBA7F7DBC18E55DFF4014AF651F0BF2569D4B6C1DA7F1A4683A481403BD872FC687266AD13265C1DE7C373772FD8728ABDD69ADD03BFF5BE2862BC891DBB79EEBC94C9DFDC16E046D6941B99547B168C9310459A6A36518BEA3402FB7A878504F0D6FA8AE2C1ACFBFE35F9F679CA70F919E73C0EC9AE042"/>
          <p:cNvSpPr/>
          <p:nvPr/>
        </p:nvSpPr>
        <p:spPr>
          <a:xfrm flipH="1">
            <a:off x="108664" y="1004194"/>
            <a:ext cx="237105" cy="237105"/>
          </a:xfrm>
          <a:prstGeom prst="ellipse">
            <a:avLst/>
          </a:prstGeom>
          <a:solidFill>
            <a:schemeClr val="accent1"/>
          </a:solidFill>
          <a:ln>
            <a:noFill/>
          </a:ln>
          <a:effectLst>
            <a:outerShdw blurRad="254000" dist="2540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CN" altLang="en-US"/>
          </a:p>
        </p:txBody>
      </p:sp>
      <p:sp>
        <p:nvSpPr>
          <p:cNvPr id="48" name="椭圆 47" descr="e7d195523061f1c09e9d68d7cf438b91ef959ecb14fc25d26BBA7F7DBC18E55DFF4014AF651F0BF2569D4B6C1DA7F1A4683A481403BD872FC687266AD13265C1DE7C373772FD8728ABDD69ADD03BFF5BE2862BC891DBB79EEBC94C9DFDC16E046D6941B99547B168C9310459A6A36518BEA3402FB7A878504F0D6FA8AE2C1ACFBFE35F9F679CA70F919E73C0EC9AE042"/>
          <p:cNvSpPr/>
          <p:nvPr/>
        </p:nvSpPr>
        <p:spPr>
          <a:xfrm flipH="1">
            <a:off x="1699075" y="651829"/>
            <a:ext cx="237105" cy="237105"/>
          </a:xfrm>
          <a:prstGeom prst="ellipse">
            <a:avLst/>
          </a:prstGeom>
          <a:solidFill>
            <a:schemeClr val="bg1"/>
          </a:solidFill>
          <a:ln>
            <a:noFill/>
          </a:ln>
          <a:effectLst>
            <a:outerShdw blurRad="254000" dist="2540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CN" altLang="en-US">
              <a:solidFill>
                <a:schemeClr val="lt1"/>
              </a:solidFill>
            </a:endParaRPr>
          </a:p>
        </p:txBody>
      </p:sp>
      <p:sp>
        <p:nvSpPr>
          <p:cNvPr id="49" name="椭圆 48" descr="e7d195523061f1c09e9d68d7cf438b91ef959ecb14fc25d26BBA7F7DBC18E55DFF4014AF651F0BF2569D4B6C1DA7F1A4683A481403BD872FC687266AD13265C1DE7C373772FD8728ABDD69ADD03BFF5BE2862BC891DBB79EEBC94C9DFDC16E046D6941B99547B168C9310459A6A36518BEA3402FB7A878504F0D6FA8AE2C1ACFBFE35F9F679CA70F919E73C0EC9AE042"/>
          <p:cNvSpPr/>
          <p:nvPr/>
        </p:nvSpPr>
        <p:spPr>
          <a:xfrm flipH="1">
            <a:off x="7811685" y="4632510"/>
            <a:ext cx="237105" cy="237105"/>
          </a:xfrm>
          <a:prstGeom prst="ellipse">
            <a:avLst/>
          </a:prstGeom>
          <a:solidFill>
            <a:schemeClr val="bg1"/>
          </a:solidFill>
          <a:ln>
            <a:noFill/>
          </a:ln>
          <a:effectLst>
            <a:outerShdw blurRad="254000" dist="2540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CN" altLang="en-US">
              <a:solidFill>
                <a:schemeClr val="lt1"/>
              </a:solidFill>
            </a:endParaRPr>
          </a:p>
        </p:txBody>
      </p:sp>
      <p:sp>
        <p:nvSpPr>
          <p:cNvPr id="50" name="椭圆 49" descr="e7d195523061f1c09e9d68d7cf438b91ef959ecb14fc25d26BBA7F7DBC18E55DFF4014AF651F0BF2569D4B6C1DA7F1A4683A481403BD872FC687266AD13265C1DE7C373772FD8728ABDD69ADD03BFF5BE2862BC891DBB79EEBC94C9DFDC16E046D6941B99547B168C9310459A6A36518BEA3402FB7A878504F0D6FA8AE2C1ACFBFE35F9F679CA70F919E73C0EC9AE042"/>
          <p:cNvSpPr/>
          <p:nvPr/>
        </p:nvSpPr>
        <p:spPr>
          <a:xfrm flipH="1">
            <a:off x="8853019" y="4030370"/>
            <a:ext cx="182316" cy="182316"/>
          </a:xfrm>
          <a:prstGeom prst="ellipse">
            <a:avLst/>
          </a:prstGeom>
          <a:solidFill>
            <a:schemeClr val="bg1"/>
          </a:solidFill>
          <a:ln>
            <a:noFill/>
          </a:ln>
          <a:effectLst>
            <a:outerShdw blurRad="254000" dist="2540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CN" altLang="en-US">
              <a:solidFill>
                <a:schemeClr val="lt1"/>
              </a:solidFill>
            </a:endParaRPr>
          </a:p>
        </p:txBody>
      </p:sp>
      <p:sp>
        <p:nvSpPr>
          <p:cNvPr id="51" name="矩形 50" descr="e7d195523061f1c09e9d68d7cf438b91ef959ecb14fc25d26BBA7F7DBC18E55DFF4014AF651F0BF2569D4B6C1DA7F1A4683A481403BD872FC687266AD13265C1DE7C373772FD8728ABDD69ADD03BFF5BE2862BC891DBB79E18FD61712FE23F67B60ED145344A5F6796FDB0D6E7341B73A4E64E1B81AE0A4EA80BC639DEFCC56FBB1C8095BD40FB585CB21CB06B382855"/>
          <p:cNvSpPr/>
          <p:nvPr/>
        </p:nvSpPr>
        <p:spPr>
          <a:xfrm>
            <a:off x="1715772" y="1407647"/>
            <a:ext cx="6891515" cy="738664"/>
          </a:xfrm>
          <a:prstGeom prst="rect">
            <a:avLst/>
          </a:prstGeom>
        </p:spPr>
        <p:txBody>
          <a:bodyPr wrap="square">
            <a:spAutoFit/>
          </a:bodyPr>
          <a:lstStyle/>
          <a:p>
            <a:pPr>
              <a:lnSpc>
                <a:spcPct val="150000"/>
              </a:lnSpc>
            </a:pPr>
            <a:r>
              <a:rPr lang="zh-CN" altLang="zh-CN" sz="1400" dirty="0" smtClean="0"/>
              <a:t>而在</a:t>
            </a:r>
            <a:r>
              <a:rPr lang="en-US" altLang="zh-CN" sz="1400" dirty="0" smtClean="0"/>
              <a:t>CN</a:t>
            </a:r>
            <a:r>
              <a:rPr lang="zh-CN" altLang="zh-CN" sz="1400" dirty="0" smtClean="0"/>
              <a:t>、</a:t>
            </a:r>
            <a:r>
              <a:rPr lang="en-US" altLang="zh-CN" sz="1400" dirty="0" smtClean="0"/>
              <a:t>AA</a:t>
            </a:r>
            <a:r>
              <a:rPr lang="zh-CN" altLang="zh-CN" sz="1400" dirty="0" smtClean="0"/>
              <a:t>、</a:t>
            </a:r>
            <a:r>
              <a:rPr lang="en-US" altLang="zh-CN" sz="1400" dirty="0" smtClean="0"/>
              <a:t>PA</a:t>
            </a:r>
            <a:r>
              <a:rPr lang="zh-CN" altLang="zh-CN" sz="1400" dirty="0" smtClean="0"/>
              <a:t>、</a:t>
            </a:r>
            <a:r>
              <a:rPr lang="en-US" altLang="zh-CN" sz="1400" dirty="0" smtClean="0"/>
              <a:t>RA</a:t>
            </a:r>
            <a:r>
              <a:rPr lang="zh-CN" altLang="zh-CN" sz="1400" dirty="0" smtClean="0"/>
              <a:t>表现优异的同时， </a:t>
            </a:r>
            <a:r>
              <a:rPr lang="en-US" altLang="zh-CN" sz="1400" dirty="0" smtClean="0"/>
              <a:t>JC</a:t>
            </a:r>
            <a:r>
              <a:rPr lang="zh-CN" altLang="zh-CN" sz="1400" dirty="0" smtClean="0"/>
              <a:t>对国际原油贸易网络的预测的准确度明显低于其他方法。</a:t>
            </a:r>
            <a:endParaRPr lang="en-US" altLang="zh-CN" sz="1400" dirty="0">
              <a:solidFill>
                <a:schemeClr val="tx1">
                  <a:lumMod val="85000"/>
                  <a:lumOff val="15000"/>
                </a:schemeClr>
              </a:solidFill>
              <a:latin typeface="+mj-ea"/>
              <a:ea typeface="+mj-ea"/>
            </a:endParaRPr>
          </a:p>
        </p:txBody>
      </p:sp>
      <p:sp>
        <p:nvSpPr>
          <p:cNvPr id="54" name="Freeform 5"/>
          <p:cNvSpPr/>
          <p:nvPr/>
        </p:nvSpPr>
        <p:spPr bwMode="auto">
          <a:xfrm>
            <a:off x="499414" y="685494"/>
            <a:ext cx="1385668" cy="1249333"/>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solidFill>
            <a:schemeClr val="accent1"/>
          </a:solidFill>
          <a:ln>
            <a:noFill/>
          </a:ln>
          <a:effectLst>
            <a:outerShdw blurRad="254000" dist="2540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CN" altLang="en-US">
              <a:solidFill>
                <a:schemeClr val="lt1"/>
              </a:solidFill>
            </a:endParaRPr>
          </a:p>
        </p:txBody>
      </p:sp>
      <p:sp>
        <p:nvSpPr>
          <p:cNvPr id="56" name="Freeform 5"/>
          <p:cNvSpPr/>
          <p:nvPr/>
        </p:nvSpPr>
        <p:spPr bwMode="auto">
          <a:xfrm>
            <a:off x="8125666" y="4102183"/>
            <a:ext cx="811279" cy="731459"/>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solidFill>
            <a:schemeClr val="accent1"/>
          </a:solidFill>
          <a:ln>
            <a:noFill/>
          </a:ln>
          <a:effectLst>
            <a:outerShdw blurRad="254000" dist="2540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CN" altLang="en-US"/>
          </a:p>
        </p:txBody>
      </p:sp>
      <p:sp>
        <p:nvSpPr>
          <p:cNvPr id="19" name="矩形 18"/>
          <p:cNvSpPr/>
          <p:nvPr/>
        </p:nvSpPr>
        <p:spPr>
          <a:xfrm>
            <a:off x="1799895" y="781752"/>
            <a:ext cx="4021422" cy="369332"/>
          </a:xfrm>
          <a:prstGeom prst="rect">
            <a:avLst/>
          </a:prstGeom>
        </p:spPr>
        <p:txBody>
          <a:bodyPr wrap="none">
            <a:spAutoFit/>
          </a:bodyPr>
          <a:lstStyle/>
          <a:p>
            <a:r>
              <a:rPr lang="zh-CN" altLang="zh-CN" sz="1800" dirty="0" smtClean="0"/>
              <a:t>常用相似度方法的</a:t>
            </a:r>
            <a:r>
              <a:rPr lang="en-US" altLang="zh-CN" sz="1800" dirty="0" smtClean="0"/>
              <a:t>Ranking Score</a:t>
            </a:r>
            <a:r>
              <a:rPr lang="zh-CN" altLang="zh-CN" sz="1800" dirty="0" smtClean="0"/>
              <a:t>值对比</a:t>
            </a:r>
            <a:endParaRPr lang="zh-CN" altLang="en-US" sz="1800" dirty="0"/>
          </a:p>
        </p:txBody>
      </p:sp>
      <p:pic>
        <p:nvPicPr>
          <p:cNvPr id="20" name="图片 19" descr="E:\PycharmProjects\Newcomtrade\finalresult\order\Compare.png"/>
          <p:cNvPicPr/>
          <p:nvPr/>
        </p:nvPicPr>
        <p:blipFill>
          <a:blip r:embed="rId3" cstate="print"/>
          <a:srcRect/>
          <a:stretch>
            <a:fillRect/>
          </a:stretch>
        </p:blipFill>
        <p:spPr bwMode="auto">
          <a:xfrm>
            <a:off x="1011099" y="2922104"/>
            <a:ext cx="5777327" cy="1669165"/>
          </a:xfrm>
          <a:prstGeom prst="rect">
            <a:avLst/>
          </a:prstGeom>
          <a:noFill/>
          <a:ln w="9525">
            <a:noFill/>
            <a:miter lim="800000"/>
            <a:headEnd/>
            <a:tailEnd/>
          </a:ln>
        </p:spPr>
      </p:pic>
      <p:sp>
        <p:nvSpPr>
          <p:cNvPr id="13" name="矩形 12" descr="e7d195523061f1c09e9d68d7cf438b91ef959ecb14fc25d26BBA7F7DBC18E55DFF4014AF651F0BF2569D4B6C1DA7F1A4683A481403BD872FC687266AD13265C1DE7C373772FD8728ABDD69ADD03BFF5BE2862BC891DBB79E18FD61712FE23F67B60ED145344A5F6796FDB0D6E7341B73A4E64E1B81AE0A4EA80BC639DEFCC56FBB1C8095BD40FB585CB21CB06B382855"/>
          <p:cNvSpPr/>
          <p:nvPr/>
        </p:nvSpPr>
        <p:spPr>
          <a:xfrm>
            <a:off x="1699207" y="2066942"/>
            <a:ext cx="6891515" cy="1023742"/>
          </a:xfrm>
          <a:prstGeom prst="rect">
            <a:avLst/>
          </a:prstGeom>
        </p:spPr>
        <p:txBody>
          <a:bodyPr wrap="square">
            <a:spAutoFit/>
          </a:bodyPr>
          <a:lstStyle/>
          <a:p>
            <a:pPr>
              <a:lnSpc>
                <a:spcPct val="150000"/>
              </a:lnSpc>
            </a:pPr>
            <a:r>
              <a:rPr lang="zh-CN" altLang="zh-CN" sz="1400" dirty="0" smtClean="0"/>
              <a:t>对比</a:t>
            </a:r>
            <a:r>
              <a:rPr lang="en-US" altLang="zh-CN" sz="1400" dirty="0" smtClean="0"/>
              <a:t>JC</a:t>
            </a:r>
            <a:r>
              <a:rPr lang="zh-CN" altLang="zh-CN" sz="1400" dirty="0" smtClean="0"/>
              <a:t>与</a:t>
            </a:r>
            <a:r>
              <a:rPr lang="en-US" altLang="zh-CN" sz="1400" dirty="0" smtClean="0"/>
              <a:t>CN</a:t>
            </a:r>
            <a:r>
              <a:rPr lang="zh-CN" altLang="zh-CN" sz="1400" dirty="0" smtClean="0"/>
              <a:t>的折线，</a:t>
            </a:r>
            <a:r>
              <a:rPr lang="en-US" altLang="zh-CN" sz="1400" dirty="0" smtClean="0"/>
              <a:t>JC</a:t>
            </a:r>
            <a:r>
              <a:rPr lang="zh-CN" altLang="zh-CN" sz="1400" dirty="0" smtClean="0"/>
              <a:t>的</a:t>
            </a:r>
            <a:r>
              <a:rPr lang="en-US" altLang="zh-CN" sz="1400" dirty="0" smtClean="0"/>
              <a:t>Ranking Score</a:t>
            </a:r>
            <a:r>
              <a:rPr lang="zh-CN" altLang="zh-CN" sz="1400" dirty="0" smtClean="0"/>
              <a:t>值明显高于</a:t>
            </a:r>
            <a:r>
              <a:rPr lang="en-US" altLang="zh-CN" sz="1400" dirty="0" smtClean="0"/>
              <a:t>CN</a:t>
            </a:r>
            <a:r>
              <a:rPr lang="zh-CN" altLang="zh-CN" sz="1400" dirty="0" smtClean="0"/>
              <a:t>，且折线的变化趋势明显不同。这表明国际原油贸易中，若国家间的共同贸易伙伴数量稳定，在国家贸易伙伴数量出现变化时，国家间的潜在贸易联系受到的影响较小。</a:t>
            </a:r>
            <a:endParaRPr lang="en-US" altLang="zh-CN" sz="1400" dirty="0">
              <a:solidFill>
                <a:schemeClr val="tx1">
                  <a:lumMod val="85000"/>
                  <a:lumOff val="15000"/>
                </a:schemeClr>
              </a:solidFill>
              <a:latin typeface="+mj-ea"/>
              <a:ea typeface="+mj-ea"/>
            </a:endParaRPr>
          </a:p>
        </p:txBody>
      </p:sp>
    </p:spTree>
    <p:extLst>
      <p:ext uri="{BB962C8B-B14F-4D97-AF65-F5344CB8AC3E}">
        <p14:creationId xmlns="" xmlns:p14="http://schemas.microsoft.com/office/powerpoint/2010/main" val="1637391492"/>
      </p:ext>
    </p:extLst>
  </p:cSld>
  <p:clrMapOvr>
    <a:masterClrMapping/>
  </p:clrMapOvr>
  <mc:AlternateContent xmlns:mc="http://schemas.openxmlformats.org/markup-compatibility/2006">
    <mc:Choice xmlns="" xmlns:p14="http://schemas.microsoft.com/office/powerpoint/2010/main" Requires="p14">
      <p:transition spd="slow" p14:dur="1600">
        <p14:conveyor dir="l"/>
      </p:transition>
    </mc:Choice>
    <mc:Fallback>
      <p:transition spd="slow">
        <p:fade/>
      </p:transition>
    </mc:Fallback>
  </mc:AlternateContent>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4" name="圆角矩形 43" descr="e7d195523061f1c09e9d68d7cf438b91ef959ecb14fc25d26BBA7F7DBC18E55DFF4014AF651F0BF2569D4B6C1DA7F1A4683A481403BD872FC687266AD13265C1DE7C373772FD8728ABDD69ADD03BFF5BE2862BC891DBB79EEBC94C9DFDC16E046D6941B99547B168C9310459A6A36518BEA3402FB7A878504F0D6FA8AE2C1ACFBFE35F9F679CA70F919E73C0EC9AE042"/>
          <p:cNvSpPr/>
          <p:nvPr/>
        </p:nvSpPr>
        <p:spPr>
          <a:xfrm>
            <a:off x="1007789" y="1175636"/>
            <a:ext cx="7680931" cy="3393917"/>
          </a:xfrm>
          <a:prstGeom prst="roundRect">
            <a:avLst/>
          </a:prstGeom>
          <a:solidFill>
            <a:schemeClr val="bg1"/>
          </a:solidFill>
          <a:ln>
            <a:noFill/>
          </a:ln>
          <a:effectLst>
            <a:outerShdw blurRad="254000" dist="2540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CN" altLang="en-US"/>
          </a:p>
        </p:txBody>
      </p:sp>
      <p:sp>
        <p:nvSpPr>
          <p:cNvPr id="45" name="椭圆 44" descr="e7d195523061f1c09e9d68d7cf438b91ef959ecb14fc25d26BBA7F7DBC18E55DFF4014AF651F0BF2569D4B6C1DA7F1A4683A481403BD872FC687266AD13265C1DE7C373772FD8728ABDD69ADD03BFF5BE2862BC891DBB79EEBC94C9DFDC16E046D6941B99547B168C9310459A6A36518BEA3402FB7A878504F0D6FA8AE2C1ACFBFE35F9F679CA70F919E73C0EC9AE042"/>
          <p:cNvSpPr/>
          <p:nvPr/>
        </p:nvSpPr>
        <p:spPr>
          <a:xfrm flipH="1">
            <a:off x="121466" y="1611623"/>
            <a:ext cx="485930" cy="485932"/>
          </a:xfrm>
          <a:prstGeom prst="ellipse">
            <a:avLst/>
          </a:prstGeom>
          <a:solidFill>
            <a:schemeClr val="bg1"/>
          </a:solidFill>
          <a:ln>
            <a:noFill/>
          </a:ln>
          <a:effectLst>
            <a:outerShdw blurRad="254000" dist="2540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CN" altLang="en-US">
              <a:solidFill>
                <a:schemeClr val="lt1"/>
              </a:solidFill>
            </a:endParaRPr>
          </a:p>
        </p:txBody>
      </p:sp>
      <p:sp>
        <p:nvSpPr>
          <p:cNvPr id="47" name="椭圆 46" descr="e7d195523061f1c09e9d68d7cf438b91ef959ecb14fc25d26BBA7F7DBC18E55DFF4014AF651F0BF2569D4B6C1DA7F1A4683A481403BD872FC687266AD13265C1DE7C373772FD8728ABDD69ADD03BFF5BE2862BC891DBB79EEBC94C9DFDC16E046D6941B99547B168C9310459A6A36518BEA3402FB7A878504F0D6FA8AE2C1ACFBFE35F9F679CA70F919E73C0EC9AE042"/>
          <p:cNvSpPr/>
          <p:nvPr/>
        </p:nvSpPr>
        <p:spPr>
          <a:xfrm flipH="1">
            <a:off x="108664" y="1004194"/>
            <a:ext cx="237105" cy="237105"/>
          </a:xfrm>
          <a:prstGeom prst="ellipse">
            <a:avLst/>
          </a:prstGeom>
          <a:solidFill>
            <a:schemeClr val="accent1"/>
          </a:solidFill>
          <a:ln>
            <a:noFill/>
          </a:ln>
          <a:effectLst>
            <a:outerShdw blurRad="254000" dist="2540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CN" altLang="en-US"/>
          </a:p>
        </p:txBody>
      </p:sp>
      <p:sp>
        <p:nvSpPr>
          <p:cNvPr id="48" name="椭圆 47" descr="e7d195523061f1c09e9d68d7cf438b91ef959ecb14fc25d26BBA7F7DBC18E55DFF4014AF651F0BF2569D4B6C1DA7F1A4683A481403BD872FC687266AD13265C1DE7C373772FD8728ABDD69ADD03BFF5BE2862BC891DBB79EEBC94C9DFDC16E046D6941B99547B168C9310459A6A36518BEA3402FB7A878504F0D6FA8AE2C1ACFBFE35F9F679CA70F919E73C0EC9AE042"/>
          <p:cNvSpPr/>
          <p:nvPr/>
        </p:nvSpPr>
        <p:spPr>
          <a:xfrm flipH="1">
            <a:off x="1699075" y="651829"/>
            <a:ext cx="237105" cy="237105"/>
          </a:xfrm>
          <a:prstGeom prst="ellipse">
            <a:avLst/>
          </a:prstGeom>
          <a:solidFill>
            <a:schemeClr val="bg1"/>
          </a:solidFill>
          <a:ln>
            <a:noFill/>
          </a:ln>
          <a:effectLst>
            <a:outerShdw blurRad="254000" dist="2540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CN" altLang="en-US">
              <a:solidFill>
                <a:schemeClr val="lt1"/>
              </a:solidFill>
            </a:endParaRPr>
          </a:p>
        </p:txBody>
      </p:sp>
      <p:sp>
        <p:nvSpPr>
          <p:cNvPr id="49" name="椭圆 48" descr="e7d195523061f1c09e9d68d7cf438b91ef959ecb14fc25d26BBA7F7DBC18E55DFF4014AF651F0BF2569D4B6C1DA7F1A4683A481403BD872FC687266AD13265C1DE7C373772FD8728ABDD69ADD03BFF5BE2862BC891DBB79EEBC94C9DFDC16E046D6941B99547B168C9310459A6A36518BEA3402FB7A878504F0D6FA8AE2C1ACFBFE35F9F679CA70F919E73C0EC9AE042"/>
          <p:cNvSpPr/>
          <p:nvPr/>
        </p:nvSpPr>
        <p:spPr>
          <a:xfrm flipH="1">
            <a:off x="7811685" y="4632510"/>
            <a:ext cx="237105" cy="237105"/>
          </a:xfrm>
          <a:prstGeom prst="ellipse">
            <a:avLst/>
          </a:prstGeom>
          <a:solidFill>
            <a:schemeClr val="bg1"/>
          </a:solidFill>
          <a:ln>
            <a:noFill/>
          </a:ln>
          <a:effectLst>
            <a:outerShdw blurRad="254000" dist="2540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CN" altLang="en-US">
              <a:solidFill>
                <a:schemeClr val="lt1"/>
              </a:solidFill>
            </a:endParaRPr>
          </a:p>
        </p:txBody>
      </p:sp>
      <p:sp>
        <p:nvSpPr>
          <p:cNvPr id="50" name="椭圆 49" descr="e7d195523061f1c09e9d68d7cf438b91ef959ecb14fc25d26BBA7F7DBC18E55DFF4014AF651F0BF2569D4B6C1DA7F1A4683A481403BD872FC687266AD13265C1DE7C373772FD8728ABDD69ADD03BFF5BE2862BC891DBB79EEBC94C9DFDC16E046D6941B99547B168C9310459A6A36518BEA3402FB7A878504F0D6FA8AE2C1ACFBFE35F9F679CA70F919E73C0EC9AE042"/>
          <p:cNvSpPr/>
          <p:nvPr/>
        </p:nvSpPr>
        <p:spPr>
          <a:xfrm flipH="1">
            <a:off x="8853019" y="4030370"/>
            <a:ext cx="182316" cy="182316"/>
          </a:xfrm>
          <a:prstGeom prst="ellipse">
            <a:avLst/>
          </a:prstGeom>
          <a:solidFill>
            <a:schemeClr val="bg1"/>
          </a:solidFill>
          <a:ln>
            <a:noFill/>
          </a:ln>
          <a:effectLst>
            <a:outerShdw blurRad="254000" dist="2540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CN" altLang="en-US">
              <a:solidFill>
                <a:schemeClr val="lt1"/>
              </a:solidFill>
            </a:endParaRPr>
          </a:p>
        </p:txBody>
      </p:sp>
      <p:sp>
        <p:nvSpPr>
          <p:cNvPr id="51" name="矩形 50" descr="e7d195523061f1c09e9d68d7cf438b91ef959ecb14fc25d26BBA7F7DBC18E55DFF4014AF651F0BF2569D4B6C1DA7F1A4683A481403BD872FC687266AD13265C1DE7C373772FD8728ABDD69ADD03BFF5BE2862BC891DBB79E18FD61712FE23F67B60ED145344A5F6796FDB0D6E7341B73A4E64E1B81AE0A4EA80BC639DEFCC56FBB1C8095BD40FB585CB21CB06B382855"/>
          <p:cNvSpPr/>
          <p:nvPr/>
        </p:nvSpPr>
        <p:spPr>
          <a:xfrm>
            <a:off x="1715772" y="1407647"/>
            <a:ext cx="6891515" cy="1346907"/>
          </a:xfrm>
          <a:prstGeom prst="rect">
            <a:avLst/>
          </a:prstGeom>
        </p:spPr>
        <p:txBody>
          <a:bodyPr wrap="square">
            <a:spAutoFit/>
          </a:bodyPr>
          <a:lstStyle/>
          <a:p>
            <a:pPr>
              <a:lnSpc>
                <a:spcPct val="150000"/>
              </a:lnSpc>
            </a:pPr>
            <a:r>
              <a:rPr lang="zh-CN" altLang="zh-CN" sz="1400" dirty="0" smtClean="0"/>
              <a:t>同时</a:t>
            </a:r>
            <a:r>
              <a:rPr lang="en-US" altLang="zh-CN" sz="1400" dirty="0" smtClean="0"/>
              <a:t>JC</a:t>
            </a:r>
            <a:r>
              <a:rPr lang="zh-CN" altLang="zh-CN" sz="1400" dirty="0" smtClean="0"/>
              <a:t>的</a:t>
            </a:r>
            <a:r>
              <a:rPr lang="en-US" altLang="zh-CN" sz="1400" dirty="0" smtClean="0"/>
              <a:t>Ranking Score</a:t>
            </a:r>
            <a:r>
              <a:rPr lang="zh-CN" altLang="zh-CN" sz="1400" dirty="0" smtClean="0"/>
              <a:t>值明显高于</a:t>
            </a:r>
            <a:r>
              <a:rPr lang="en-US" altLang="zh-CN" sz="1400" dirty="0" smtClean="0"/>
              <a:t>PA</a:t>
            </a:r>
            <a:r>
              <a:rPr lang="zh-CN" altLang="zh-CN" sz="1400" dirty="0" smtClean="0"/>
              <a:t>的</a:t>
            </a:r>
            <a:r>
              <a:rPr lang="en-US" altLang="zh-CN" sz="1400" dirty="0" smtClean="0"/>
              <a:t>Ranking Score</a:t>
            </a:r>
            <a:r>
              <a:rPr lang="zh-CN" altLang="zh-CN" sz="1400" dirty="0" smtClean="0"/>
              <a:t>值，但</a:t>
            </a:r>
            <a:r>
              <a:rPr lang="en-US" altLang="zh-CN" sz="1400" dirty="0" smtClean="0"/>
              <a:t>PA</a:t>
            </a:r>
            <a:r>
              <a:rPr lang="zh-CN" altLang="zh-CN" sz="1400" dirty="0" smtClean="0"/>
              <a:t>的</a:t>
            </a:r>
            <a:r>
              <a:rPr lang="en-US" altLang="zh-CN" sz="1400" dirty="0" smtClean="0"/>
              <a:t>Ranking Score</a:t>
            </a:r>
            <a:r>
              <a:rPr lang="zh-CN" altLang="zh-CN" sz="1400" dirty="0" smtClean="0"/>
              <a:t>值和变化趋势与</a:t>
            </a:r>
            <a:r>
              <a:rPr lang="en-US" altLang="zh-CN" sz="1400" dirty="0" smtClean="0"/>
              <a:t>CN</a:t>
            </a:r>
            <a:r>
              <a:rPr lang="zh-CN" altLang="zh-CN" sz="1400" dirty="0" smtClean="0"/>
              <a:t>、</a:t>
            </a:r>
            <a:r>
              <a:rPr lang="en-US" altLang="zh-CN" sz="1400" dirty="0" smtClean="0"/>
              <a:t>AA</a:t>
            </a:r>
            <a:r>
              <a:rPr lang="zh-CN" altLang="zh-CN" sz="1400" dirty="0" smtClean="0"/>
              <a:t>、</a:t>
            </a:r>
            <a:r>
              <a:rPr lang="en-US" altLang="zh-CN" sz="1400" dirty="0" smtClean="0"/>
              <a:t>RA</a:t>
            </a:r>
            <a:r>
              <a:rPr lang="zh-CN" altLang="zh-CN" sz="1400" dirty="0" smtClean="0"/>
              <a:t>的</a:t>
            </a:r>
            <a:r>
              <a:rPr lang="en-US" altLang="zh-CN" sz="1400" dirty="0" smtClean="0"/>
              <a:t>Ranking Score</a:t>
            </a:r>
            <a:r>
              <a:rPr lang="zh-CN" altLang="zh-CN" sz="1400" dirty="0" smtClean="0"/>
              <a:t>值和变化趋势是基本一致的。这说明了贸易伙伴和共同贸易伙伴都是影响两个国家之间原油贸易关系的重要因素，但是共同贸易伙伴占国家所有贸易关系的比例不是影响国际原油贸易关系的重要因素。</a:t>
            </a:r>
            <a:endParaRPr lang="en-US" altLang="zh-CN" sz="1400" dirty="0">
              <a:solidFill>
                <a:schemeClr val="tx1">
                  <a:lumMod val="85000"/>
                  <a:lumOff val="15000"/>
                </a:schemeClr>
              </a:solidFill>
              <a:latin typeface="+mj-ea"/>
              <a:ea typeface="+mj-ea"/>
            </a:endParaRPr>
          </a:p>
        </p:txBody>
      </p:sp>
      <p:sp>
        <p:nvSpPr>
          <p:cNvPr id="54" name="Freeform 5"/>
          <p:cNvSpPr/>
          <p:nvPr/>
        </p:nvSpPr>
        <p:spPr bwMode="auto">
          <a:xfrm>
            <a:off x="499414" y="685494"/>
            <a:ext cx="1385668" cy="1249333"/>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solidFill>
            <a:schemeClr val="accent1"/>
          </a:solidFill>
          <a:ln>
            <a:noFill/>
          </a:ln>
          <a:effectLst>
            <a:outerShdw blurRad="254000" dist="2540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CN" altLang="en-US">
              <a:solidFill>
                <a:schemeClr val="lt1"/>
              </a:solidFill>
            </a:endParaRPr>
          </a:p>
        </p:txBody>
      </p:sp>
      <p:sp>
        <p:nvSpPr>
          <p:cNvPr id="56" name="Freeform 5"/>
          <p:cNvSpPr/>
          <p:nvPr/>
        </p:nvSpPr>
        <p:spPr bwMode="auto">
          <a:xfrm>
            <a:off x="8125666" y="4102183"/>
            <a:ext cx="811279" cy="731459"/>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solidFill>
            <a:schemeClr val="accent1"/>
          </a:solidFill>
          <a:ln>
            <a:noFill/>
          </a:ln>
          <a:effectLst>
            <a:outerShdw blurRad="254000" dist="2540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CN" altLang="en-US"/>
          </a:p>
        </p:txBody>
      </p:sp>
      <p:sp>
        <p:nvSpPr>
          <p:cNvPr id="19" name="矩形 18"/>
          <p:cNvSpPr/>
          <p:nvPr/>
        </p:nvSpPr>
        <p:spPr>
          <a:xfrm>
            <a:off x="1799895" y="781752"/>
            <a:ext cx="4021422" cy="369332"/>
          </a:xfrm>
          <a:prstGeom prst="rect">
            <a:avLst/>
          </a:prstGeom>
        </p:spPr>
        <p:txBody>
          <a:bodyPr wrap="none">
            <a:spAutoFit/>
          </a:bodyPr>
          <a:lstStyle/>
          <a:p>
            <a:r>
              <a:rPr lang="zh-CN" altLang="zh-CN" sz="1800" dirty="0" smtClean="0"/>
              <a:t>常用相似度方法的</a:t>
            </a:r>
            <a:r>
              <a:rPr lang="en-US" altLang="zh-CN" sz="1800" dirty="0" smtClean="0"/>
              <a:t>Ranking Score</a:t>
            </a:r>
            <a:r>
              <a:rPr lang="zh-CN" altLang="zh-CN" sz="1800" dirty="0" smtClean="0"/>
              <a:t>值对比</a:t>
            </a:r>
            <a:endParaRPr lang="zh-CN" altLang="en-US" sz="1800" dirty="0"/>
          </a:p>
        </p:txBody>
      </p:sp>
      <p:pic>
        <p:nvPicPr>
          <p:cNvPr id="20" name="图片 19" descr="E:\PycharmProjects\Newcomtrade\finalresult\order\Compare.png"/>
          <p:cNvPicPr/>
          <p:nvPr/>
        </p:nvPicPr>
        <p:blipFill>
          <a:blip r:embed="rId3" cstate="print"/>
          <a:srcRect/>
          <a:stretch>
            <a:fillRect/>
          </a:stretch>
        </p:blipFill>
        <p:spPr bwMode="auto">
          <a:xfrm>
            <a:off x="1011099" y="2922104"/>
            <a:ext cx="5777327" cy="1669165"/>
          </a:xfrm>
          <a:prstGeom prst="rect">
            <a:avLst/>
          </a:prstGeom>
          <a:noFill/>
          <a:ln w="9525">
            <a:noFill/>
            <a:miter lim="800000"/>
            <a:headEnd/>
            <a:tailEnd/>
          </a:ln>
        </p:spPr>
      </p:pic>
    </p:spTree>
    <p:extLst>
      <p:ext uri="{BB962C8B-B14F-4D97-AF65-F5344CB8AC3E}">
        <p14:creationId xmlns="" xmlns:p14="http://schemas.microsoft.com/office/powerpoint/2010/main" val="1637391492"/>
      </p:ext>
    </p:extLst>
  </p:cSld>
  <p:clrMapOvr>
    <a:masterClrMapping/>
  </p:clrMapOvr>
  <mc:AlternateContent xmlns:mc="http://schemas.openxmlformats.org/markup-compatibility/2006">
    <mc:Choice xmlns="" xmlns:p14="http://schemas.microsoft.com/office/powerpoint/2010/main" Requires="p14">
      <p:transition spd="slow" p14:dur="1600">
        <p14:conveyor dir="l"/>
      </p:transition>
    </mc:Choice>
    <mc:Fallback>
      <p:transition spd="slow">
        <p:fade/>
      </p:transition>
    </mc:Fallback>
  </mc:AlternateContent>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4" name="圆角矩形 43" descr="e7d195523061f1c09e9d68d7cf438b91ef959ecb14fc25d26BBA7F7DBC18E55DFF4014AF651F0BF2569D4B6C1DA7F1A4683A481403BD872FC687266AD13265C1DE7C373772FD8728ABDD69ADD03BFF5BE2862BC891DBB79EEBC94C9DFDC16E046D6941B99547B168C9310459A6A36518BEA3402FB7A878504F0D6FA8AE2C1ACFBFE35F9F679CA70F919E73C0EC9AE042"/>
          <p:cNvSpPr/>
          <p:nvPr/>
        </p:nvSpPr>
        <p:spPr>
          <a:xfrm>
            <a:off x="1007789" y="1175636"/>
            <a:ext cx="7680931" cy="3393917"/>
          </a:xfrm>
          <a:prstGeom prst="roundRect">
            <a:avLst/>
          </a:prstGeom>
          <a:solidFill>
            <a:schemeClr val="bg1"/>
          </a:solidFill>
          <a:ln>
            <a:noFill/>
          </a:ln>
          <a:effectLst>
            <a:outerShdw blurRad="254000" dist="2540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CN" altLang="en-US"/>
          </a:p>
        </p:txBody>
      </p:sp>
      <p:sp>
        <p:nvSpPr>
          <p:cNvPr id="45" name="椭圆 44" descr="e7d195523061f1c09e9d68d7cf438b91ef959ecb14fc25d26BBA7F7DBC18E55DFF4014AF651F0BF2569D4B6C1DA7F1A4683A481403BD872FC687266AD13265C1DE7C373772FD8728ABDD69ADD03BFF5BE2862BC891DBB79EEBC94C9DFDC16E046D6941B99547B168C9310459A6A36518BEA3402FB7A878504F0D6FA8AE2C1ACFBFE35F9F679CA70F919E73C0EC9AE042"/>
          <p:cNvSpPr/>
          <p:nvPr/>
        </p:nvSpPr>
        <p:spPr>
          <a:xfrm flipH="1">
            <a:off x="121466" y="1611623"/>
            <a:ext cx="485930" cy="485932"/>
          </a:xfrm>
          <a:prstGeom prst="ellipse">
            <a:avLst/>
          </a:prstGeom>
          <a:solidFill>
            <a:schemeClr val="bg1"/>
          </a:solidFill>
          <a:ln>
            <a:noFill/>
          </a:ln>
          <a:effectLst>
            <a:outerShdw blurRad="254000" dist="2540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CN" altLang="en-US">
              <a:solidFill>
                <a:schemeClr val="lt1"/>
              </a:solidFill>
            </a:endParaRPr>
          </a:p>
        </p:txBody>
      </p:sp>
      <p:sp>
        <p:nvSpPr>
          <p:cNvPr id="47" name="椭圆 46" descr="e7d195523061f1c09e9d68d7cf438b91ef959ecb14fc25d26BBA7F7DBC18E55DFF4014AF651F0BF2569D4B6C1DA7F1A4683A481403BD872FC687266AD13265C1DE7C373772FD8728ABDD69ADD03BFF5BE2862BC891DBB79EEBC94C9DFDC16E046D6941B99547B168C9310459A6A36518BEA3402FB7A878504F0D6FA8AE2C1ACFBFE35F9F679CA70F919E73C0EC9AE042"/>
          <p:cNvSpPr/>
          <p:nvPr/>
        </p:nvSpPr>
        <p:spPr>
          <a:xfrm flipH="1">
            <a:off x="108664" y="1004194"/>
            <a:ext cx="237105" cy="237105"/>
          </a:xfrm>
          <a:prstGeom prst="ellipse">
            <a:avLst/>
          </a:prstGeom>
          <a:solidFill>
            <a:schemeClr val="accent1"/>
          </a:solidFill>
          <a:ln>
            <a:noFill/>
          </a:ln>
          <a:effectLst>
            <a:outerShdw blurRad="254000" dist="2540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CN" altLang="en-US"/>
          </a:p>
        </p:txBody>
      </p:sp>
      <p:sp>
        <p:nvSpPr>
          <p:cNvPr id="48" name="椭圆 47" descr="e7d195523061f1c09e9d68d7cf438b91ef959ecb14fc25d26BBA7F7DBC18E55DFF4014AF651F0BF2569D4B6C1DA7F1A4683A481403BD872FC687266AD13265C1DE7C373772FD8728ABDD69ADD03BFF5BE2862BC891DBB79EEBC94C9DFDC16E046D6941B99547B168C9310459A6A36518BEA3402FB7A878504F0D6FA8AE2C1ACFBFE35F9F679CA70F919E73C0EC9AE042"/>
          <p:cNvSpPr/>
          <p:nvPr/>
        </p:nvSpPr>
        <p:spPr>
          <a:xfrm flipH="1">
            <a:off x="1699075" y="651829"/>
            <a:ext cx="237105" cy="237105"/>
          </a:xfrm>
          <a:prstGeom prst="ellipse">
            <a:avLst/>
          </a:prstGeom>
          <a:solidFill>
            <a:schemeClr val="bg1"/>
          </a:solidFill>
          <a:ln>
            <a:noFill/>
          </a:ln>
          <a:effectLst>
            <a:outerShdw blurRad="254000" dist="2540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CN" altLang="en-US">
              <a:solidFill>
                <a:schemeClr val="lt1"/>
              </a:solidFill>
            </a:endParaRPr>
          </a:p>
        </p:txBody>
      </p:sp>
      <p:sp>
        <p:nvSpPr>
          <p:cNvPr id="49" name="椭圆 48" descr="e7d195523061f1c09e9d68d7cf438b91ef959ecb14fc25d26BBA7F7DBC18E55DFF4014AF651F0BF2569D4B6C1DA7F1A4683A481403BD872FC687266AD13265C1DE7C373772FD8728ABDD69ADD03BFF5BE2862BC891DBB79EEBC94C9DFDC16E046D6941B99547B168C9310459A6A36518BEA3402FB7A878504F0D6FA8AE2C1ACFBFE35F9F679CA70F919E73C0EC9AE042"/>
          <p:cNvSpPr/>
          <p:nvPr/>
        </p:nvSpPr>
        <p:spPr>
          <a:xfrm flipH="1">
            <a:off x="7811685" y="4632510"/>
            <a:ext cx="237105" cy="237105"/>
          </a:xfrm>
          <a:prstGeom prst="ellipse">
            <a:avLst/>
          </a:prstGeom>
          <a:solidFill>
            <a:schemeClr val="bg1"/>
          </a:solidFill>
          <a:ln>
            <a:noFill/>
          </a:ln>
          <a:effectLst>
            <a:outerShdw blurRad="254000" dist="2540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CN" altLang="en-US">
              <a:solidFill>
                <a:schemeClr val="lt1"/>
              </a:solidFill>
            </a:endParaRPr>
          </a:p>
        </p:txBody>
      </p:sp>
      <p:sp>
        <p:nvSpPr>
          <p:cNvPr id="50" name="椭圆 49" descr="e7d195523061f1c09e9d68d7cf438b91ef959ecb14fc25d26BBA7F7DBC18E55DFF4014AF651F0BF2569D4B6C1DA7F1A4683A481403BD872FC687266AD13265C1DE7C373772FD8728ABDD69ADD03BFF5BE2862BC891DBB79EEBC94C9DFDC16E046D6941B99547B168C9310459A6A36518BEA3402FB7A878504F0D6FA8AE2C1ACFBFE35F9F679CA70F919E73C0EC9AE042"/>
          <p:cNvSpPr/>
          <p:nvPr/>
        </p:nvSpPr>
        <p:spPr>
          <a:xfrm flipH="1">
            <a:off x="8853019" y="4030370"/>
            <a:ext cx="182316" cy="182316"/>
          </a:xfrm>
          <a:prstGeom prst="ellipse">
            <a:avLst/>
          </a:prstGeom>
          <a:solidFill>
            <a:schemeClr val="bg1"/>
          </a:solidFill>
          <a:ln>
            <a:noFill/>
          </a:ln>
          <a:effectLst>
            <a:outerShdw blurRad="254000" dist="2540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CN" altLang="en-US">
              <a:solidFill>
                <a:schemeClr val="lt1"/>
              </a:solidFill>
            </a:endParaRPr>
          </a:p>
        </p:txBody>
      </p:sp>
      <p:sp>
        <p:nvSpPr>
          <p:cNvPr id="54" name="Freeform 5"/>
          <p:cNvSpPr/>
          <p:nvPr/>
        </p:nvSpPr>
        <p:spPr bwMode="auto">
          <a:xfrm>
            <a:off x="499414" y="685494"/>
            <a:ext cx="1385668" cy="1249333"/>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solidFill>
            <a:schemeClr val="accent1"/>
          </a:solidFill>
          <a:ln>
            <a:noFill/>
          </a:ln>
          <a:effectLst>
            <a:outerShdw blurRad="254000" dist="2540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CN" altLang="en-US">
              <a:solidFill>
                <a:schemeClr val="lt1"/>
              </a:solidFill>
            </a:endParaRPr>
          </a:p>
        </p:txBody>
      </p:sp>
      <p:sp>
        <p:nvSpPr>
          <p:cNvPr id="56" name="Freeform 5"/>
          <p:cNvSpPr/>
          <p:nvPr/>
        </p:nvSpPr>
        <p:spPr bwMode="auto">
          <a:xfrm>
            <a:off x="8125666" y="4102183"/>
            <a:ext cx="811279" cy="731459"/>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solidFill>
            <a:schemeClr val="accent1"/>
          </a:solidFill>
          <a:ln>
            <a:noFill/>
          </a:ln>
          <a:effectLst>
            <a:outerShdw blurRad="254000" dist="2540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CN" altLang="en-US"/>
          </a:p>
        </p:txBody>
      </p:sp>
      <p:sp>
        <p:nvSpPr>
          <p:cNvPr id="19" name="矩形 18"/>
          <p:cNvSpPr/>
          <p:nvPr/>
        </p:nvSpPr>
        <p:spPr>
          <a:xfrm>
            <a:off x="1859529" y="781752"/>
            <a:ext cx="1569660" cy="369332"/>
          </a:xfrm>
          <a:prstGeom prst="rect">
            <a:avLst/>
          </a:prstGeom>
        </p:spPr>
        <p:txBody>
          <a:bodyPr wrap="none">
            <a:spAutoFit/>
          </a:bodyPr>
          <a:lstStyle/>
          <a:p>
            <a:r>
              <a:rPr lang="zh-CN" altLang="en-US" sz="1800" dirty="0" smtClean="0"/>
              <a:t>时间近因分析</a:t>
            </a:r>
            <a:endParaRPr lang="zh-CN" altLang="en-US" sz="1800" dirty="0"/>
          </a:p>
        </p:txBody>
      </p:sp>
      <p:pic>
        <p:nvPicPr>
          <p:cNvPr id="13" name="图片 12" descr="E:\PycharmProjects\Newcomtrade\finalresult\CompareCN.png"/>
          <p:cNvPicPr/>
          <p:nvPr/>
        </p:nvPicPr>
        <p:blipFill>
          <a:blip r:embed="rId3" cstate="print"/>
          <a:srcRect/>
          <a:stretch>
            <a:fillRect/>
          </a:stretch>
        </p:blipFill>
        <p:spPr bwMode="auto">
          <a:xfrm>
            <a:off x="3463840" y="149088"/>
            <a:ext cx="5680160" cy="1490260"/>
          </a:xfrm>
          <a:prstGeom prst="rect">
            <a:avLst/>
          </a:prstGeom>
          <a:noFill/>
          <a:ln w="9525">
            <a:noFill/>
            <a:miter lim="800000"/>
            <a:headEnd/>
            <a:tailEnd/>
          </a:ln>
        </p:spPr>
      </p:pic>
      <p:sp>
        <p:nvSpPr>
          <p:cNvPr id="14" name="矩形 13" descr="e7d195523061f1c09e9d68d7cf438b91ef959ecb14fc25d26BBA7F7DBC18E55DFF4014AF651F0BF2569D4B6C1DA7F1A4683A481403BD872FC687266AD13265C1DE7C373772FD8728ABDD69ADD03BFF5BE2862BC891DBB79E18FD61712FE23F67B60ED145344A5F6796FDB0D6E7341B73A4E64E1B81AE0A4EA80BC639DEFCC56FBB1C8095BD40FB585CB21CB06B382855"/>
          <p:cNvSpPr/>
          <p:nvPr/>
        </p:nvSpPr>
        <p:spPr>
          <a:xfrm>
            <a:off x="1447416" y="1656126"/>
            <a:ext cx="6891515" cy="2639569"/>
          </a:xfrm>
          <a:prstGeom prst="rect">
            <a:avLst/>
          </a:prstGeom>
        </p:spPr>
        <p:txBody>
          <a:bodyPr wrap="square">
            <a:spAutoFit/>
          </a:bodyPr>
          <a:lstStyle/>
          <a:p>
            <a:pPr>
              <a:lnSpc>
                <a:spcPct val="150000"/>
              </a:lnSpc>
            </a:pPr>
            <a:r>
              <a:rPr lang="zh-CN" altLang="zh-CN" sz="1400" dirty="0" smtClean="0"/>
              <a:t>从节点近因的方面可以看到，结合节点近因的相似度方法的黑色折线和绿色折线与原方法的红色折线非常接近，说明节点近因对于相似度度量方法的优化很小。这说明在目标国际原油贸易网络中，节点活跃度低，节点的活跃度对于节点对之间连边的影响很小。这可能有两方面的原因，一是国际贸易相对稳定，在国际原油贸易中卖方、买方相对稳定，各国政府为了规避风险会维持己方的贸易关系，整体的节点活跃度较低，所以加入节点活跃度对相似度算法的优化较为微弱。二是国际贸易网络中出现节点度的变化的节点，度的变化对其共同邻居的影响小，所以没有影响到节点对之间的潜在联系。</a:t>
            </a:r>
            <a:endParaRPr lang="en-US" altLang="zh-CN" sz="1400" dirty="0">
              <a:solidFill>
                <a:schemeClr val="tx1">
                  <a:lumMod val="85000"/>
                  <a:lumOff val="15000"/>
                </a:schemeClr>
              </a:solidFill>
              <a:latin typeface="+mj-ea"/>
              <a:ea typeface="+mj-ea"/>
            </a:endParaRPr>
          </a:p>
        </p:txBody>
      </p:sp>
    </p:spTree>
    <p:extLst>
      <p:ext uri="{BB962C8B-B14F-4D97-AF65-F5344CB8AC3E}">
        <p14:creationId xmlns="" xmlns:p14="http://schemas.microsoft.com/office/powerpoint/2010/main" val="1637391492"/>
      </p:ext>
    </p:extLst>
  </p:cSld>
  <p:clrMapOvr>
    <a:masterClrMapping/>
  </p:clrMapOvr>
  <mc:AlternateContent xmlns:mc="http://schemas.openxmlformats.org/markup-compatibility/2006">
    <mc:Choice xmlns="" xmlns:p14="http://schemas.microsoft.com/office/powerpoint/2010/main" Requires="p14">
      <p:transition spd="slow" p14:dur="1600">
        <p14:conveyor dir="l"/>
      </p:transition>
    </mc:Choice>
    <mc:Fallback>
      <p:transition spd="slow">
        <p:fade/>
      </p:transition>
    </mc:Fallback>
  </mc:AlternateContent>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4" name="圆角矩形 43" descr="e7d195523061f1c09e9d68d7cf438b91ef959ecb14fc25d26BBA7F7DBC18E55DFF4014AF651F0BF2569D4B6C1DA7F1A4683A481403BD872FC687266AD13265C1DE7C373772FD8728ABDD69ADD03BFF5BE2862BC891DBB79EEBC94C9DFDC16E046D6941B99547B168C9310459A6A36518BEA3402FB7A878504F0D6FA8AE2C1ACFBFE35F9F679CA70F919E73C0EC9AE042"/>
          <p:cNvSpPr/>
          <p:nvPr/>
        </p:nvSpPr>
        <p:spPr>
          <a:xfrm>
            <a:off x="1007789" y="1175636"/>
            <a:ext cx="7680931" cy="3393917"/>
          </a:xfrm>
          <a:prstGeom prst="roundRect">
            <a:avLst/>
          </a:prstGeom>
          <a:solidFill>
            <a:schemeClr val="bg1"/>
          </a:solidFill>
          <a:ln>
            <a:noFill/>
          </a:ln>
          <a:effectLst>
            <a:outerShdw blurRad="254000" dist="2540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CN" altLang="en-US"/>
          </a:p>
        </p:txBody>
      </p:sp>
      <p:sp>
        <p:nvSpPr>
          <p:cNvPr id="45" name="椭圆 44" descr="e7d195523061f1c09e9d68d7cf438b91ef959ecb14fc25d26BBA7F7DBC18E55DFF4014AF651F0BF2569D4B6C1DA7F1A4683A481403BD872FC687266AD13265C1DE7C373772FD8728ABDD69ADD03BFF5BE2862BC891DBB79EEBC94C9DFDC16E046D6941B99547B168C9310459A6A36518BEA3402FB7A878504F0D6FA8AE2C1ACFBFE35F9F679CA70F919E73C0EC9AE042"/>
          <p:cNvSpPr/>
          <p:nvPr/>
        </p:nvSpPr>
        <p:spPr>
          <a:xfrm flipH="1">
            <a:off x="121466" y="1611623"/>
            <a:ext cx="485930" cy="485932"/>
          </a:xfrm>
          <a:prstGeom prst="ellipse">
            <a:avLst/>
          </a:prstGeom>
          <a:solidFill>
            <a:schemeClr val="bg1"/>
          </a:solidFill>
          <a:ln>
            <a:noFill/>
          </a:ln>
          <a:effectLst>
            <a:outerShdw blurRad="254000" dist="2540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CN" altLang="en-US">
              <a:solidFill>
                <a:schemeClr val="lt1"/>
              </a:solidFill>
            </a:endParaRPr>
          </a:p>
        </p:txBody>
      </p:sp>
      <p:sp>
        <p:nvSpPr>
          <p:cNvPr id="47" name="椭圆 46" descr="e7d195523061f1c09e9d68d7cf438b91ef959ecb14fc25d26BBA7F7DBC18E55DFF4014AF651F0BF2569D4B6C1DA7F1A4683A481403BD872FC687266AD13265C1DE7C373772FD8728ABDD69ADD03BFF5BE2862BC891DBB79EEBC94C9DFDC16E046D6941B99547B168C9310459A6A36518BEA3402FB7A878504F0D6FA8AE2C1ACFBFE35F9F679CA70F919E73C0EC9AE042"/>
          <p:cNvSpPr/>
          <p:nvPr/>
        </p:nvSpPr>
        <p:spPr>
          <a:xfrm flipH="1">
            <a:off x="108664" y="1004194"/>
            <a:ext cx="237105" cy="237105"/>
          </a:xfrm>
          <a:prstGeom prst="ellipse">
            <a:avLst/>
          </a:prstGeom>
          <a:solidFill>
            <a:schemeClr val="accent1"/>
          </a:solidFill>
          <a:ln>
            <a:noFill/>
          </a:ln>
          <a:effectLst>
            <a:outerShdw blurRad="254000" dist="2540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CN" altLang="en-US"/>
          </a:p>
        </p:txBody>
      </p:sp>
      <p:sp>
        <p:nvSpPr>
          <p:cNvPr id="48" name="椭圆 47" descr="e7d195523061f1c09e9d68d7cf438b91ef959ecb14fc25d26BBA7F7DBC18E55DFF4014AF651F0BF2569D4B6C1DA7F1A4683A481403BD872FC687266AD13265C1DE7C373772FD8728ABDD69ADD03BFF5BE2862BC891DBB79EEBC94C9DFDC16E046D6941B99547B168C9310459A6A36518BEA3402FB7A878504F0D6FA8AE2C1ACFBFE35F9F679CA70F919E73C0EC9AE042"/>
          <p:cNvSpPr/>
          <p:nvPr/>
        </p:nvSpPr>
        <p:spPr>
          <a:xfrm flipH="1">
            <a:off x="1699075" y="651829"/>
            <a:ext cx="237105" cy="237105"/>
          </a:xfrm>
          <a:prstGeom prst="ellipse">
            <a:avLst/>
          </a:prstGeom>
          <a:solidFill>
            <a:schemeClr val="bg1"/>
          </a:solidFill>
          <a:ln>
            <a:noFill/>
          </a:ln>
          <a:effectLst>
            <a:outerShdw blurRad="254000" dist="2540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CN" altLang="en-US">
              <a:solidFill>
                <a:schemeClr val="lt1"/>
              </a:solidFill>
            </a:endParaRPr>
          </a:p>
        </p:txBody>
      </p:sp>
      <p:sp>
        <p:nvSpPr>
          <p:cNvPr id="49" name="椭圆 48" descr="e7d195523061f1c09e9d68d7cf438b91ef959ecb14fc25d26BBA7F7DBC18E55DFF4014AF651F0BF2569D4B6C1DA7F1A4683A481403BD872FC687266AD13265C1DE7C373772FD8728ABDD69ADD03BFF5BE2862BC891DBB79EEBC94C9DFDC16E046D6941B99547B168C9310459A6A36518BEA3402FB7A878504F0D6FA8AE2C1ACFBFE35F9F679CA70F919E73C0EC9AE042"/>
          <p:cNvSpPr/>
          <p:nvPr/>
        </p:nvSpPr>
        <p:spPr>
          <a:xfrm flipH="1">
            <a:off x="7811685" y="4632510"/>
            <a:ext cx="237105" cy="237105"/>
          </a:xfrm>
          <a:prstGeom prst="ellipse">
            <a:avLst/>
          </a:prstGeom>
          <a:solidFill>
            <a:schemeClr val="bg1"/>
          </a:solidFill>
          <a:ln>
            <a:noFill/>
          </a:ln>
          <a:effectLst>
            <a:outerShdw blurRad="254000" dist="2540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CN" altLang="en-US">
              <a:solidFill>
                <a:schemeClr val="lt1"/>
              </a:solidFill>
            </a:endParaRPr>
          </a:p>
        </p:txBody>
      </p:sp>
      <p:sp>
        <p:nvSpPr>
          <p:cNvPr id="50" name="椭圆 49" descr="e7d195523061f1c09e9d68d7cf438b91ef959ecb14fc25d26BBA7F7DBC18E55DFF4014AF651F0BF2569D4B6C1DA7F1A4683A481403BD872FC687266AD13265C1DE7C373772FD8728ABDD69ADD03BFF5BE2862BC891DBB79EEBC94C9DFDC16E046D6941B99547B168C9310459A6A36518BEA3402FB7A878504F0D6FA8AE2C1ACFBFE35F9F679CA70F919E73C0EC9AE042"/>
          <p:cNvSpPr/>
          <p:nvPr/>
        </p:nvSpPr>
        <p:spPr>
          <a:xfrm flipH="1">
            <a:off x="8853019" y="4030370"/>
            <a:ext cx="182316" cy="182316"/>
          </a:xfrm>
          <a:prstGeom prst="ellipse">
            <a:avLst/>
          </a:prstGeom>
          <a:solidFill>
            <a:schemeClr val="bg1"/>
          </a:solidFill>
          <a:ln>
            <a:noFill/>
          </a:ln>
          <a:effectLst>
            <a:outerShdw blurRad="254000" dist="2540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CN" altLang="en-US">
              <a:solidFill>
                <a:schemeClr val="lt1"/>
              </a:solidFill>
            </a:endParaRPr>
          </a:p>
        </p:txBody>
      </p:sp>
      <p:sp>
        <p:nvSpPr>
          <p:cNvPr id="54" name="Freeform 5"/>
          <p:cNvSpPr/>
          <p:nvPr/>
        </p:nvSpPr>
        <p:spPr bwMode="auto">
          <a:xfrm>
            <a:off x="499414" y="685494"/>
            <a:ext cx="1385668" cy="1249333"/>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solidFill>
            <a:schemeClr val="accent1"/>
          </a:solidFill>
          <a:ln>
            <a:noFill/>
          </a:ln>
          <a:effectLst>
            <a:outerShdw blurRad="254000" dist="2540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CN" altLang="en-US">
              <a:solidFill>
                <a:schemeClr val="lt1"/>
              </a:solidFill>
            </a:endParaRPr>
          </a:p>
        </p:txBody>
      </p:sp>
      <p:sp>
        <p:nvSpPr>
          <p:cNvPr id="56" name="Freeform 5"/>
          <p:cNvSpPr/>
          <p:nvPr/>
        </p:nvSpPr>
        <p:spPr bwMode="auto">
          <a:xfrm>
            <a:off x="8125666" y="4102183"/>
            <a:ext cx="811279" cy="731459"/>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solidFill>
            <a:schemeClr val="accent1"/>
          </a:solidFill>
          <a:ln>
            <a:noFill/>
          </a:ln>
          <a:effectLst>
            <a:outerShdw blurRad="254000" dist="2540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CN" altLang="en-US"/>
          </a:p>
        </p:txBody>
      </p:sp>
      <p:sp>
        <p:nvSpPr>
          <p:cNvPr id="19" name="矩形 18"/>
          <p:cNvSpPr/>
          <p:nvPr/>
        </p:nvSpPr>
        <p:spPr>
          <a:xfrm>
            <a:off x="1859529" y="781752"/>
            <a:ext cx="1569660" cy="369332"/>
          </a:xfrm>
          <a:prstGeom prst="rect">
            <a:avLst/>
          </a:prstGeom>
        </p:spPr>
        <p:txBody>
          <a:bodyPr wrap="none">
            <a:spAutoFit/>
          </a:bodyPr>
          <a:lstStyle/>
          <a:p>
            <a:r>
              <a:rPr lang="zh-CN" altLang="en-US" sz="1800" dirty="0" smtClean="0"/>
              <a:t>时间近因分析</a:t>
            </a:r>
            <a:endParaRPr lang="zh-CN" altLang="en-US" sz="1800" dirty="0"/>
          </a:p>
        </p:txBody>
      </p:sp>
      <p:pic>
        <p:nvPicPr>
          <p:cNvPr id="13" name="图片 12" descr="E:\PycharmProjects\Newcomtrade\finalresult\CompareCN.png"/>
          <p:cNvPicPr/>
          <p:nvPr/>
        </p:nvPicPr>
        <p:blipFill>
          <a:blip r:embed="rId3" cstate="print"/>
          <a:srcRect/>
          <a:stretch>
            <a:fillRect/>
          </a:stretch>
        </p:blipFill>
        <p:spPr bwMode="auto">
          <a:xfrm>
            <a:off x="3463840" y="149088"/>
            <a:ext cx="5680160" cy="1490260"/>
          </a:xfrm>
          <a:prstGeom prst="rect">
            <a:avLst/>
          </a:prstGeom>
          <a:noFill/>
          <a:ln w="9525">
            <a:noFill/>
            <a:miter lim="800000"/>
            <a:headEnd/>
            <a:tailEnd/>
          </a:ln>
        </p:spPr>
      </p:pic>
      <p:sp>
        <p:nvSpPr>
          <p:cNvPr id="14" name="矩形 13" descr="e7d195523061f1c09e9d68d7cf438b91ef959ecb14fc25d26BBA7F7DBC18E55DFF4014AF651F0BF2569D4B6C1DA7F1A4683A481403BD872FC687266AD13265C1DE7C373772FD8728ABDD69ADD03BFF5BE2862BC891DBB79E18FD61712FE23F67B60ED145344A5F6796FDB0D6E7341B73A4E64E1B81AE0A4EA80BC639DEFCC56FBB1C8095BD40FB585CB21CB06B382855"/>
          <p:cNvSpPr/>
          <p:nvPr/>
        </p:nvSpPr>
        <p:spPr>
          <a:xfrm>
            <a:off x="1447416" y="1656126"/>
            <a:ext cx="6891515" cy="2677656"/>
          </a:xfrm>
          <a:prstGeom prst="rect">
            <a:avLst/>
          </a:prstGeom>
        </p:spPr>
        <p:txBody>
          <a:bodyPr wrap="square">
            <a:spAutoFit/>
          </a:bodyPr>
          <a:lstStyle/>
          <a:p>
            <a:pPr>
              <a:lnSpc>
                <a:spcPct val="150000"/>
              </a:lnSpc>
            </a:pPr>
            <a:r>
              <a:rPr lang="zh-CN" altLang="zh-CN" sz="1400" dirty="0" smtClean="0"/>
              <a:t>整体上节点活跃性低，表明</a:t>
            </a:r>
            <a:r>
              <a:rPr lang="en-US" altLang="zh-CN" sz="1400" dirty="0" smtClean="0"/>
              <a:t>2000</a:t>
            </a:r>
            <a:r>
              <a:rPr lang="zh-CN" altLang="zh-CN" sz="1400" dirty="0" smtClean="0"/>
              <a:t>年后国际原油贸易市场处于稳定发展期，国家的贸易伙伴和贸易联系不会轻易产生波动。所以在稳定的国际原油贸易市场中，结合边的近因对于相似度度量方法的优化是明显的。并且，在折线图中可以看到蓝色折线的</a:t>
            </a:r>
            <a:r>
              <a:rPr lang="en-US" altLang="zh-CN" sz="1400" dirty="0" smtClean="0"/>
              <a:t>Ranking Score</a:t>
            </a:r>
            <a:r>
              <a:rPr lang="zh-CN" altLang="zh-CN" sz="1400" dirty="0" smtClean="0"/>
              <a:t>值整体上明显低于黄色折线，其对于相似度方法的优化最高，说明边近因在国际原油贸易网络的相似度度量中的影响较强。</a:t>
            </a:r>
            <a:endParaRPr lang="en-US" altLang="zh-CN" sz="1400" dirty="0" smtClean="0"/>
          </a:p>
          <a:p>
            <a:pPr>
              <a:lnSpc>
                <a:spcPct val="150000"/>
              </a:lnSpc>
            </a:pPr>
            <a:r>
              <a:rPr lang="zh-CN" altLang="zh-CN" sz="1400" dirty="0" smtClean="0"/>
              <a:t>表明在</a:t>
            </a:r>
            <a:r>
              <a:rPr lang="en-US" altLang="zh-CN" sz="1400" dirty="0" smtClean="0"/>
              <a:t>2000</a:t>
            </a:r>
            <a:r>
              <a:rPr lang="zh-CN" altLang="zh-CN" sz="1400" dirty="0" smtClean="0"/>
              <a:t>年以后国际原油贸易网络中，国际原油贸易市场稳定，两个国家之间有了贸易联系后会继续保持这个贸易联系。过去的贸易联系是影响国家之间原油贸易的重要影响因素，国家在考虑未来的原油贸易时会优先考虑曾经的伙伴。</a:t>
            </a:r>
            <a:endParaRPr lang="en-US" altLang="zh-CN" sz="1400" dirty="0">
              <a:solidFill>
                <a:schemeClr val="tx1">
                  <a:lumMod val="85000"/>
                  <a:lumOff val="15000"/>
                </a:schemeClr>
              </a:solidFill>
              <a:latin typeface="+mj-ea"/>
              <a:ea typeface="+mj-ea"/>
            </a:endParaRPr>
          </a:p>
        </p:txBody>
      </p:sp>
    </p:spTree>
    <p:extLst>
      <p:ext uri="{BB962C8B-B14F-4D97-AF65-F5344CB8AC3E}">
        <p14:creationId xmlns="" xmlns:p14="http://schemas.microsoft.com/office/powerpoint/2010/main" val="1637391492"/>
      </p:ext>
    </p:extLst>
  </p:cSld>
  <p:clrMapOvr>
    <a:masterClrMapping/>
  </p:clrMapOvr>
  <mc:AlternateContent xmlns:mc="http://schemas.openxmlformats.org/markup-compatibility/2006">
    <mc:Choice xmlns="" xmlns:p14="http://schemas.microsoft.com/office/powerpoint/2010/main" Requires="p14">
      <p:transition spd="slow" p14:dur="1600">
        <p14:conveyor dir="l"/>
      </p:transition>
    </mc:Choice>
    <mc:Fallback>
      <p:transition spd="slow">
        <p:fade/>
      </p:transition>
    </mc:Fallback>
  </mc:AlternateContent>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矩形 2">
            <a:extLst>
              <a:ext uri="{FF2B5EF4-FFF2-40B4-BE49-F238E27FC236}">
                <a16:creationId xmlns:a16="http://schemas.microsoft.com/office/drawing/2014/main" xmlns="" id="{6E4D1BDF-1238-42BA-94F5-21BF1CF0372D}"/>
              </a:ext>
            </a:extLst>
          </p:cNvPr>
          <p:cNvSpPr/>
          <p:nvPr/>
        </p:nvSpPr>
        <p:spPr>
          <a:xfrm>
            <a:off x="0" y="0"/>
            <a:ext cx="9144000" cy="2810194"/>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矩形 3">
            <a:extLst>
              <a:ext uri="{FF2B5EF4-FFF2-40B4-BE49-F238E27FC236}">
                <a16:creationId xmlns:a16="http://schemas.microsoft.com/office/drawing/2014/main" xmlns="" id="{82AD984A-7542-478E-BA3D-713A46CD0092}"/>
              </a:ext>
            </a:extLst>
          </p:cNvPr>
          <p:cNvSpPr/>
          <p:nvPr/>
        </p:nvSpPr>
        <p:spPr>
          <a:xfrm>
            <a:off x="268503" y="749128"/>
            <a:ext cx="8587946" cy="3645244"/>
          </a:xfrm>
          <a:prstGeom prst="rect">
            <a:avLst/>
          </a:prstGeom>
          <a:solidFill>
            <a:schemeClr val="bg1"/>
          </a:solidFill>
          <a:ln>
            <a:noFill/>
          </a:ln>
          <a:effectLst>
            <a:outerShdw blurRad="254000" dist="2540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文本框 5">
            <a:extLst>
              <a:ext uri="{FF2B5EF4-FFF2-40B4-BE49-F238E27FC236}">
                <a16:creationId xmlns:a16="http://schemas.microsoft.com/office/drawing/2014/main" xmlns="" id="{3AEEF0B3-7C7B-4852-95FF-BFD1FB4BD229}"/>
              </a:ext>
            </a:extLst>
          </p:cNvPr>
          <p:cNvSpPr txBox="1">
            <a:spLocks noChangeArrowheads="1"/>
          </p:cNvSpPr>
          <p:nvPr/>
        </p:nvSpPr>
        <p:spPr bwMode="auto">
          <a:xfrm>
            <a:off x="3325505" y="1888069"/>
            <a:ext cx="2492991" cy="646331"/>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a:spAutoFit/>
          </a:bodyPr>
          <a:lstStyle>
            <a:lvl1pPr>
              <a:defRPr sz="1300">
                <a:solidFill>
                  <a:schemeClr val="tx1"/>
                </a:solidFill>
                <a:latin typeface="Calibri Light" panose="020F0302020204030204" pitchFamily="34" charset="0"/>
                <a:ea typeface="方正宋刻本秀楷简体" panose="02000000000000000000" pitchFamily="2" charset="-122"/>
              </a:defRPr>
            </a:lvl1pPr>
            <a:lvl2pPr marL="742950" indent="-285750">
              <a:defRPr sz="1300">
                <a:solidFill>
                  <a:schemeClr val="tx1"/>
                </a:solidFill>
                <a:latin typeface="Calibri Light" panose="020F0302020204030204" pitchFamily="34" charset="0"/>
                <a:ea typeface="方正宋刻本秀楷简体" panose="02000000000000000000" pitchFamily="2" charset="-122"/>
              </a:defRPr>
            </a:lvl2pPr>
            <a:lvl3pPr marL="1143000" indent="-228600">
              <a:defRPr sz="1300">
                <a:solidFill>
                  <a:schemeClr val="tx1"/>
                </a:solidFill>
                <a:latin typeface="Calibri Light" panose="020F0302020204030204" pitchFamily="34" charset="0"/>
                <a:ea typeface="方正宋刻本秀楷简体" panose="02000000000000000000" pitchFamily="2" charset="-122"/>
              </a:defRPr>
            </a:lvl3pPr>
            <a:lvl4pPr marL="1600200" indent="-228600">
              <a:defRPr sz="1300">
                <a:solidFill>
                  <a:schemeClr val="tx1"/>
                </a:solidFill>
                <a:latin typeface="Calibri Light" panose="020F0302020204030204" pitchFamily="34" charset="0"/>
                <a:ea typeface="方正宋刻本秀楷简体" panose="02000000000000000000" pitchFamily="2" charset="-122"/>
              </a:defRPr>
            </a:lvl4pPr>
            <a:lvl5pPr marL="2057400" indent="-228600">
              <a:defRPr sz="1300">
                <a:solidFill>
                  <a:schemeClr val="tx1"/>
                </a:solidFill>
                <a:latin typeface="Calibri Light" panose="020F0302020204030204" pitchFamily="34" charset="0"/>
                <a:ea typeface="方正宋刻本秀楷简体" panose="02000000000000000000" pitchFamily="2" charset="-122"/>
              </a:defRPr>
            </a:lvl5pPr>
            <a:lvl6pPr marL="25146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6pPr>
            <a:lvl7pPr marL="29718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7pPr>
            <a:lvl8pPr marL="34290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8pPr>
            <a:lvl9pPr marL="38862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9pPr>
          </a:lstStyle>
          <a:p>
            <a:pPr algn="ctr" fontAlgn="base">
              <a:spcBef>
                <a:spcPct val="0"/>
              </a:spcBef>
              <a:spcAft>
                <a:spcPct val="0"/>
              </a:spcAft>
              <a:defRPr/>
            </a:pPr>
            <a:r>
              <a:rPr lang="zh-CN" altLang="en-US" sz="3600" b="1" dirty="0" smtClean="0">
                <a:solidFill>
                  <a:schemeClr val="accent1"/>
                </a:solidFill>
                <a:latin typeface="+mj-ea"/>
                <a:ea typeface="+mj-ea"/>
              </a:rPr>
              <a:t>总结与展望</a:t>
            </a:r>
            <a:endParaRPr lang="zh-CN" altLang="en-US" sz="3600" b="1" dirty="0">
              <a:solidFill>
                <a:schemeClr val="accent1"/>
              </a:solidFill>
              <a:latin typeface="+mj-ea"/>
              <a:ea typeface="+mj-ea"/>
            </a:endParaRPr>
          </a:p>
        </p:txBody>
      </p:sp>
      <p:cxnSp>
        <p:nvCxnSpPr>
          <p:cNvPr id="23" name="直接连接符 22">
            <a:extLst>
              <a:ext uri="{FF2B5EF4-FFF2-40B4-BE49-F238E27FC236}">
                <a16:creationId xmlns:a16="http://schemas.microsoft.com/office/drawing/2014/main" xmlns="" id="{5A29846D-E7EE-45F3-9A33-515E367DEED5}"/>
              </a:ext>
            </a:extLst>
          </p:cNvPr>
          <p:cNvCxnSpPr/>
          <p:nvPr/>
        </p:nvCxnSpPr>
        <p:spPr>
          <a:xfrm>
            <a:off x="4463537" y="2819169"/>
            <a:ext cx="216927" cy="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 xmlns:p14="http://schemas.microsoft.com/office/powerpoint/2010/main" val="1967982627"/>
      </p:ext>
    </p:extLst>
  </p:cSld>
  <p:clrMapOvr>
    <a:masterClrMapping/>
  </p:clrMapOvr>
  <mc:AlternateContent xmlns:mc="http://schemas.openxmlformats.org/markup-compatibility/2006">
    <mc:Choice xmlns="" xmlns:p14="http://schemas.microsoft.com/office/powerpoint/2010/main" Requires="p14">
      <p:transition spd="slow" p14:dur="1600">
        <p14:conveyor dir="l"/>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20"/>
                                        </p:tgtEl>
                                        <p:attrNameLst>
                                          <p:attrName>style.visibility</p:attrName>
                                        </p:attrNameLst>
                                      </p:cBhvr>
                                      <p:to>
                                        <p:strVal val="visible"/>
                                      </p:to>
                                    </p:set>
                                    <p:animEffect transition="in" filter="fade">
                                      <p:cBhvr>
                                        <p:cTn id="7" dur="500"/>
                                        <p:tgtEl>
                                          <p:spTgt spid="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 grpId="0"/>
    </p:bldLst>
  </p:timing>
</p:sld>
</file>

<file path=ppt/slides/slide2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5" name="图片 4">
            <a:extLst>
              <a:ext uri="{FF2B5EF4-FFF2-40B4-BE49-F238E27FC236}">
                <a16:creationId xmlns:a16="http://schemas.microsoft.com/office/drawing/2014/main" xmlns="" id="{5B4FB549-AB15-4E42-A171-C040AE42A72C}"/>
              </a:ext>
            </a:extLst>
          </p:cNvPr>
          <p:cNvPicPr>
            <a:picLocks noChangeAspect="1"/>
          </p:cNvPicPr>
          <p:nvPr/>
        </p:nvPicPr>
        <p:blipFill rotWithShape="1">
          <a:blip r:embed="rId3" cstate="print">
            <a:extLst>
              <a:ext uri="{28A0092B-C50C-407E-A947-70E740481C1C}">
                <a14:useLocalDpi xmlns="" xmlns:a14="http://schemas.microsoft.com/office/drawing/2010/main" val="0"/>
              </a:ext>
            </a:extLst>
          </a:blip>
          <a:srcRect l="27004" r="36731"/>
          <a:stretch/>
        </p:blipFill>
        <p:spPr>
          <a:xfrm>
            <a:off x="445058" y="837514"/>
            <a:ext cx="1764410" cy="3243551"/>
          </a:xfrm>
          <a:prstGeom prst="rect">
            <a:avLst/>
          </a:prstGeom>
        </p:spPr>
      </p:pic>
      <p:cxnSp>
        <p:nvCxnSpPr>
          <p:cNvPr id="75" name="直接连接符 74"/>
          <p:cNvCxnSpPr/>
          <p:nvPr/>
        </p:nvCxnSpPr>
        <p:spPr>
          <a:xfrm>
            <a:off x="2534817" y="878158"/>
            <a:ext cx="277619" cy="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
        <p:nvSpPr>
          <p:cNvPr id="4" name="灯片编号占位符 3">
            <a:extLst>
              <a:ext uri="{FF2B5EF4-FFF2-40B4-BE49-F238E27FC236}">
                <a16:creationId xmlns:a16="http://schemas.microsoft.com/office/drawing/2014/main" xmlns="" id="{9729368C-EC70-47E1-A73E-150E80022352}"/>
              </a:ext>
            </a:extLst>
          </p:cNvPr>
          <p:cNvSpPr>
            <a:spLocks noGrp="1"/>
          </p:cNvSpPr>
          <p:nvPr>
            <p:ph type="sldNum" sz="quarter" idx="12"/>
          </p:nvPr>
        </p:nvSpPr>
        <p:spPr/>
        <p:txBody>
          <a:bodyPr/>
          <a:lstStyle/>
          <a:p>
            <a:fld id="{ACBECEF1-1935-4692-9C86-5FD89D9EDF46}" type="slidenum">
              <a:rPr lang="zh-CN" altLang="en-US" smtClean="0"/>
              <a:pPr/>
              <a:t>23</a:t>
            </a:fld>
            <a:endParaRPr lang="zh-CN" altLang="en-US"/>
          </a:p>
        </p:txBody>
      </p:sp>
      <p:sp>
        <p:nvSpPr>
          <p:cNvPr id="95" name="TextBox 9" descr="e7d195523061f1c09e9d68d7cf438b91ef959ecb14fc25d26BBA7F7DBC18E55DFF4014AF651F0BF2569D4B6C1DA7F1A4683A481403BD872FC687266AD13265C1DE7C373772FD8728ABDD69ADD03BFF5BE2862BC891DBB79E74B044BEE21896B58BB504F9B7B8366179F035B8F1FE97608BAB4D7DF1E11532BDCC25DF947C3C4C1B257BA7AAE60662DCA45AF4273F5B3E">
            <a:extLst>
              <a:ext uri="{FF2B5EF4-FFF2-40B4-BE49-F238E27FC236}">
                <a16:creationId xmlns:a16="http://schemas.microsoft.com/office/drawing/2014/main" xmlns="" id="{680FE808-7645-4BD8-B943-DB5F7BBAD9D9}"/>
              </a:ext>
            </a:extLst>
          </p:cNvPr>
          <p:cNvSpPr txBox="1"/>
          <p:nvPr/>
        </p:nvSpPr>
        <p:spPr>
          <a:xfrm>
            <a:off x="2454433" y="1463406"/>
            <a:ext cx="2899030" cy="616836"/>
          </a:xfrm>
          <a:prstGeom prst="rect">
            <a:avLst/>
          </a:prstGeom>
          <a:noFill/>
        </p:spPr>
        <p:txBody>
          <a:bodyPr wrap="square" lIns="27000" rIns="27000" rtlCol="0">
            <a:spAutoFit/>
          </a:bodyPr>
          <a:lstStyle/>
          <a:p>
            <a:pPr defTabSz="914400">
              <a:lnSpc>
                <a:spcPct val="150000"/>
              </a:lnSpc>
              <a:defRPr/>
            </a:pPr>
            <a:r>
              <a:rPr lang="zh-CN" altLang="zh-CN" sz="1200" dirty="0" smtClean="0"/>
              <a:t>共同贸易伙伴是国际原油贸易联系的有力保证。</a:t>
            </a:r>
            <a:endParaRPr lang="en-US" altLang="zh-CN" sz="1200" kern="0" dirty="0">
              <a:solidFill>
                <a:schemeClr val="tx1">
                  <a:lumMod val="95000"/>
                  <a:lumOff val="5000"/>
                </a:schemeClr>
              </a:solidFill>
            </a:endParaRPr>
          </a:p>
        </p:txBody>
      </p:sp>
      <p:sp>
        <p:nvSpPr>
          <p:cNvPr id="97" name="TextBox 9" descr="e7d195523061f1c09e9d68d7cf438b91ef959ecb14fc25d26BBA7F7DBC18E55DFF4014AF651F0BF2569D4B6C1DA7F1A4683A481403BD872FC687266AD13265C1DE7C373772FD8728ABDD69ADD03BFF5BE2862BC891DBB79E74B044BEE21896B58BB504F9B7B8366179F035B8F1FE97608BAB4D7DF1E11532BDCC25DF947C3C4C1B257BA7AAE60662DCA45AF4273F5B3E">
            <a:extLst>
              <a:ext uri="{FF2B5EF4-FFF2-40B4-BE49-F238E27FC236}">
                <a16:creationId xmlns:a16="http://schemas.microsoft.com/office/drawing/2014/main" xmlns="" id="{19B496E3-CE3E-4E43-9F77-7FBCC1EA04D2}"/>
              </a:ext>
            </a:extLst>
          </p:cNvPr>
          <p:cNvSpPr txBox="1"/>
          <p:nvPr/>
        </p:nvSpPr>
        <p:spPr>
          <a:xfrm>
            <a:off x="2432365" y="2075694"/>
            <a:ext cx="2899030" cy="616836"/>
          </a:xfrm>
          <a:prstGeom prst="rect">
            <a:avLst/>
          </a:prstGeom>
          <a:noFill/>
        </p:spPr>
        <p:txBody>
          <a:bodyPr wrap="square" lIns="27000" rIns="27000" rtlCol="0">
            <a:spAutoFit/>
          </a:bodyPr>
          <a:lstStyle/>
          <a:p>
            <a:pPr defTabSz="914400">
              <a:lnSpc>
                <a:spcPct val="150000"/>
              </a:lnSpc>
              <a:defRPr/>
            </a:pPr>
            <a:r>
              <a:rPr lang="zh-CN" altLang="zh-CN" sz="1200" dirty="0" smtClean="0"/>
              <a:t>国际原油贸易市场稳定，国家倾向于保持已有贸易联系。</a:t>
            </a:r>
            <a:endParaRPr lang="en-US" altLang="zh-CN" sz="1200" kern="0" dirty="0">
              <a:solidFill>
                <a:schemeClr val="tx1">
                  <a:lumMod val="95000"/>
                  <a:lumOff val="5000"/>
                </a:schemeClr>
              </a:solidFill>
            </a:endParaRPr>
          </a:p>
        </p:txBody>
      </p:sp>
      <p:sp>
        <p:nvSpPr>
          <p:cNvPr id="16" name="TextBox 9" descr="e7d195523061f1c09e9d68d7cf438b91ef959ecb14fc25d26BBA7F7DBC18E55DFF4014AF651F0BF2569D4B6C1DA7F1A4683A481403BD872FC687266AD13265C1DE7C373772FD8728ABDD69ADD03BFF5BE2862BC891DBB79E74B044BEE21896B58BB504F9B7B8366179F035B8F1FE97608BAB4D7DF1E11532BDCC25DF947C3C4C1B257BA7AAE60662DCA45AF4273F5B3E">
            <a:extLst>
              <a:ext uri="{FF2B5EF4-FFF2-40B4-BE49-F238E27FC236}">
                <a16:creationId xmlns:a16="http://schemas.microsoft.com/office/drawing/2014/main" xmlns="" id="{680FE808-7645-4BD8-B943-DB5F7BBAD9D9}"/>
              </a:ext>
            </a:extLst>
          </p:cNvPr>
          <p:cNvSpPr txBox="1"/>
          <p:nvPr/>
        </p:nvSpPr>
        <p:spPr>
          <a:xfrm>
            <a:off x="2417991" y="2679291"/>
            <a:ext cx="2899030" cy="1170833"/>
          </a:xfrm>
          <a:prstGeom prst="rect">
            <a:avLst/>
          </a:prstGeom>
          <a:noFill/>
        </p:spPr>
        <p:txBody>
          <a:bodyPr wrap="square" lIns="27000" rIns="27000" rtlCol="0">
            <a:spAutoFit/>
          </a:bodyPr>
          <a:lstStyle/>
          <a:p>
            <a:pPr defTabSz="914400">
              <a:lnSpc>
                <a:spcPct val="150000"/>
              </a:lnSpc>
              <a:defRPr/>
            </a:pPr>
            <a:r>
              <a:rPr lang="zh-CN" altLang="zh-CN" sz="1200" dirty="0" smtClean="0"/>
              <a:t>结合不同的方法对比分析，可以有效的提高链路预测的准确度，选择更合适的相似度方法，并且更合理的推断网络的演化机制。</a:t>
            </a:r>
            <a:endParaRPr lang="en-US" altLang="zh-CN" sz="1200" kern="0" dirty="0">
              <a:solidFill>
                <a:schemeClr val="tx1">
                  <a:lumMod val="95000"/>
                  <a:lumOff val="5000"/>
                </a:schemeClr>
              </a:solidFill>
            </a:endParaRPr>
          </a:p>
        </p:txBody>
      </p:sp>
      <p:cxnSp>
        <p:nvCxnSpPr>
          <p:cNvPr id="17" name="直接连接符 16"/>
          <p:cNvCxnSpPr/>
          <p:nvPr/>
        </p:nvCxnSpPr>
        <p:spPr>
          <a:xfrm>
            <a:off x="2488435" y="2094046"/>
            <a:ext cx="2789243" cy="1305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18" name="直接连接符 17"/>
          <p:cNvCxnSpPr/>
          <p:nvPr/>
        </p:nvCxnSpPr>
        <p:spPr>
          <a:xfrm>
            <a:off x="2454965" y="2683566"/>
            <a:ext cx="2842592" cy="9939"/>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
        <p:nvSpPr>
          <p:cNvPr id="21" name="矩形 20"/>
          <p:cNvSpPr/>
          <p:nvPr/>
        </p:nvSpPr>
        <p:spPr>
          <a:xfrm>
            <a:off x="5714999" y="1538100"/>
            <a:ext cx="3170583" cy="923330"/>
          </a:xfrm>
          <a:prstGeom prst="rect">
            <a:avLst/>
          </a:prstGeom>
        </p:spPr>
        <p:txBody>
          <a:bodyPr wrap="square">
            <a:spAutoFit/>
          </a:bodyPr>
          <a:lstStyle/>
          <a:p>
            <a:r>
              <a:rPr lang="zh-CN" altLang="zh-CN" dirty="0" smtClean="0"/>
              <a:t>在国际原油贸易网络的进一步研究中，引入出度，入度和权重，不仅能进一步分析国际原油贸易网络的演化机制，而且预测结果更精确，更有实用价值。</a:t>
            </a:r>
            <a:endParaRPr lang="zh-CN" altLang="en-US" dirty="0"/>
          </a:p>
        </p:txBody>
      </p:sp>
      <p:sp>
        <p:nvSpPr>
          <p:cNvPr id="22" name="矩形 21"/>
          <p:cNvSpPr/>
          <p:nvPr/>
        </p:nvSpPr>
        <p:spPr>
          <a:xfrm>
            <a:off x="5734879" y="2700978"/>
            <a:ext cx="3051312" cy="1131079"/>
          </a:xfrm>
          <a:prstGeom prst="rect">
            <a:avLst/>
          </a:prstGeom>
        </p:spPr>
        <p:txBody>
          <a:bodyPr wrap="square">
            <a:spAutoFit/>
          </a:bodyPr>
          <a:lstStyle/>
          <a:p>
            <a:r>
              <a:rPr lang="zh-CN" altLang="zh-CN" dirty="0" smtClean="0"/>
              <a:t>活跃节点和活跃连边使用第一类定义能更精确的描述一段时间内节点和连边的活跃性，以此定义近因并结合相似度方法来计算节点相似性能进一步提升预测的准确度。</a:t>
            </a:r>
            <a:endParaRPr lang="zh-CN" altLang="en-US" dirty="0"/>
          </a:p>
        </p:txBody>
      </p:sp>
      <p:cxnSp>
        <p:nvCxnSpPr>
          <p:cNvPr id="23" name="直接连接符 22"/>
          <p:cNvCxnSpPr/>
          <p:nvPr/>
        </p:nvCxnSpPr>
        <p:spPr>
          <a:xfrm>
            <a:off x="5811417" y="2584377"/>
            <a:ext cx="2789243" cy="1305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24" name="直接连接符 23"/>
          <p:cNvCxnSpPr/>
          <p:nvPr/>
        </p:nvCxnSpPr>
        <p:spPr>
          <a:xfrm>
            <a:off x="5814730" y="1464568"/>
            <a:ext cx="2789243" cy="1305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25" name="直接连接符 24"/>
          <p:cNvCxnSpPr/>
          <p:nvPr/>
        </p:nvCxnSpPr>
        <p:spPr>
          <a:xfrm>
            <a:off x="2465243" y="1464568"/>
            <a:ext cx="2789243" cy="1305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
        <p:nvSpPr>
          <p:cNvPr id="30" name="TextBox 9" descr="e7d195523061f1c09e9d68d7cf438b91ef959ecb14fc25d26BBA7F7DBC18E55DFF4014AF651F0BF2569D4B6C1DA7F1A4683A481403BD872FC687266AD13265C1DE7C373772FD8728ABDD69ADD03BFF5BE2862BC891DBB79E74B044BEE21896B58BB504F9B7B8366179F035B8F1FE97608BAB4D7DF1E11532BDCC25DF947C3C4C1B257BA7AAE60662DCA45AF4273F5B3E">
            <a:extLst>
              <a:ext uri="{FF2B5EF4-FFF2-40B4-BE49-F238E27FC236}">
                <a16:creationId xmlns:a16="http://schemas.microsoft.com/office/drawing/2014/main" xmlns="" id="{680FE808-7645-4BD8-B943-DB5F7BBAD9D9}"/>
              </a:ext>
            </a:extLst>
          </p:cNvPr>
          <p:cNvSpPr txBox="1"/>
          <p:nvPr/>
        </p:nvSpPr>
        <p:spPr>
          <a:xfrm>
            <a:off x="2477625" y="949884"/>
            <a:ext cx="1219732" cy="463588"/>
          </a:xfrm>
          <a:prstGeom prst="rect">
            <a:avLst/>
          </a:prstGeom>
          <a:noFill/>
        </p:spPr>
        <p:txBody>
          <a:bodyPr wrap="square" lIns="27000" rIns="27000" rtlCol="0">
            <a:spAutoFit/>
          </a:bodyPr>
          <a:lstStyle/>
          <a:p>
            <a:pPr defTabSz="914400">
              <a:lnSpc>
                <a:spcPct val="150000"/>
              </a:lnSpc>
              <a:defRPr/>
            </a:pPr>
            <a:r>
              <a:rPr lang="zh-CN" altLang="en-US" sz="1800" kern="0" dirty="0" smtClean="0">
                <a:solidFill>
                  <a:schemeClr val="tx1">
                    <a:lumMod val="95000"/>
                    <a:lumOff val="5000"/>
                  </a:schemeClr>
                </a:solidFill>
              </a:rPr>
              <a:t>总结</a:t>
            </a:r>
            <a:endParaRPr lang="en-US" altLang="zh-CN" sz="1800" kern="0" dirty="0">
              <a:solidFill>
                <a:schemeClr val="tx1">
                  <a:lumMod val="95000"/>
                  <a:lumOff val="5000"/>
                </a:schemeClr>
              </a:solidFill>
            </a:endParaRPr>
          </a:p>
        </p:txBody>
      </p:sp>
      <p:sp>
        <p:nvSpPr>
          <p:cNvPr id="31" name="TextBox 9" descr="e7d195523061f1c09e9d68d7cf438b91ef959ecb14fc25d26BBA7F7DBC18E55DFF4014AF651F0BF2569D4B6C1DA7F1A4683A481403BD872FC687266AD13265C1DE7C373772FD8728ABDD69ADD03BFF5BE2862BC891DBB79E74B044BEE21896B58BB504F9B7B8366179F035B8F1FE97608BAB4D7DF1E11532BDCC25DF947C3C4C1B257BA7AAE60662DCA45AF4273F5B3E">
            <a:extLst>
              <a:ext uri="{FF2B5EF4-FFF2-40B4-BE49-F238E27FC236}">
                <a16:creationId xmlns:a16="http://schemas.microsoft.com/office/drawing/2014/main" xmlns="" id="{680FE808-7645-4BD8-B943-DB5F7BBAD9D9}"/>
              </a:ext>
            </a:extLst>
          </p:cNvPr>
          <p:cNvSpPr txBox="1"/>
          <p:nvPr/>
        </p:nvSpPr>
        <p:spPr>
          <a:xfrm>
            <a:off x="5850302" y="953197"/>
            <a:ext cx="1097150" cy="463588"/>
          </a:xfrm>
          <a:prstGeom prst="rect">
            <a:avLst/>
          </a:prstGeom>
          <a:noFill/>
        </p:spPr>
        <p:txBody>
          <a:bodyPr wrap="square" lIns="27000" rIns="27000" rtlCol="0">
            <a:spAutoFit/>
          </a:bodyPr>
          <a:lstStyle/>
          <a:p>
            <a:pPr defTabSz="914400">
              <a:lnSpc>
                <a:spcPct val="150000"/>
              </a:lnSpc>
              <a:defRPr/>
            </a:pPr>
            <a:r>
              <a:rPr lang="zh-CN" altLang="en-US" sz="1800" kern="0" dirty="0" smtClean="0">
                <a:solidFill>
                  <a:schemeClr val="tx1">
                    <a:lumMod val="95000"/>
                    <a:lumOff val="5000"/>
                  </a:schemeClr>
                </a:solidFill>
              </a:rPr>
              <a:t>展望</a:t>
            </a:r>
            <a:endParaRPr lang="en-US" altLang="zh-CN" sz="1800" kern="0" dirty="0">
              <a:solidFill>
                <a:schemeClr val="tx1">
                  <a:lumMod val="95000"/>
                  <a:lumOff val="5000"/>
                </a:schemeClr>
              </a:solidFill>
            </a:endParaRPr>
          </a:p>
        </p:txBody>
      </p:sp>
    </p:spTree>
    <p:extLst>
      <p:ext uri="{BB962C8B-B14F-4D97-AF65-F5344CB8AC3E}">
        <p14:creationId xmlns="" xmlns:p14="http://schemas.microsoft.com/office/powerpoint/2010/main" val="1636732372"/>
      </p:ext>
    </p:extLst>
  </p:cSld>
  <p:clrMapOvr>
    <a:masterClrMapping/>
  </p:clrMapOvr>
  <mc:AlternateContent xmlns:mc="http://schemas.openxmlformats.org/markup-compatibility/2006">
    <mc:Choice xmlns="" xmlns:p14="http://schemas.microsoft.com/office/powerpoint/2010/main" Requires="p14">
      <p:transition spd="slow" p14:dur="1600">
        <p14:conveyor dir="l"/>
      </p:transition>
    </mc:Choice>
    <mc:Fallback>
      <p:transition spd="slow">
        <p:fade/>
      </p:transition>
    </mc:Fallback>
  </mc:AlternateContent>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4" name="圆角矩形 43" descr="e7d195523061f1c09e9d68d7cf438b91ef959ecb14fc25d26BBA7F7DBC18E55DFF4014AF651F0BF2569D4B6C1DA7F1A4683A481403BD872FC687266AD13265C1DE7C373772FD8728ABDD69ADD03BFF5BE2862BC891DBB79EEBC94C9DFDC16E046D6941B99547B168C9310459A6A36518BEA3402FB7A878504F0D6FA8AE2C1ACFBFE35F9F679CA70F919E73C0EC9AE042"/>
          <p:cNvSpPr/>
          <p:nvPr/>
        </p:nvSpPr>
        <p:spPr>
          <a:xfrm>
            <a:off x="1007789" y="1175636"/>
            <a:ext cx="7680931" cy="3393917"/>
          </a:xfrm>
          <a:prstGeom prst="roundRect">
            <a:avLst/>
          </a:prstGeom>
          <a:solidFill>
            <a:schemeClr val="bg1"/>
          </a:solidFill>
          <a:ln>
            <a:noFill/>
          </a:ln>
          <a:effectLst>
            <a:outerShdw blurRad="254000" dist="2540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CN" altLang="en-US"/>
          </a:p>
        </p:txBody>
      </p:sp>
      <p:sp>
        <p:nvSpPr>
          <p:cNvPr id="45" name="椭圆 44" descr="e7d195523061f1c09e9d68d7cf438b91ef959ecb14fc25d26BBA7F7DBC18E55DFF4014AF651F0BF2569D4B6C1DA7F1A4683A481403BD872FC687266AD13265C1DE7C373772FD8728ABDD69ADD03BFF5BE2862BC891DBB79EEBC94C9DFDC16E046D6941B99547B168C9310459A6A36518BEA3402FB7A878504F0D6FA8AE2C1ACFBFE35F9F679CA70F919E73C0EC9AE042"/>
          <p:cNvSpPr/>
          <p:nvPr/>
        </p:nvSpPr>
        <p:spPr>
          <a:xfrm flipH="1">
            <a:off x="121466" y="1611623"/>
            <a:ext cx="485930" cy="485932"/>
          </a:xfrm>
          <a:prstGeom prst="ellipse">
            <a:avLst/>
          </a:prstGeom>
          <a:solidFill>
            <a:schemeClr val="bg1"/>
          </a:solidFill>
          <a:ln>
            <a:noFill/>
          </a:ln>
          <a:effectLst>
            <a:outerShdw blurRad="254000" dist="2540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CN" altLang="en-US">
              <a:solidFill>
                <a:schemeClr val="lt1"/>
              </a:solidFill>
            </a:endParaRPr>
          </a:p>
        </p:txBody>
      </p:sp>
      <p:sp>
        <p:nvSpPr>
          <p:cNvPr id="47" name="椭圆 46" descr="e7d195523061f1c09e9d68d7cf438b91ef959ecb14fc25d26BBA7F7DBC18E55DFF4014AF651F0BF2569D4B6C1DA7F1A4683A481403BD872FC687266AD13265C1DE7C373772FD8728ABDD69ADD03BFF5BE2862BC891DBB79EEBC94C9DFDC16E046D6941B99547B168C9310459A6A36518BEA3402FB7A878504F0D6FA8AE2C1ACFBFE35F9F679CA70F919E73C0EC9AE042"/>
          <p:cNvSpPr/>
          <p:nvPr/>
        </p:nvSpPr>
        <p:spPr>
          <a:xfrm flipH="1">
            <a:off x="108664" y="1004194"/>
            <a:ext cx="237105" cy="237105"/>
          </a:xfrm>
          <a:prstGeom prst="ellipse">
            <a:avLst/>
          </a:prstGeom>
          <a:solidFill>
            <a:schemeClr val="accent1"/>
          </a:solidFill>
          <a:ln>
            <a:noFill/>
          </a:ln>
          <a:effectLst>
            <a:outerShdw blurRad="254000" dist="2540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CN" altLang="en-US"/>
          </a:p>
        </p:txBody>
      </p:sp>
      <p:sp>
        <p:nvSpPr>
          <p:cNvPr id="48" name="椭圆 47" descr="e7d195523061f1c09e9d68d7cf438b91ef959ecb14fc25d26BBA7F7DBC18E55DFF4014AF651F0BF2569D4B6C1DA7F1A4683A481403BD872FC687266AD13265C1DE7C373772FD8728ABDD69ADD03BFF5BE2862BC891DBB79EEBC94C9DFDC16E046D6941B99547B168C9310459A6A36518BEA3402FB7A878504F0D6FA8AE2C1ACFBFE35F9F679CA70F919E73C0EC9AE042"/>
          <p:cNvSpPr/>
          <p:nvPr/>
        </p:nvSpPr>
        <p:spPr>
          <a:xfrm flipH="1">
            <a:off x="1699075" y="651829"/>
            <a:ext cx="237105" cy="237105"/>
          </a:xfrm>
          <a:prstGeom prst="ellipse">
            <a:avLst/>
          </a:prstGeom>
          <a:solidFill>
            <a:schemeClr val="bg1"/>
          </a:solidFill>
          <a:ln>
            <a:noFill/>
          </a:ln>
          <a:effectLst>
            <a:outerShdw blurRad="254000" dist="2540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CN" altLang="en-US">
              <a:solidFill>
                <a:schemeClr val="lt1"/>
              </a:solidFill>
            </a:endParaRPr>
          </a:p>
        </p:txBody>
      </p:sp>
      <p:sp>
        <p:nvSpPr>
          <p:cNvPr id="49" name="椭圆 48" descr="e7d195523061f1c09e9d68d7cf438b91ef959ecb14fc25d26BBA7F7DBC18E55DFF4014AF651F0BF2569D4B6C1DA7F1A4683A481403BD872FC687266AD13265C1DE7C373772FD8728ABDD69ADD03BFF5BE2862BC891DBB79EEBC94C9DFDC16E046D6941B99547B168C9310459A6A36518BEA3402FB7A878504F0D6FA8AE2C1ACFBFE35F9F679CA70F919E73C0EC9AE042"/>
          <p:cNvSpPr/>
          <p:nvPr/>
        </p:nvSpPr>
        <p:spPr>
          <a:xfrm flipH="1">
            <a:off x="7811685" y="4632510"/>
            <a:ext cx="237105" cy="237105"/>
          </a:xfrm>
          <a:prstGeom prst="ellipse">
            <a:avLst/>
          </a:prstGeom>
          <a:solidFill>
            <a:schemeClr val="bg1"/>
          </a:solidFill>
          <a:ln>
            <a:noFill/>
          </a:ln>
          <a:effectLst>
            <a:outerShdw blurRad="254000" dist="2540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CN" altLang="en-US">
              <a:solidFill>
                <a:schemeClr val="lt1"/>
              </a:solidFill>
            </a:endParaRPr>
          </a:p>
        </p:txBody>
      </p:sp>
      <p:sp>
        <p:nvSpPr>
          <p:cNvPr id="50" name="椭圆 49" descr="e7d195523061f1c09e9d68d7cf438b91ef959ecb14fc25d26BBA7F7DBC18E55DFF4014AF651F0BF2569D4B6C1DA7F1A4683A481403BD872FC687266AD13265C1DE7C373772FD8728ABDD69ADD03BFF5BE2862BC891DBB79EEBC94C9DFDC16E046D6941B99547B168C9310459A6A36518BEA3402FB7A878504F0D6FA8AE2C1ACFBFE35F9F679CA70F919E73C0EC9AE042"/>
          <p:cNvSpPr/>
          <p:nvPr/>
        </p:nvSpPr>
        <p:spPr>
          <a:xfrm flipH="1">
            <a:off x="8853019" y="4030370"/>
            <a:ext cx="182316" cy="182316"/>
          </a:xfrm>
          <a:prstGeom prst="ellipse">
            <a:avLst/>
          </a:prstGeom>
          <a:solidFill>
            <a:schemeClr val="bg1"/>
          </a:solidFill>
          <a:ln>
            <a:noFill/>
          </a:ln>
          <a:effectLst>
            <a:outerShdw blurRad="254000" dist="2540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CN" altLang="en-US">
              <a:solidFill>
                <a:schemeClr val="lt1"/>
              </a:solidFill>
            </a:endParaRPr>
          </a:p>
        </p:txBody>
      </p:sp>
      <p:sp>
        <p:nvSpPr>
          <p:cNvPr id="51" name="矩形 50" descr="e7d195523061f1c09e9d68d7cf438b91ef959ecb14fc25d26BBA7F7DBC18E55DFF4014AF651F0BF2569D4B6C1DA7F1A4683A481403BD872FC687266AD13265C1DE7C373772FD8728ABDD69ADD03BFF5BE2862BC891DBB79E18FD61712FE23F67B60ED145344A5F6796FDB0D6E7341B73A4E64E1B81AE0A4EA80BC639DEFCC56FBB1C8095BD40FB585CB21CB06B382855"/>
          <p:cNvSpPr/>
          <p:nvPr/>
        </p:nvSpPr>
        <p:spPr>
          <a:xfrm>
            <a:off x="1288389" y="1715760"/>
            <a:ext cx="7281423" cy="1061829"/>
          </a:xfrm>
          <a:prstGeom prst="rect">
            <a:avLst/>
          </a:prstGeom>
        </p:spPr>
        <p:txBody>
          <a:bodyPr wrap="square">
            <a:spAutoFit/>
          </a:bodyPr>
          <a:lstStyle/>
          <a:p>
            <a:pPr>
              <a:lnSpc>
                <a:spcPct val="150000"/>
              </a:lnSpc>
            </a:pPr>
            <a:r>
              <a:rPr lang="zh-CN" altLang="en-US" sz="1400" dirty="0">
                <a:solidFill>
                  <a:schemeClr val="tx1">
                    <a:lumMod val="85000"/>
                    <a:lumOff val="15000"/>
                  </a:schemeClr>
                </a:solidFill>
                <a:latin typeface="+mj-ea"/>
                <a:ea typeface="+mj-ea"/>
              </a:rPr>
              <a:t>       这次的毕业论文设计总结是在我的指导</a:t>
            </a:r>
            <a:r>
              <a:rPr lang="zh-CN" altLang="en-US" sz="1400" dirty="0" smtClean="0">
                <a:solidFill>
                  <a:schemeClr val="tx1">
                    <a:lumMod val="85000"/>
                    <a:lumOff val="15000"/>
                  </a:schemeClr>
                </a:solidFill>
                <a:latin typeface="+mj-ea"/>
                <a:ea typeface="+mj-ea"/>
              </a:rPr>
              <a:t>老师李老师</a:t>
            </a:r>
            <a:r>
              <a:rPr lang="zh-CN" altLang="en-US" sz="1400" dirty="0">
                <a:solidFill>
                  <a:schemeClr val="tx1">
                    <a:lumMod val="85000"/>
                    <a:lumOff val="15000"/>
                  </a:schemeClr>
                </a:solidFill>
                <a:latin typeface="+mj-ea"/>
                <a:ea typeface="+mj-ea"/>
              </a:rPr>
              <a:t>亲切关怀和悉心指导下完成的</a:t>
            </a:r>
            <a:r>
              <a:rPr lang="zh-CN" altLang="en-US" sz="1400" dirty="0" smtClean="0">
                <a:solidFill>
                  <a:schemeClr val="tx1">
                    <a:lumMod val="85000"/>
                    <a:lumOff val="15000"/>
                  </a:schemeClr>
                </a:solidFill>
                <a:latin typeface="+mj-ea"/>
                <a:ea typeface="+mj-ea"/>
              </a:rPr>
              <a:t>。</a:t>
            </a:r>
            <a:endParaRPr lang="en-US" altLang="zh-CN" sz="1400" dirty="0">
              <a:solidFill>
                <a:schemeClr val="tx1">
                  <a:lumMod val="85000"/>
                  <a:lumOff val="15000"/>
                </a:schemeClr>
              </a:solidFill>
              <a:latin typeface="+mj-ea"/>
              <a:ea typeface="+mj-ea"/>
            </a:endParaRPr>
          </a:p>
          <a:p>
            <a:pPr>
              <a:lnSpc>
                <a:spcPct val="150000"/>
              </a:lnSpc>
            </a:pPr>
            <a:r>
              <a:rPr lang="zh-CN" altLang="en-US" sz="1400" dirty="0" smtClean="0">
                <a:solidFill>
                  <a:schemeClr val="tx1">
                    <a:lumMod val="85000"/>
                    <a:lumOff val="15000"/>
                  </a:schemeClr>
                </a:solidFill>
                <a:latin typeface="+mj-ea"/>
                <a:ea typeface="+mj-ea"/>
              </a:rPr>
              <a:t>李老师</a:t>
            </a:r>
            <a:r>
              <a:rPr lang="zh-CN" altLang="en-US" sz="1400" dirty="0">
                <a:solidFill>
                  <a:schemeClr val="tx1">
                    <a:lumMod val="85000"/>
                    <a:lumOff val="15000"/>
                  </a:schemeClr>
                </a:solidFill>
                <a:latin typeface="+mj-ea"/>
                <a:ea typeface="+mj-ea"/>
              </a:rPr>
              <a:t>有严肃的科学态度，严谨的治学精神和精益求精的工作作风，这些都是我所需要学习</a:t>
            </a:r>
            <a:r>
              <a:rPr lang="zh-CN" altLang="en-US" sz="1400" dirty="0" smtClean="0">
                <a:solidFill>
                  <a:schemeClr val="tx1">
                    <a:lumMod val="85000"/>
                    <a:lumOff val="15000"/>
                  </a:schemeClr>
                </a:solidFill>
                <a:latin typeface="+mj-ea"/>
                <a:ea typeface="+mj-ea"/>
              </a:rPr>
              <a:t>的。谢谢</a:t>
            </a:r>
            <a:r>
              <a:rPr lang="en-US" altLang="zh-CN" sz="1400" dirty="0">
                <a:solidFill>
                  <a:schemeClr val="tx1">
                    <a:lumMod val="85000"/>
                    <a:lumOff val="15000"/>
                  </a:schemeClr>
                </a:solidFill>
                <a:latin typeface="+mj-ea"/>
                <a:ea typeface="+mj-ea"/>
              </a:rPr>
              <a:t>!</a:t>
            </a:r>
          </a:p>
        </p:txBody>
      </p:sp>
      <p:sp>
        <p:nvSpPr>
          <p:cNvPr id="52" name="矩形 51" descr="e7d195523061f1c09e9d68d7cf438b91ef959ecb14fc25d26BBA7F7DBC18E55DFF4014AF651F0BF2569D4B6C1DA7F1A4683A481403BD872FC687266AD13265C1DE7C373772FD8728ABDD69ADD03BFF5BE2862BC891DBB79E18FD61712FE23F67B60ED145344A5F6796FDB0D6E7341B73A4E64E1B81AE0A4EA80BC639DEFCC56FBB1C8095BD40FB585CB21CB06B382855"/>
          <p:cNvSpPr/>
          <p:nvPr/>
        </p:nvSpPr>
        <p:spPr>
          <a:xfrm>
            <a:off x="1192248" y="3446149"/>
            <a:ext cx="7260906" cy="415498"/>
          </a:xfrm>
          <a:prstGeom prst="rect">
            <a:avLst/>
          </a:prstGeom>
        </p:spPr>
        <p:txBody>
          <a:bodyPr wrap="square">
            <a:spAutoFit/>
          </a:bodyPr>
          <a:lstStyle/>
          <a:p>
            <a:pPr lvl="0">
              <a:lnSpc>
                <a:spcPct val="150000"/>
              </a:lnSpc>
            </a:pPr>
            <a:r>
              <a:rPr lang="zh-CN" altLang="en-US" sz="1400" dirty="0">
                <a:solidFill>
                  <a:schemeClr val="tx1">
                    <a:lumMod val="85000"/>
                    <a:lumOff val="15000"/>
                  </a:schemeClr>
                </a:solidFill>
                <a:latin typeface="+mj-ea"/>
                <a:ea typeface="+mj-ea"/>
              </a:rPr>
              <a:t>       </a:t>
            </a:r>
            <a:r>
              <a:rPr lang="zh-CN" altLang="en-US" sz="1400" dirty="0" smtClean="0">
                <a:solidFill>
                  <a:schemeClr val="tx1">
                    <a:lumMod val="85000"/>
                    <a:lumOff val="15000"/>
                  </a:schemeClr>
                </a:solidFill>
                <a:latin typeface="+mj-ea"/>
                <a:ea typeface="+mj-ea"/>
              </a:rPr>
              <a:t>感谢学校</a:t>
            </a:r>
            <a:r>
              <a:rPr lang="zh-CN" altLang="en-US" sz="1400" dirty="0">
                <a:solidFill>
                  <a:schemeClr val="tx1">
                    <a:lumMod val="85000"/>
                    <a:lumOff val="15000"/>
                  </a:schemeClr>
                </a:solidFill>
                <a:latin typeface="+mj-ea"/>
                <a:ea typeface="+mj-ea"/>
              </a:rPr>
              <a:t>领导、老师们</a:t>
            </a:r>
            <a:r>
              <a:rPr lang="zh-CN" altLang="en-US" sz="1400" dirty="0" smtClean="0">
                <a:solidFill>
                  <a:schemeClr val="tx1">
                    <a:lumMod val="85000"/>
                    <a:lumOff val="15000"/>
                  </a:schemeClr>
                </a:solidFill>
                <a:latin typeface="+mj-ea"/>
                <a:ea typeface="+mj-ea"/>
              </a:rPr>
              <a:t>，</a:t>
            </a:r>
            <a:r>
              <a:rPr lang="en-US" altLang="zh-CN" sz="1400" dirty="0" smtClean="0">
                <a:solidFill>
                  <a:schemeClr val="tx1">
                    <a:lumMod val="85000"/>
                    <a:lumOff val="15000"/>
                  </a:schemeClr>
                </a:solidFill>
                <a:latin typeface="+mj-ea"/>
                <a:ea typeface="+mj-ea"/>
              </a:rPr>
              <a:t>;</a:t>
            </a:r>
            <a:r>
              <a:rPr lang="zh-CN" altLang="en-US" sz="1400" dirty="0" smtClean="0">
                <a:solidFill>
                  <a:schemeClr val="tx1">
                    <a:lumMod val="85000"/>
                    <a:lumOff val="15000"/>
                  </a:schemeClr>
                </a:solidFill>
                <a:latin typeface="+mj-ea"/>
                <a:ea typeface="+mj-ea"/>
              </a:rPr>
              <a:t> </a:t>
            </a:r>
            <a:r>
              <a:rPr lang="zh-CN" altLang="en-US" sz="1400" dirty="0">
                <a:solidFill>
                  <a:schemeClr val="tx1">
                    <a:lumMod val="85000"/>
                    <a:lumOff val="15000"/>
                  </a:schemeClr>
                </a:solidFill>
                <a:latin typeface="+mj-ea"/>
                <a:ea typeface="+mj-ea"/>
              </a:rPr>
              <a:t>特别感谢学院四年来为我提供的良好学习环境，谢谢</a:t>
            </a:r>
            <a:r>
              <a:rPr lang="en-US" altLang="zh-CN" sz="1400" dirty="0">
                <a:solidFill>
                  <a:schemeClr val="tx1">
                    <a:lumMod val="85000"/>
                    <a:lumOff val="15000"/>
                  </a:schemeClr>
                </a:solidFill>
                <a:latin typeface="+mj-ea"/>
                <a:ea typeface="+mj-ea"/>
              </a:rPr>
              <a:t>!</a:t>
            </a:r>
            <a:endParaRPr lang="zh-CN" altLang="en-US" sz="1400" dirty="0">
              <a:solidFill>
                <a:schemeClr val="tx1">
                  <a:lumMod val="85000"/>
                  <a:lumOff val="15000"/>
                </a:schemeClr>
              </a:solidFill>
              <a:latin typeface="+mj-ea"/>
              <a:ea typeface="+mj-ea"/>
            </a:endParaRPr>
          </a:p>
        </p:txBody>
      </p:sp>
      <p:sp>
        <p:nvSpPr>
          <p:cNvPr id="54" name="Freeform 5"/>
          <p:cNvSpPr/>
          <p:nvPr/>
        </p:nvSpPr>
        <p:spPr bwMode="auto">
          <a:xfrm>
            <a:off x="499414" y="685494"/>
            <a:ext cx="1385668" cy="1249333"/>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solidFill>
            <a:schemeClr val="accent1"/>
          </a:solidFill>
          <a:ln>
            <a:noFill/>
          </a:ln>
          <a:effectLst>
            <a:outerShdw blurRad="254000" dist="2540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CN" altLang="en-US">
              <a:solidFill>
                <a:schemeClr val="lt1"/>
              </a:solidFill>
            </a:endParaRPr>
          </a:p>
        </p:txBody>
      </p:sp>
      <p:sp>
        <p:nvSpPr>
          <p:cNvPr id="55" name="TextBox 156"/>
          <p:cNvSpPr txBox="1"/>
          <p:nvPr/>
        </p:nvSpPr>
        <p:spPr>
          <a:xfrm>
            <a:off x="683703" y="1016119"/>
            <a:ext cx="1010670" cy="584775"/>
          </a:xfrm>
          <a:prstGeom prst="rect">
            <a:avLst/>
          </a:prstGeom>
          <a:noFill/>
        </p:spPr>
        <p:txBody>
          <a:bodyPr wrap="square" rtlCol="0">
            <a:spAutoFit/>
          </a:bodyPr>
          <a:lstStyle/>
          <a:p>
            <a:pPr algn="ctr"/>
            <a:r>
              <a:rPr lang="zh-CN" altLang="en-US" sz="3200" b="1" dirty="0">
                <a:solidFill>
                  <a:schemeClr val="bg1"/>
                </a:solidFill>
                <a:latin typeface="+mj-ea"/>
                <a:ea typeface="+mj-ea"/>
              </a:rPr>
              <a:t>致谢</a:t>
            </a:r>
          </a:p>
        </p:txBody>
      </p:sp>
      <p:sp>
        <p:nvSpPr>
          <p:cNvPr id="56" name="Freeform 5"/>
          <p:cNvSpPr/>
          <p:nvPr/>
        </p:nvSpPr>
        <p:spPr bwMode="auto">
          <a:xfrm>
            <a:off x="8125666" y="4102183"/>
            <a:ext cx="811279" cy="731459"/>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solidFill>
            <a:schemeClr val="accent1"/>
          </a:solidFill>
          <a:ln>
            <a:noFill/>
          </a:ln>
          <a:effectLst>
            <a:outerShdw blurRad="254000" dist="2540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CN" altLang="en-US"/>
          </a:p>
        </p:txBody>
      </p:sp>
    </p:spTree>
    <p:extLst>
      <p:ext uri="{BB962C8B-B14F-4D97-AF65-F5344CB8AC3E}">
        <p14:creationId xmlns="" xmlns:p14="http://schemas.microsoft.com/office/powerpoint/2010/main" val="1637391492"/>
      </p:ext>
    </p:extLst>
  </p:cSld>
  <p:clrMapOvr>
    <a:masterClrMapping/>
  </p:clrMapOvr>
  <mc:AlternateContent xmlns:mc="http://schemas.openxmlformats.org/markup-compatibility/2006">
    <mc:Choice xmlns="" xmlns:p14="http://schemas.microsoft.com/office/powerpoint/2010/main" Requires="p14">
      <p:transition spd="slow" p14:dur="1600">
        <p14:conveyor dir="l"/>
      </p:transition>
    </mc:Choice>
    <mc:Fallback>
      <p:transition spd="slow">
        <p:fade/>
      </p:transition>
    </mc:Fallback>
  </mc:AlternateContent>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19" name="图片 18">
            <a:extLst>
              <a:ext uri="{FF2B5EF4-FFF2-40B4-BE49-F238E27FC236}">
                <a16:creationId xmlns:a16="http://schemas.microsoft.com/office/drawing/2014/main" xmlns="" id="{09B51B13-D3DA-43D6-82B4-A91419B1FBE7}"/>
              </a:ext>
            </a:extLst>
          </p:cNvPr>
          <p:cNvPicPr>
            <a:picLocks noChangeAspect="1"/>
          </p:cNvPicPr>
          <p:nvPr/>
        </p:nvPicPr>
        <p:blipFill>
          <a:blip r:embed="rId3" cstate="print">
            <a:extLst>
              <a:ext uri="{28A0092B-C50C-407E-A947-70E740481C1C}">
                <a14:useLocalDpi xmlns="" xmlns:a14="http://schemas.microsoft.com/office/drawing/2010/main" val="0"/>
              </a:ext>
            </a:extLst>
          </a:blip>
          <a:stretch>
            <a:fillRect/>
          </a:stretch>
        </p:blipFill>
        <p:spPr>
          <a:xfrm>
            <a:off x="941287" y="2163"/>
            <a:ext cx="4175960" cy="5139174"/>
          </a:xfrm>
          <a:prstGeom prst="rect">
            <a:avLst/>
          </a:prstGeom>
        </p:spPr>
      </p:pic>
      <p:sp>
        <p:nvSpPr>
          <p:cNvPr id="20" name="矩形 19">
            <a:extLst>
              <a:ext uri="{FF2B5EF4-FFF2-40B4-BE49-F238E27FC236}">
                <a16:creationId xmlns:a16="http://schemas.microsoft.com/office/drawing/2014/main" xmlns="" id="{7D70A6CD-5EBC-47FE-9E0E-5956EF37CA04}"/>
              </a:ext>
            </a:extLst>
          </p:cNvPr>
          <p:cNvSpPr/>
          <p:nvPr/>
        </p:nvSpPr>
        <p:spPr>
          <a:xfrm>
            <a:off x="940651" y="-9205"/>
            <a:ext cx="4175960" cy="5143499"/>
          </a:xfrm>
          <a:prstGeom prst="rect">
            <a:avLst/>
          </a:prstGeom>
          <a:solidFill>
            <a:schemeClr val="bg1">
              <a:alpha val="33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ctr"/>
          <a:lstStyle/>
          <a:p>
            <a:pPr algn="ctr">
              <a:defRPr/>
            </a:pPr>
            <a:endParaRPr lang="zh-CN" altLang="en-US" sz="1400">
              <a:solidFill>
                <a:prstClr val="white"/>
              </a:solidFill>
              <a:latin typeface="微软雅黑" panose="020B0503020204020204" pitchFamily="34" charset="-122"/>
              <a:ea typeface="微软雅黑" panose="020B0503020204020204" pitchFamily="34" charset="-122"/>
            </a:endParaRPr>
          </a:p>
        </p:txBody>
      </p:sp>
      <p:sp>
        <p:nvSpPr>
          <p:cNvPr id="21" name="矩形 20">
            <a:extLst>
              <a:ext uri="{FF2B5EF4-FFF2-40B4-BE49-F238E27FC236}">
                <a16:creationId xmlns:a16="http://schemas.microsoft.com/office/drawing/2014/main" xmlns="" id="{CB032F11-EA9A-4D95-B60F-C93CD6108D20}"/>
              </a:ext>
            </a:extLst>
          </p:cNvPr>
          <p:cNvSpPr/>
          <p:nvPr/>
        </p:nvSpPr>
        <p:spPr>
          <a:xfrm>
            <a:off x="2407787" y="322750"/>
            <a:ext cx="3008684" cy="4479590"/>
          </a:xfrm>
          <a:prstGeom prst="rect">
            <a:avLst/>
          </a:prstGeom>
          <a:solidFill>
            <a:schemeClr val="accent1">
              <a:lumMod val="90000"/>
              <a:lumOff val="10000"/>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ctr"/>
          <a:lstStyle/>
          <a:p>
            <a:pPr algn="ctr">
              <a:defRPr/>
            </a:pPr>
            <a:endParaRPr lang="zh-CN" altLang="en-US" sz="1400">
              <a:solidFill>
                <a:prstClr val="white"/>
              </a:solidFill>
              <a:latin typeface="微软雅黑" panose="020B0503020204020204" pitchFamily="34" charset="-122"/>
              <a:ea typeface="微软雅黑" panose="020B0503020204020204" pitchFamily="34" charset="-122"/>
            </a:endParaRPr>
          </a:p>
        </p:txBody>
      </p:sp>
      <p:sp>
        <p:nvSpPr>
          <p:cNvPr id="22" name="矩形 21">
            <a:extLst>
              <a:ext uri="{FF2B5EF4-FFF2-40B4-BE49-F238E27FC236}">
                <a16:creationId xmlns:a16="http://schemas.microsoft.com/office/drawing/2014/main" xmlns="" id="{F99752B4-5C89-4BB0-90BB-1C0676D5DA4F}"/>
              </a:ext>
            </a:extLst>
          </p:cNvPr>
          <p:cNvSpPr/>
          <p:nvPr/>
        </p:nvSpPr>
        <p:spPr>
          <a:xfrm>
            <a:off x="2579839" y="2069155"/>
            <a:ext cx="3317147" cy="530915"/>
          </a:xfrm>
          <a:prstGeom prst="rect">
            <a:avLst/>
          </a:prstGeom>
        </p:spPr>
        <p:txBody>
          <a:bodyPr wrap="square" lIns="68580" tIns="34290" rIns="68580" bIns="34290">
            <a:spAutoFit/>
          </a:bodyPr>
          <a:lstStyle/>
          <a:p>
            <a:pPr>
              <a:defRPr/>
            </a:pPr>
            <a:r>
              <a:rPr lang="zh-CN" altLang="en-US" sz="3000" b="1" spc="600">
                <a:solidFill>
                  <a:prstClr val="white"/>
                </a:solidFill>
                <a:latin typeface="微软雅黑" panose="020B0503020204020204" pitchFamily="34" charset="-122"/>
                <a:ea typeface="微软雅黑" panose="020B0503020204020204" pitchFamily="34" charset="-122"/>
              </a:rPr>
              <a:t>参考文献</a:t>
            </a:r>
            <a:endParaRPr lang="zh-CN" altLang="en-US" sz="3000" b="1" spc="600" dirty="0">
              <a:solidFill>
                <a:prstClr val="white"/>
              </a:solidFill>
              <a:latin typeface="微软雅黑" panose="020B0503020204020204" pitchFamily="34" charset="-122"/>
              <a:ea typeface="微软雅黑" panose="020B0503020204020204" pitchFamily="34" charset="-122"/>
            </a:endParaRPr>
          </a:p>
        </p:txBody>
      </p:sp>
      <p:cxnSp>
        <p:nvCxnSpPr>
          <p:cNvPr id="23" name="直接连接符 22">
            <a:extLst>
              <a:ext uri="{FF2B5EF4-FFF2-40B4-BE49-F238E27FC236}">
                <a16:creationId xmlns:a16="http://schemas.microsoft.com/office/drawing/2014/main" xmlns="" id="{5318A37A-F8FE-4E8A-BF86-D3AE61B979F9}"/>
              </a:ext>
            </a:extLst>
          </p:cNvPr>
          <p:cNvCxnSpPr>
            <a:cxnSpLocks/>
          </p:cNvCxnSpPr>
          <p:nvPr/>
        </p:nvCxnSpPr>
        <p:spPr>
          <a:xfrm>
            <a:off x="2681496" y="1841540"/>
            <a:ext cx="1378265" cy="0"/>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24" name="直接连接符 23">
            <a:extLst>
              <a:ext uri="{FF2B5EF4-FFF2-40B4-BE49-F238E27FC236}">
                <a16:creationId xmlns:a16="http://schemas.microsoft.com/office/drawing/2014/main" xmlns="" id="{66B967FB-2DB7-4BCC-8646-3A4564CCB99B}"/>
              </a:ext>
            </a:extLst>
          </p:cNvPr>
          <p:cNvCxnSpPr>
            <a:cxnSpLocks/>
          </p:cNvCxnSpPr>
          <p:nvPr/>
        </p:nvCxnSpPr>
        <p:spPr>
          <a:xfrm>
            <a:off x="2681496" y="3185436"/>
            <a:ext cx="812677" cy="0"/>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sp>
        <p:nvSpPr>
          <p:cNvPr id="25" name="矩形 24">
            <a:extLst>
              <a:ext uri="{FF2B5EF4-FFF2-40B4-BE49-F238E27FC236}">
                <a16:creationId xmlns:a16="http://schemas.microsoft.com/office/drawing/2014/main" xmlns="" id="{DC593CAA-066D-4018-B735-2895A8CC573C}"/>
              </a:ext>
            </a:extLst>
          </p:cNvPr>
          <p:cNvSpPr/>
          <p:nvPr/>
        </p:nvSpPr>
        <p:spPr>
          <a:xfrm>
            <a:off x="2579839" y="2658067"/>
            <a:ext cx="2147359" cy="238527"/>
          </a:xfrm>
          <a:prstGeom prst="rect">
            <a:avLst/>
          </a:prstGeom>
        </p:spPr>
        <p:txBody>
          <a:bodyPr wrap="square" lIns="68580" tIns="34290" rIns="68580" bIns="34290">
            <a:spAutoFit/>
          </a:bodyPr>
          <a:lstStyle/>
          <a:p>
            <a:pPr lvl="0" algn="dist">
              <a:defRPr/>
            </a:pPr>
            <a:r>
              <a:rPr lang="en-US" altLang="zh-CN" sz="1100" spc="450">
                <a:solidFill>
                  <a:schemeClr val="bg1"/>
                </a:solidFill>
                <a:latin typeface="微软雅黑" panose="020B0503020204020204" pitchFamily="34" charset="-122"/>
                <a:ea typeface="微软雅黑" panose="020B0503020204020204" pitchFamily="34" charset="-122"/>
                <a:cs typeface="Times New Roman" panose="02020603050405020304" pitchFamily="18" charset="0"/>
              </a:rPr>
              <a:t>references</a:t>
            </a:r>
            <a:endParaRPr lang="zh-CN" altLang="en-US" sz="1100" spc="450" dirty="0">
              <a:solidFill>
                <a:schemeClr val="bg1"/>
              </a:solidFill>
              <a:latin typeface="微软雅黑" panose="020B0503020204020204" pitchFamily="34" charset="-122"/>
              <a:ea typeface="微软雅黑" panose="020B0503020204020204" pitchFamily="34" charset="-122"/>
            </a:endParaRPr>
          </a:p>
        </p:txBody>
      </p:sp>
      <p:sp>
        <p:nvSpPr>
          <p:cNvPr id="33" name="signing-contract_66138"/>
          <p:cNvSpPr>
            <a:spLocks noChangeAspect="1"/>
          </p:cNvSpPr>
          <p:nvPr/>
        </p:nvSpPr>
        <p:spPr bwMode="auto">
          <a:xfrm>
            <a:off x="2681496" y="1094969"/>
            <a:ext cx="530498" cy="530196"/>
          </a:xfrm>
          <a:custGeom>
            <a:avLst/>
            <a:gdLst>
              <a:gd name="connsiteX0" fmla="*/ 177088 w 577759"/>
              <a:gd name="connsiteY0" fmla="*/ 396051 h 577432"/>
              <a:gd name="connsiteX1" fmla="*/ 185388 w 577759"/>
              <a:gd name="connsiteY1" fmla="*/ 400653 h 577432"/>
              <a:gd name="connsiteX2" fmla="*/ 178010 w 577759"/>
              <a:gd name="connsiteY2" fmla="*/ 436543 h 577432"/>
              <a:gd name="connsiteX3" fmla="*/ 184466 w 577759"/>
              <a:gd name="connsiteY3" fmla="*/ 440224 h 577432"/>
              <a:gd name="connsiteX4" fmla="*/ 186310 w 577759"/>
              <a:gd name="connsiteY4" fmla="*/ 442985 h 577432"/>
              <a:gd name="connsiteX5" fmla="*/ 201988 w 577759"/>
              <a:gd name="connsiteY5" fmla="*/ 452188 h 577432"/>
              <a:gd name="connsiteX6" fmla="*/ 204755 w 577759"/>
              <a:gd name="connsiteY6" fmla="*/ 458630 h 577432"/>
              <a:gd name="connsiteX7" fmla="*/ 274843 w 577759"/>
              <a:gd name="connsiteY7" fmla="*/ 460470 h 577432"/>
              <a:gd name="connsiteX8" fmla="*/ 274843 w 577759"/>
              <a:gd name="connsiteY8" fmla="*/ 480716 h 577432"/>
              <a:gd name="connsiteX9" fmla="*/ 206599 w 577759"/>
              <a:gd name="connsiteY9" fmla="*/ 478876 h 577432"/>
              <a:gd name="connsiteX10" fmla="*/ 194610 w 577759"/>
              <a:gd name="connsiteY10" fmla="*/ 481636 h 577432"/>
              <a:gd name="connsiteX11" fmla="*/ 183544 w 577759"/>
              <a:gd name="connsiteY11" fmla="*/ 473354 h 577432"/>
              <a:gd name="connsiteX12" fmla="*/ 183544 w 577759"/>
              <a:gd name="connsiteY12" fmla="*/ 466912 h 577432"/>
              <a:gd name="connsiteX13" fmla="*/ 178933 w 577759"/>
              <a:gd name="connsiteY13" fmla="*/ 474274 h 577432"/>
              <a:gd name="connsiteX14" fmla="*/ 161410 w 577759"/>
              <a:gd name="connsiteY14" fmla="*/ 465992 h 577432"/>
              <a:gd name="connsiteX15" fmla="*/ 162333 w 577759"/>
              <a:gd name="connsiteY15" fmla="*/ 464151 h 577432"/>
              <a:gd name="connsiteX16" fmla="*/ 163255 w 577759"/>
              <a:gd name="connsiteY16" fmla="*/ 460470 h 577432"/>
              <a:gd name="connsiteX17" fmla="*/ 156799 w 577759"/>
              <a:gd name="connsiteY17" fmla="*/ 466912 h 577432"/>
              <a:gd name="connsiteX18" fmla="*/ 140199 w 577759"/>
              <a:gd name="connsiteY18" fmla="*/ 456789 h 577432"/>
              <a:gd name="connsiteX19" fmla="*/ 154033 w 577759"/>
              <a:gd name="connsiteY19" fmla="*/ 435623 h 577432"/>
              <a:gd name="connsiteX20" fmla="*/ 103311 w 577759"/>
              <a:gd name="connsiteY20" fmla="*/ 495441 h 577432"/>
              <a:gd name="connsiteX21" fmla="*/ 85789 w 577759"/>
              <a:gd name="connsiteY21" fmla="*/ 485318 h 577432"/>
              <a:gd name="connsiteX22" fmla="*/ 143888 w 577759"/>
              <a:gd name="connsiteY22" fmla="*/ 417217 h 577432"/>
              <a:gd name="connsiteX23" fmla="*/ 177088 w 577759"/>
              <a:gd name="connsiteY23" fmla="*/ 396051 h 577432"/>
              <a:gd name="connsiteX24" fmla="*/ 326592 w 577759"/>
              <a:gd name="connsiteY24" fmla="*/ 382185 h 577432"/>
              <a:gd name="connsiteX25" fmla="*/ 324748 w 577759"/>
              <a:gd name="connsiteY25" fmla="*/ 412582 h 577432"/>
              <a:gd name="connsiteX26" fmla="*/ 340423 w 577759"/>
              <a:gd name="connsiteY26" fmla="*/ 420871 h 577432"/>
              <a:gd name="connsiteX27" fmla="*/ 355177 w 577759"/>
              <a:gd name="connsiteY27" fmla="*/ 430082 h 577432"/>
              <a:gd name="connsiteX28" fmla="*/ 380995 w 577759"/>
              <a:gd name="connsiteY28" fmla="*/ 413503 h 577432"/>
              <a:gd name="connsiteX29" fmla="*/ 356099 w 577759"/>
              <a:gd name="connsiteY29" fmla="*/ 393238 h 577432"/>
              <a:gd name="connsiteX30" fmla="*/ 326592 w 577759"/>
              <a:gd name="connsiteY30" fmla="*/ 382185 h 577432"/>
              <a:gd name="connsiteX31" fmla="*/ 125443 w 577759"/>
              <a:gd name="connsiteY31" fmla="*/ 299294 h 577432"/>
              <a:gd name="connsiteX32" fmla="*/ 224189 w 577759"/>
              <a:gd name="connsiteY32" fmla="*/ 299294 h 577432"/>
              <a:gd name="connsiteX33" fmla="*/ 250029 w 577759"/>
              <a:gd name="connsiteY33" fmla="*/ 326015 h 577432"/>
              <a:gd name="connsiteX34" fmla="*/ 224189 w 577759"/>
              <a:gd name="connsiteY34" fmla="*/ 351815 h 577432"/>
              <a:gd name="connsiteX35" fmla="*/ 125443 w 577759"/>
              <a:gd name="connsiteY35" fmla="*/ 351815 h 577432"/>
              <a:gd name="connsiteX36" fmla="*/ 98680 w 577759"/>
              <a:gd name="connsiteY36" fmla="*/ 326015 h 577432"/>
              <a:gd name="connsiteX37" fmla="*/ 125443 w 577759"/>
              <a:gd name="connsiteY37" fmla="*/ 299294 h 577432"/>
              <a:gd name="connsiteX38" fmla="*/ 125436 w 577759"/>
              <a:gd name="connsiteY38" fmla="*/ 200762 h 577432"/>
              <a:gd name="connsiteX39" fmla="*/ 321952 w 577759"/>
              <a:gd name="connsiteY39" fmla="*/ 200762 h 577432"/>
              <a:gd name="connsiteX40" fmla="*/ 348708 w 577759"/>
              <a:gd name="connsiteY40" fmla="*/ 227483 h 577432"/>
              <a:gd name="connsiteX41" fmla="*/ 321952 w 577759"/>
              <a:gd name="connsiteY41" fmla="*/ 253283 h 577432"/>
              <a:gd name="connsiteX42" fmla="*/ 125436 w 577759"/>
              <a:gd name="connsiteY42" fmla="*/ 253283 h 577432"/>
              <a:gd name="connsiteX43" fmla="*/ 98680 w 577759"/>
              <a:gd name="connsiteY43" fmla="*/ 227483 h 577432"/>
              <a:gd name="connsiteX44" fmla="*/ 125436 w 577759"/>
              <a:gd name="connsiteY44" fmla="*/ 200762 h 577432"/>
              <a:gd name="connsiteX45" fmla="*/ 125436 w 577759"/>
              <a:gd name="connsiteY45" fmla="*/ 103118 h 577432"/>
              <a:gd name="connsiteX46" fmla="*/ 321952 w 577759"/>
              <a:gd name="connsiteY46" fmla="*/ 103118 h 577432"/>
              <a:gd name="connsiteX47" fmla="*/ 348708 w 577759"/>
              <a:gd name="connsiteY47" fmla="*/ 128918 h 577432"/>
              <a:gd name="connsiteX48" fmla="*/ 321952 w 577759"/>
              <a:gd name="connsiteY48" fmla="*/ 155639 h 577432"/>
              <a:gd name="connsiteX49" fmla="*/ 125436 w 577759"/>
              <a:gd name="connsiteY49" fmla="*/ 155639 h 577432"/>
              <a:gd name="connsiteX50" fmla="*/ 98680 w 577759"/>
              <a:gd name="connsiteY50" fmla="*/ 128918 h 577432"/>
              <a:gd name="connsiteX51" fmla="*/ 125436 w 577759"/>
              <a:gd name="connsiteY51" fmla="*/ 103118 h 577432"/>
              <a:gd name="connsiteX52" fmla="*/ 497753 w 577759"/>
              <a:gd name="connsiteY52" fmla="*/ 64639 h 577432"/>
              <a:gd name="connsiteX53" fmla="*/ 537748 w 577759"/>
              <a:gd name="connsiteY53" fmla="*/ 78225 h 577432"/>
              <a:gd name="connsiteX54" fmla="*/ 577398 w 577759"/>
              <a:gd name="connsiteY54" fmla="*/ 121516 h 577432"/>
              <a:gd name="connsiteX55" fmla="*/ 575554 w 577759"/>
              <a:gd name="connsiteY55" fmla="*/ 130727 h 577432"/>
              <a:gd name="connsiteX56" fmla="*/ 411424 w 577759"/>
              <a:gd name="connsiteY56" fmla="*/ 415345 h 577432"/>
              <a:gd name="connsiteX57" fmla="*/ 407735 w 577759"/>
              <a:gd name="connsiteY57" fmla="*/ 419029 h 577432"/>
              <a:gd name="connsiteX58" fmla="*/ 321982 w 577759"/>
              <a:gd name="connsiteY58" fmla="*/ 476137 h 577432"/>
              <a:gd name="connsiteX59" fmla="*/ 308151 w 577759"/>
              <a:gd name="connsiteY59" fmla="*/ 476137 h 577432"/>
              <a:gd name="connsiteX60" fmla="*/ 301696 w 577759"/>
              <a:gd name="connsiteY60" fmla="*/ 464163 h 577432"/>
              <a:gd name="connsiteX61" fmla="*/ 307229 w 577759"/>
              <a:gd name="connsiteY61" fmla="*/ 361921 h 577432"/>
              <a:gd name="connsiteX62" fmla="*/ 309073 w 577759"/>
              <a:gd name="connsiteY62" fmla="*/ 355473 h 577432"/>
              <a:gd name="connsiteX63" fmla="*/ 473203 w 577759"/>
              <a:gd name="connsiteY63" fmla="*/ 71777 h 577432"/>
              <a:gd name="connsiteX64" fmla="*/ 480580 w 577759"/>
              <a:gd name="connsiteY64" fmla="*/ 66250 h 577432"/>
              <a:gd name="connsiteX65" fmla="*/ 497753 w 577759"/>
              <a:gd name="connsiteY65" fmla="*/ 64639 h 577432"/>
              <a:gd name="connsiteX66" fmla="*/ 26751 w 577759"/>
              <a:gd name="connsiteY66" fmla="*/ 0 h 577432"/>
              <a:gd name="connsiteX67" fmla="*/ 420637 w 577759"/>
              <a:gd name="connsiteY67" fmla="*/ 0 h 577432"/>
              <a:gd name="connsiteX68" fmla="*/ 447388 w 577759"/>
              <a:gd name="connsiteY68" fmla="*/ 25786 h 577432"/>
              <a:gd name="connsiteX69" fmla="*/ 447388 w 577759"/>
              <a:gd name="connsiteY69" fmla="*/ 65387 h 577432"/>
              <a:gd name="connsiteX70" fmla="*/ 394808 w 577759"/>
              <a:gd name="connsiteY70" fmla="*/ 156560 h 577432"/>
              <a:gd name="connsiteX71" fmla="*/ 394808 w 577759"/>
              <a:gd name="connsiteY71" fmla="*/ 52494 h 577432"/>
              <a:gd name="connsiteX72" fmla="*/ 52580 w 577759"/>
              <a:gd name="connsiteY72" fmla="*/ 52494 h 577432"/>
              <a:gd name="connsiteX73" fmla="*/ 52580 w 577759"/>
              <a:gd name="connsiteY73" fmla="*/ 524938 h 577432"/>
              <a:gd name="connsiteX74" fmla="*/ 394808 w 577759"/>
              <a:gd name="connsiteY74" fmla="*/ 524938 h 577432"/>
              <a:gd name="connsiteX75" fmla="*/ 394808 w 577759"/>
              <a:gd name="connsiteY75" fmla="*/ 459551 h 577432"/>
              <a:gd name="connsiteX76" fmla="*/ 422482 w 577759"/>
              <a:gd name="connsiteY76" fmla="*/ 441132 h 577432"/>
              <a:gd name="connsiteX77" fmla="*/ 434474 w 577759"/>
              <a:gd name="connsiteY77" fmla="*/ 428239 h 577432"/>
              <a:gd name="connsiteX78" fmla="*/ 447388 w 577759"/>
              <a:gd name="connsiteY78" fmla="*/ 406137 h 577432"/>
              <a:gd name="connsiteX79" fmla="*/ 447388 w 577759"/>
              <a:gd name="connsiteY79" fmla="*/ 550725 h 577432"/>
              <a:gd name="connsiteX80" fmla="*/ 420637 w 577759"/>
              <a:gd name="connsiteY80" fmla="*/ 577432 h 577432"/>
              <a:gd name="connsiteX81" fmla="*/ 26751 w 577759"/>
              <a:gd name="connsiteY81" fmla="*/ 577432 h 577432"/>
              <a:gd name="connsiteX82" fmla="*/ 0 w 577759"/>
              <a:gd name="connsiteY82" fmla="*/ 550725 h 577432"/>
              <a:gd name="connsiteX83" fmla="*/ 0 w 577759"/>
              <a:gd name="connsiteY83" fmla="*/ 25786 h 577432"/>
              <a:gd name="connsiteX84" fmla="*/ 26751 w 577759"/>
              <a:gd name="connsiteY84" fmla="*/ 0 h 5774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Lst>
            <a:rect l="l" t="t" r="r" b="b"/>
            <a:pathLst>
              <a:path w="577759" h="577432">
                <a:moveTo>
                  <a:pt x="177088" y="396051"/>
                </a:moveTo>
                <a:cubicBezTo>
                  <a:pt x="179855" y="396051"/>
                  <a:pt x="183544" y="397892"/>
                  <a:pt x="185388" y="400653"/>
                </a:cubicBezTo>
                <a:cubicBezTo>
                  <a:pt x="189999" y="411696"/>
                  <a:pt x="185388" y="423659"/>
                  <a:pt x="178010" y="436543"/>
                </a:cubicBezTo>
                <a:cubicBezTo>
                  <a:pt x="180777" y="436543"/>
                  <a:pt x="182621" y="438384"/>
                  <a:pt x="184466" y="440224"/>
                </a:cubicBezTo>
                <a:cubicBezTo>
                  <a:pt x="185388" y="441145"/>
                  <a:pt x="185388" y="442065"/>
                  <a:pt x="186310" y="442985"/>
                </a:cubicBezTo>
                <a:cubicBezTo>
                  <a:pt x="191844" y="442065"/>
                  <a:pt x="197377" y="444826"/>
                  <a:pt x="201988" y="452188"/>
                </a:cubicBezTo>
                <a:cubicBezTo>
                  <a:pt x="203832" y="454949"/>
                  <a:pt x="204755" y="456789"/>
                  <a:pt x="204755" y="458630"/>
                </a:cubicBezTo>
                <a:cubicBezTo>
                  <a:pt x="229654" y="454028"/>
                  <a:pt x="249943" y="460470"/>
                  <a:pt x="274843" y="460470"/>
                </a:cubicBezTo>
                <a:cubicBezTo>
                  <a:pt x="287754" y="460470"/>
                  <a:pt x="287754" y="480716"/>
                  <a:pt x="274843" y="480716"/>
                </a:cubicBezTo>
                <a:cubicBezTo>
                  <a:pt x="253632" y="480716"/>
                  <a:pt x="226888" y="468753"/>
                  <a:pt x="206599" y="478876"/>
                </a:cubicBezTo>
                <a:cubicBezTo>
                  <a:pt x="202910" y="480716"/>
                  <a:pt x="198299" y="483477"/>
                  <a:pt x="194610" y="481636"/>
                </a:cubicBezTo>
                <a:cubicBezTo>
                  <a:pt x="189999" y="479796"/>
                  <a:pt x="184466" y="478876"/>
                  <a:pt x="183544" y="473354"/>
                </a:cubicBezTo>
                <a:cubicBezTo>
                  <a:pt x="183544" y="470593"/>
                  <a:pt x="183544" y="468753"/>
                  <a:pt x="183544" y="466912"/>
                </a:cubicBezTo>
                <a:cubicBezTo>
                  <a:pt x="181699" y="469673"/>
                  <a:pt x="180777" y="471513"/>
                  <a:pt x="178933" y="474274"/>
                </a:cubicBezTo>
                <a:cubicBezTo>
                  <a:pt x="173399" y="482557"/>
                  <a:pt x="156799" y="477035"/>
                  <a:pt x="161410" y="465992"/>
                </a:cubicBezTo>
                <a:cubicBezTo>
                  <a:pt x="161410" y="465992"/>
                  <a:pt x="161410" y="465072"/>
                  <a:pt x="162333" y="464151"/>
                </a:cubicBezTo>
                <a:cubicBezTo>
                  <a:pt x="162333" y="462311"/>
                  <a:pt x="163255" y="461391"/>
                  <a:pt x="163255" y="460470"/>
                </a:cubicBezTo>
                <a:cubicBezTo>
                  <a:pt x="161410" y="462311"/>
                  <a:pt x="158644" y="464151"/>
                  <a:pt x="156799" y="466912"/>
                </a:cubicBezTo>
                <a:cubicBezTo>
                  <a:pt x="150344" y="477035"/>
                  <a:pt x="132822" y="467832"/>
                  <a:pt x="140199" y="456789"/>
                </a:cubicBezTo>
                <a:cubicBezTo>
                  <a:pt x="144811" y="449427"/>
                  <a:pt x="149422" y="442985"/>
                  <a:pt x="154033" y="435623"/>
                </a:cubicBezTo>
                <a:cubicBezTo>
                  <a:pt x="135588" y="454028"/>
                  <a:pt x="118988" y="474274"/>
                  <a:pt x="103311" y="495441"/>
                </a:cubicBezTo>
                <a:cubicBezTo>
                  <a:pt x="95011" y="504643"/>
                  <a:pt x="78411" y="495441"/>
                  <a:pt x="85789" y="485318"/>
                </a:cubicBezTo>
                <a:cubicBezTo>
                  <a:pt x="104233" y="462311"/>
                  <a:pt x="122677" y="438384"/>
                  <a:pt x="143888" y="417217"/>
                </a:cubicBezTo>
                <a:cubicBezTo>
                  <a:pt x="152188" y="408935"/>
                  <a:pt x="163255" y="396051"/>
                  <a:pt x="177088" y="396051"/>
                </a:cubicBezTo>
                <a:close/>
                <a:moveTo>
                  <a:pt x="326592" y="382185"/>
                </a:moveTo>
                <a:lnTo>
                  <a:pt x="324748" y="412582"/>
                </a:lnTo>
                <a:cubicBezTo>
                  <a:pt x="329358" y="414424"/>
                  <a:pt x="334891" y="417187"/>
                  <a:pt x="340423" y="420871"/>
                </a:cubicBezTo>
                <a:cubicBezTo>
                  <a:pt x="345956" y="423635"/>
                  <a:pt x="350566" y="427319"/>
                  <a:pt x="355177" y="430082"/>
                </a:cubicBezTo>
                <a:lnTo>
                  <a:pt x="380995" y="413503"/>
                </a:lnTo>
                <a:cubicBezTo>
                  <a:pt x="376385" y="407976"/>
                  <a:pt x="369008" y="400607"/>
                  <a:pt x="356099" y="393238"/>
                </a:cubicBezTo>
                <a:cubicBezTo>
                  <a:pt x="343190" y="385869"/>
                  <a:pt x="333047" y="383106"/>
                  <a:pt x="326592" y="382185"/>
                </a:cubicBezTo>
                <a:close/>
                <a:moveTo>
                  <a:pt x="125443" y="299294"/>
                </a:moveTo>
                <a:lnTo>
                  <a:pt x="224189" y="299294"/>
                </a:lnTo>
                <a:cubicBezTo>
                  <a:pt x="238032" y="299294"/>
                  <a:pt x="250029" y="311272"/>
                  <a:pt x="250029" y="326015"/>
                </a:cubicBezTo>
                <a:cubicBezTo>
                  <a:pt x="250029" y="339836"/>
                  <a:pt x="238032" y="351815"/>
                  <a:pt x="224189" y="351815"/>
                </a:cubicBezTo>
                <a:lnTo>
                  <a:pt x="125443" y="351815"/>
                </a:lnTo>
                <a:cubicBezTo>
                  <a:pt x="110677" y="351815"/>
                  <a:pt x="98680" y="339836"/>
                  <a:pt x="98680" y="326015"/>
                </a:cubicBezTo>
                <a:cubicBezTo>
                  <a:pt x="98680" y="311272"/>
                  <a:pt x="110677" y="299294"/>
                  <a:pt x="125443" y="299294"/>
                </a:cubicBezTo>
                <a:close/>
                <a:moveTo>
                  <a:pt x="125436" y="200762"/>
                </a:moveTo>
                <a:lnTo>
                  <a:pt x="321952" y="200762"/>
                </a:lnTo>
                <a:cubicBezTo>
                  <a:pt x="336714" y="200762"/>
                  <a:pt x="348708" y="212740"/>
                  <a:pt x="348708" y="227483"/>
                </a:cubicBezTo>
                <a:cubicBezTo>
                  <a:pt x="348708" y="242226"/>
                  <a:pt x="336714" y="253283"/>
                  <a:pt x="321952" y="253283"/>
                </a:cubicBezTo>
                <a:lnTo>
                  <a:pt x="125436" y="253283"/>
                </a:lnTo>
                <a:cubicBezTo>
                  <a:pt x="110674" y="253283"/>
                  <a:pt x="98680" y="242226"/>
                  <a:pt x="98680" y="227483"/>
                </a:cubicBezTo>
                <a:cubicBezTo>
                  <a:pt x="98680" y="212740"/>
                  <a:pt x="110674" y="200762"/>
                  <a:pt x="125436" y="200762"/>
                </a:cubicBezTo>
                <a:close/>
                <a:moveTo>
                  <a:pt x="125436" y="103118"/>
                </a:moveTo>
                <a:lnTo>
                  <a:pt x="321952" y="103118"/>
                </a:lnTo>
                <a:cubicBezTo>
                  <a:pt x="336714" y="103118"/>
                  <a:pt x="348708" y="114175"/>
                  <a:pt x="348708" y="128918"/>
                </a:cubicBezTo>
                <a:cubicBezTo>
                  <a:pt x="348708" y="143660"/>
                  <a:pt x="336714" y="155639"/>
                  <a:pt x="321952" y="155639"/>
                </a:cubicBezTo>
                <a:lnTo>
                  <a:pt x="125436" y="155639"/>
                </a:lnTo>
                <a:cubicBezTo>
                  <a:pt x="110674" y="155639"/>
                  <a:pt x="98680" y="143660"/>
                  <a:pt x="98680" y="128918"/>
                </a:cubicBezTo>
                <a:cubicBezTo>
                  <a:pt x="98680" y="114175"/>
                  <a:pt x="110674" y="103118"/>
                  <a:pt x="125436" y="103118"/>
                </a:cubicBezTo>
                <a:close/>
                <a:moveTo>
                  <a:pt x="497753" y="64639"/>
                </a:moveTo>
                <a:cubicBezTo>
                  <a:pt x="507550" y="65329"/>
                  <a:pt x="521151" y="68553"/>
                  <a:pt x="537748" y="78225"/>
                </a:cubicBezTo>
                <a:cubicBezTo>
                  <a:pt x="570943" y="97568"/>
                  <a:pt x="576476" y="118753"/>
                  <a:pt x="577398" y="121516"/>
                </a:cubicBezTo>
                <a:cubicBezTo>
                  <a:pt x="578320" y="124279"/>
                  <a:pt x="577398" y="127964"/>
                  <a:pt x="575554" y="130727"/>
                </a:cubicBezTo>
                <a:lnTo>
                  <a:pt x="411424" y="415345"/>
                </a:lnTo>
                <a:cubicBezTo>
                  <a:pt x="410501" y="416266"/>
                  <a:pt x="409579" y="418108"/>
                  <a:pt x="407735" y="419029"/>
                </a:cubicBezTo>
                <a:lnTo>
                  <a:pt x="321982" y="476137"/>
                </a:lnTo>
                <a:cubicBezTo>
                  <a:pt x="317371" y="478900"/>
                  <a:pt x="312761" y="478900"/>
                  <a:pt x="308151" y="476137"/>
                </a:cubicBezTo>
                <a:cubicBezTo>
                  <a:pt x="303540" y="473374"/>
                  <a:pt x="300774" y="468768"/>
                  <a:pt x="301696" y="464163"/>
                </a:cubicBezTo>
                <a:lnTo>
                  <a:pt x="307229" y="361921"/>
                </a:lnTo>
                <a:cubicBezTo>
                  <a:pt x="308151" y="359158"/>
                  <a:pt x="308151" y="357316"/>
                  <a:pt x="309073" y="355473"/>
                </a:cubicBezTo>
                <a:lnTo>
                  <a:pt x="473203" y="71777"/>
                </a:lnTo>
                <a:cubicBezTo>
                  <a:pt x="475047" y="69014"/>
                  <a:pt x="477813" y="67172"/>
                  <a:pt x="480580" y="66250"/>
                </a:cubicBezTo>
                <a:cubicBezTo>
                  <a:pt x="481963" y="65790"/>
                  <a:pt x="487956" y="63948"/>
                  <a:pt x="497753" y="64639"/>
                </a:cubicBezTo>
                <a:close/>
                <a:moveTo>
                  <a:pt x="26751" y="0"/>
                </a:moveTo>
                <a:lnTo>
                  <a:pt x="420637" y="0"/>
                </a:lnTo>
                <a:cubicBezTo>
                  <a:pt x="435396" y="0"/>
                  <a:pt x="447388" y="11972"/>
                  <a:pt x="447388" y="25786"/>
                </a:cubicBezTo>
                <a:lnTo>
                  <a:pt x="447388" y="65387"/>
                </a:lnTo>
                <a:lnTo>
                  <a:pt x="394808" y="156560"/>
                </a:lnTo>
                <a:lnTo>
                  <a:pt x="394808" y="52494"/>
                </a:lnTo>
                <a:lnTo>
                  <a:pt x="52580" y="52494"/>
                </a:lnTo>
                <a:lnTo>
                  <a:pt x="52580" y="524938"/>
                </a:lnTo>
                <a:lnTo>
                  <a:pt x="394808" y="524938"/>
                </a:lnTo>
                <a:lnTo>
                  <a:pt x="394808" y="459551"/>
                </a:lnTo>
                <a:lnTo>
                  <a:pt x="422482" y="441132"/>
                </a:lnTo>
                <a:cubicBezTo>
                  <a:pt x="427094" y="437449"/>
                  <a:pt x="431706" y="432844"/>
                  <a:pt x="434474" y="428239"/>
                </a:cubicBezTo>
                <a:lnTo>
                  <a:pt x="447388" y="406137"/>
                </a:lnTo>
                <a:lnTo>
                  <a:pt x="447388" y="550725"/>
                </a:lnTo>
                <a:cubicBezTo>
                  <a:pt x="447388" y="565460"/>
                  <a:pt x="435396" y="577432"/>
                  <a:pt x="420637" y="577432"/>
                </a:cubicBezTo>
                <a:lnTo>
                  <a:pt x="26751" y="577432"/>
                </a:lnTo>
                <a:cubicBezTo>
                  <a:pt x="11992" y="577432"/>
                  <a:pt x="0" y="565460"/>
                  <a:pt x="0" y="550725"/>
                </a:cubicBezTo>
                <a:lnTo>
                  <a:pt x="0" y="25786"/>
                </a:lnTo>
                <a:cubicBezTo>
                  <a:pt x="0" y="11972"/>
                  <a:pt x="11992" y="0"/>
                  <a:pt x="26751" y="0"/>
                </a:cubicBezTo>
                <a:close/>
              </a:path>
            </a:pathLst>
          </a:custGeom>
          <a:solidFill>
            <a:schemeClr val="bg1"/>
          </a:solidFill>
          <a:ln>
            <a:noFill/>
          </a:ln>
        </p:spPr>
      </p:sp>
    </p:spTree>
    <p:extLst>
      <p:ext uri="{BB962C8B-B14F-4D97-AF65-F5344CB8AC3E}">
        <p14:creationId xmlns="" xmlns:p14="http://schemas.microsoft.com/office/powerpoint/2010/main" val="2128158303"/>
      </p:ext>
    </p:extLst>
  </p:cSld>
  <p:clrMapOvr>
    <a:masterClrMapping/>
  </p:clrMapOvr>
  <mc:AlternateContent xmlns:mc="http://schemas.openxmlformats.org/markup-compatibility/2006">
    <mc:Choice xmlns="" xmlns:p14="http://schemas.microsoft.com/office/powerpoint/2010/main" Requires="p14">
      <p:transition spd="slow" p14:dur="1600">
        <p14:conveyor dir="l"/>
      </p:transition>
    </mc:Choice>
    <mc:Fallback>
      <p:transition spd="slow">
        <p:fade/>
      </p:transition>
    </mc:Fallback>
  </mc:AlternateContent>
  <p:timing>
    <p:tnLst>
      <p:par>
        <p:cTn id="1" dur="indefinite" restart="never" nodeType="tmRoot"/>
      </p:par>
    </p:tnLst>
  </p:timing>
</p:sld>
</file>

<file path=ppt/tags/tag1.xml><?xml version="1.0" encoding="utf-8"?>
<p:tagLst xmlns:a="http://schemas.openxmlformats.org/drawingml/2006/main" xmlns:r="http://schemas.openxmlformats.org/officeDocument/2006/relationships" xmlns:p="http://schemas.openxmlformats.org/presentationml/2006/main">
  <p:tag name="ISPRING_ULTRA_SCORM_COURSE_ID" val="34BB296F-8C5D-4E22-9F65-747105BCB538"/>
  <p:tag name="ISPRING_SCORM_ENDPOINT" val="&lt;endpoint&gt;&lt;enable&gt;0&lt;/enable&gt;&lt;lrs&gt;http://&lt;/lrs&gt;&lt;auth&gt;0&lt;/auth&gt;&lt;login&gt;&lt;/login&gt;&lt;password&gt;&lt;/password&gt;&lt;key&gt;&lt;/key&gt;&lt;name&gt;&lt;/name&gt;&lt;email&gt;&lt;/email&gt;&lt;/endpoint&gt;&#10;"/>
  <p:tag name="ISPRING_SCORM_RATE_SLIDES" val="1"/>
  <p:tag name="ISPRINGONLINEFOLDERID" val="0"/>
  <p:tag name="ISPRINGONLINEFOLDERPATH" val="Content List"/>
  <p:tag name="ISPRINGCLOUDFOLDERID" val="0"/>
  <p:tag name="ISPRINGCLOUDFOLDERPATH" val="Repository"/>
  <p:tag name="ISPRING_PLAYERS_CUSTOMIZATION" val="UEsDBBQAAgAIAEOUV0cNwDEewAEAANoDAAAPAAAAbm9uZS9wbGF5ZXIueG1spZJPb9QwEMXPW6nfIfK9dpYKUa0cekDKiaJKC4jbyptME1PHDp4Ju/vtmfzZpFuQQOKQaPIy72fPs/X9sXHJT4hog8/EWqYiAV+E0voqE18+5zd34v799ZVunTlBTGyZCR88iKQELKJtiX2PhupMvBAkQ0XCL4+bI9pM1ETtRqnD4SAPtzLESr1J07X69vBxW9TQmBvrkYwvmLvs5VYkbbQhWjpl4l0qrq9WA/ICZ5F7fIXBdf3KKIvQqDYCgieIatz2bN3Q3838NMErOrWAgkdfDbPvTfH8EMrOAfbaSo9tWyDqCYO20rSx6zufYCwyMTbsGkA0FaB0vhJq9Ko/mPWTM1hPHLzA9ty22zuLNYsjfejeLerubBmyVxNHXYJ0M0wwnGLeOZeDoS5CKZIIPzrLVd5jv85HkK7FuJzn7h0+Wy/xULDGVW4KCvH0gR18JFOUco5ejtHLwdTbh+ITF49TnNsFMgezhKBratzbf86j7/6fOEp4Mp0jcV7B+hKOueW/BA2PQsAz9pqk1sl+tTOVd9ftmxdX40Iadzdl8R1FQiZWwNewNGTUos8w9Zqm1fg5JTTHotXv91JPRC5/AVBLAQIAABQAAgAIAEOUV0cNwDEewAEAANoDAAAPAAAAAAAAAAEAAAAAAAAAAABub25lL3BsYXllci54bWxQSwUGAAAAAAEAAQA9AAAA7QEAAAAA"/>
  <p:tag name="ISPRING_PRESENTATION_TITLE" val="fb18e64b-9ce1-f854-bea8-6b5e138156dc"/>
</p:tagLst>
</file>

<file path=ppt/theme/theme1.xml><?xml version="1.0" encoding="utf-8"?>
<a:theme xmlns:a="http://schemas.openxmlformats.org/drawingml/2006/main" name="千图网海量PPT模板www.58pic.com​​​">
  <a:themeElements>
    <a:clrScheme name="深蓝质感1">
      <a:dk1>
        <a:sysClr val="windowText" lastClr="000000"/>
      </a:dk1>
      <a:lt1>
        <a:sysClr val="window" lastClr="FFFFFF"/>
      </a:lt1>
      <a:dk2>
        <a:srgbClr val="44546A"/>
      </a:dk2>
      <a:lt2>
        <a:srgbClr val="E7E6E6"/>
      </a:lt2>
      <a:accent1>
        <a:srgbClr val="212834"/>
      </a:accent1>
      <a:accent2>
        <a:srgbClr val="FEDA5B"/>
      </a:accent2>
      <a:accent3>
        <a:srgbClr val="F5821F"/>
      </a:accent3>
      <a:accent4>
        <a:srgbClr val="BCBEC0"/>
      </a:accent4>
      <a:accent5>
        <a:srgbClr val="4472C4"/>
      </a:accent5>
      <a:accent6>
        <a:srgbClr val="70AD47"/>
      </a:accent6>
      <a:hlink>
        <a:srgbClr val="000000"/>
      </a:hlink>
      <a:folHlink>
        <a:srgbClr val="954F72"/>
      </a:folHlink>
    </a:clrScheme>
    <a:fontScheme name="标准1">
      <a:majorFont>
        <a:latin typeface="Arial"/>
        <a:ea typeface="微软雅黑"/>
        <a:cs typeface=""/>
      </a:majorFont>
      <a:minorFont>
        <a:latin typeface="Calibri Light"/>
        <a:ea typeface="微软雅黑 Light"/>
        <a:cs typeface=""/>
      </a:minorFont>
    </a:fontScheme>
    <a:fmtScheme name="Office 主题">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Fan</Template>
  <TotalTime>897</TotalTime>
  <Words>1591</Words>
  <Application>Microsoft Office PowerPoint</Application>
  <PresentationFormat>全屏显示(16:9)</PresentationFormat>
  <Paragraphs>141</Paragraphs>
  <Slides>25</Slides>
  <Notes>25</Notes>
  <HiddenSlides>0</HiddenSlides>
  <MMClips>0</MMClips>
  <ScaleCrop>false</ScaleCrop>
  <HeadingPairs>
    <vt:vector size="4" baseType="variant">
      <vt:variant>
        <vt:lpstr>主题</vt:lpstr>
      </vt:variant>
      <vt:variant>
        <vt:i4>1</vt:i4>
      </vt:variant>
      <vt:variant>
        <vt:lpstr>幻灯片标题</vt:lpstr>
      </vt:variant>
      <vt:variant>
        <vt:i4>25</vt:i4>
      </vt:variant>
    </vt:vector>
  </HeadingPairs>
  <TitlesOfParts>
    <vt:vector size="26" baseType="lpstr">
      <vt:lpstr>千图网海量PPT模板www.58pic.com​​​</vt:lpstr>
      <vt:lpstr>幻灯片 1</vt:lpstr>
      <vt:lpstr>幻灯片 2</vt:lpstr>
      <vt:lpstr>幻灯片 3</vt:lpstr>
      <vt:lpstr>幻灯片 4</vt:lpstr>
      <vt:lpstr>幻灯片 5</vt:lpstr>
      <vt:lpstr>幻灯片 6</vt:lpstr>
      <vt:lpstr>幻灯片 7</vt:lpstr>
      <vt:lpstr>幻灯片 8</vt:lpstr>
      <vt:lpstr>幻灯片 9</vt:lpstr>
      <vt:lpstr>幻灯片 10</vt:lpstr>
      <vt:lpstr>幻灯片 11</vt:lpstr>
      <vt:lpstr>幻灯片 12</vt:lpstr>
      <vt:lpstr>幻灯片 13</vt:lpstr>
      <vt:lpstr>幻灯片 14</vt:lpstr>
      <vt:lpstr>幻灯片 15</vt:lpstr>
      <vt:lpstr>幻灯片 16</vt:lpstr>
      <vt:lpstr>幻灯片 17</vt:lpstr>
      <vt:lpstr>幻灯片 18</vt:lpstr>
      <vt:lpstr>幻灯片 19</vt:lpstr>
      <vt:lpstr>幻灯片 20</vt:lpstr>
      <vt:lpstr>幻灯片 21</vt:lpstr>
      <vt:lpstr>幻灯片 22</vt:lpstr>
      <vt:lpstr>幻灯片 23</vt:lpstr>
      <vt:lpstr>幻灯片 24</vt:lpstr>
      <vt:lpstr>幻灯片 25</vt:lpstr>
    </vt:vector>
  </TitlesOfParts>
  <Company/>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优品PPT</dc:creator>
  <dc:description>http://www.ypppt.com/</dc:description>
  <cp:lastModifiedBy>samsung</cp:lastModifiedBy>
  <cp:revision>479</cp:revision>
  <dcterms:created xsi:type="dcterms:W3CDTF">2017-06-30T01:20:51Z</dcterms:created>
  <dcterms:modified xsi:type="dcterms:W3CDTF">2019-05-10T01:03:25Z</dcterms:modified>
</cp:coreProperties>
</file>