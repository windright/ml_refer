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42" r:id="rId2"/>
    <p:sldId id="325" r:id="rId3"/>
    <p:sldId id="346" r:id="rId4"/>
    <p:sldId id="321" r:id="rId5"/>
    <p:sldId id="347" r:id="rId6"/>
    <p:sldId id="292" r:id="rId7"/>
    <p:sldId id="338" r:id="rId8"/>
  </p:sldIdLst>
  <p:sldSz cx="9144000" cy="5143500" type="screen16x9"/>
  <p:notesSz cx="6858000" cy="9144000"/>
  <p:custDataLst>
    <p:tags r:id="rId10"/>
  </p:custDataLst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198" y="3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D2B3528-981D-4363-A587-D683C98CDFB3}" type="datetimeFigureOut">
              <a:rPr lang="zh-CN" altLang="en-US"/>
              <a:pPr>
                <a:defRPr/>
              </a:pPr>
              <a:t>2021/1/17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fld id="{8D436607-AAFE-4D20-8825-19A84ACD65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18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67B6836A-435F-4ED1-8E02-8752A145F1A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569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9A17FA0-49C6-4871-9994-725F6A6C2BD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778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67F5214-A304-426F-B356-FB95E19280E7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3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251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761C7F9-7277-4737-8DFD-3F6F99CEA260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4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693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67F5214-A304-426F-B356-FB95E19280E7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5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557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zh-CN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F080903-15C4-4F40-900B-AE36E2F08991}" type="slidenum">
              <a:rPr lang="en-US" altLang="zh-CN" sz="1200">
                <a:latin typeface="Calibri" pitchFamily="34" charset="0"/>
              </a:rPr>
              <a:pPr/>
              <a:t>6</a:t>
            </a:fld>
            <a:endParaRPr lang="en-US" altLang="zh-CN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05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72605E8A-3431-499C-A587-B24BCCB3E13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7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61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324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315E1B-B345-4B8B-882E-264E3BBD6C58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932FA15-0E4B-4DA3-81EA-A041277864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5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7A7F46E-DF77-43B7-B9D6-BB3739091B45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AA53F22-8BFA-4145-AB55-47DB99FFFD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44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75F34B3-CF30-49FF-8230-2D2307F14466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ECEF3C3-C0CF-4DF7-88A6-4CD39231D55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1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188571A-3F6C-48B0-80F3-73AF143655C3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1CE9C92-15CF-4316-8562-DA1A8E38D5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3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1A223E1-63B1-4E0D-92EA-CA9F05877906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48D263A-ED8E-4C7D-B5B5-2C4AAE332A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84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dirty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6B5FFC-A4A9-4F0C-B04C-FD978C26AE25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B3A72456-D0DF-49FA-9C4C-FBEC85E60E8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2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CDE7D54-1A34-4789-BBE5-D56E065BD225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D30895E-7897-4B72-A4D5-4A08683668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4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CF99E48-8F3D-4358-B110-7EA48AB7155A}" type="datetimeFigureOut">
              <a:rPr lang="zh-CN" altLang="en-US"/>
              <a:pPr>
                <a:defRPr/>
              </a:pPr>
              <a:t>2021/1/17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2B610F1B-4F20-4C96-92AC-6394C94806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timing>
    <p:tnLst>
      <p:par>
        <p:cTn id="1" dur="indefinite" restart="never" nodeType="tmRoot"/>
      </p:par>
    </p:tnLst>
  </p:timing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J-Hype-Meant To Be">
            <a:hlinkClick r:id="" action="ppaction://media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-9271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文本框 213"/>
          <p:cNvSpPr txBox="1">
            <a:spLocks noChangeArrowheads="1"/>
          </p:cNvSpPr>
          <p:nvPr/>
        </p:nvSpPr>
        <p:spPr bwMode="auto">
          <a:xfrm>
            <a:off x="1757363" y="1968500"/>
            <a:ext cx="55292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年终</a:t>
            </a:r>
            <a:r>
              <a:rPr lang="en-US" altLang="zh-CN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·</a:t>
            </a:r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总结</a:t>
            </a:r>
            <a:endParaRPr lang="zh-CN" altLang="en-US" sz="4400" b="1" dirty="0">
              <a:solidFill>
                <a:schemeClr val="bg1"/>
              </a:solidFill>
              <a:latin typeface="方正正纤黑简体" pitchFamily="2" charset="-122"/>
              <a:ea typeface="方正正纤黑简体" pitchFamily="2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王杰</a:t>
            </a:r>
            <a:endParaRPr lang="en-US" altLang="zh-CN" sz="1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7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7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grpSp>
        <p:nvGrpSpPr>
          <p:cNvPr id="222" name="组合 221"/>
          <p:cNvGrpSpPr>
            <a:grpSpLocks/>
          </p:cNvGrpSpPr>
          <p:nvPr/>
        </p:nvGrpSpPr>
        <p:grpSpPr bwMode="auto"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3340" name="文本框 38"/>
            <p:cNvSpPr txBox="1">
              <a:spLocks noChangeArrowheads="1"/>
            </p:cNvSpPr>
            <p:nvPr/>
          </p:nvSpPr>
          <p:spPr bwMode="auto">
            <a:xfrm>
              <a:off x="219753" y="2417307"/>
              <a:ext cx="2741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CONTENTS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341" name="文本框 11"/>
            <p:cNvSpPr txBox="1">
              <a:spLocks noChangeArrowheads="1"/>
            </p:cNvSpPr>
            <p:nvPr/>
          </p:nvSpPr>
          <p:spPr bwMode="auto">
            <a:xfrm>
              <a:off x="1979712" y="1976522"/>
              <a:ext cx="100540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>
            <a:spLocks noChangeArrowheads="1"/>
          </p:cNvSpPr>
          <p:nvPr/>
        </p:nvSpPr>
        <p:spPr bwMode="auto">
          <a:xfrm>
            <a:off x="4052888" y="1890713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总述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3338" name="文本框 16"/>
            <p:cNvSpPr txBox="1">
              <a:spLocks noChangeArrowheads="1"/>
            </p:cNvSpPr>
            <p:nvPr/>
          </p:nvSpPr>
          <p:spPr bwMode="auto">
            <a:xfrm>
              <a:off x="3516783" y="2047768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>
            <a:spLocks noChangeArrowheads="1"/>
          </p:cNvSpPr>
          <p:nvPr/>
        </p:nvSpPr>
        <p:spPr bwMode="auto">
          <a:xfrm>
            <a:off x="4052888" y="2470150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2021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3334" name="文本框 23"/>
            <p:cNvSpPr txBox="1">
              <a:spLocks noChangeArrowheads="1"/>
            </p:cNvSpPr>
            <p:nvPr/>
          </p:nvSpPr>
          <p:spPr bwMode="auto">
            <a:xfrm>
              <a:off x="3516783" y="2627150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219200" cy="474662"/>
            <a:chOff x="184527" y="297451"/>
            <a:chExt cx="1218730" cy="473415"/>
          </a:xfrm>
        </p:grpSpPr>
        <p:pic>
          <p:nvPicPr>
            <p:cNvPr id="1946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3216407" y="1957388"/>
            <a:ext cx="1128713" cy="1128712"/>
            <a:chOff x="2558424" y="1401428"/>
            <a:chExt cx="1318727" cy="1318727"/>
          </a:xfrm>
        </p:grpSpPr>
        <p:sp>
          <p:nvSpPr>
            <p:cNvPr id="35" name="椭圆 34"/>
            <p:cNvSpPr/>
            <p:nvPr/>
          </p:nvSpPr>
          <p:spPr>
            <a:xfrm>
              <a:off x="2558424" y="1401428"/>
              <a:ext cx="1318727" cy="13187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>
              <a:off x="2675274" y="1815037"/>
              <a:ext cx="1085027" cy="597230"/>
            </a:xfrm>
            <a:custGeom>
              <a:avLst/>
              <a:gdLst>
                <a:gd name="T0" fmla="*/ 7 w 683"/>
                <a:gd name="T1" fmla="*/ 118 h 376"/>
                <a:gd name="T2" fmla="*/ 334 w 683"/>
                <a:gd name="T3" fmla="*/ 1 h 376"/>
                <a:gd name="T4" fmla="*/ 341 w 683"/>
                <a:gd name="T5" fmla="*/ 1 h 376"/>
                <a:gd name="T6" fmla="*/ 675 w 683"/>
                <a:gd name="T7" fmla="*/ 118 h 376"/>
                <a:gd name="T8" fmla="*/ 683 w 683"/>
                <a:gd name="T9" fmla="*/ 129 h 376"/>
                <a:gd name="T10" fmla="*/ 675 w 683"/>
                <a:gd name="T11" fmla="*/ 139 h 376"/>
                <a:gd name="T12" fmla="*/ 561 w 683"/>
                <a:gd name="T13" fmla="*/ 172 h 376"/>
                <a:gd name="T14" fmla="*/ 338 w 683"/>
                <a:gd name="T15" fmla="*/ 119 h 376"/>
                <a:gd name="T16" fmla="*/ 328 w 683"/>
                <a:gd name="T17" fmla="*/ 130 h 376"/>
                <a:gd name="T18" fmla="*/ 338 w 683"/>
                <a:gd name="T19" fmla="*/ 140 h 376"/>
                <a:gd name="T20" fmla="*/ 545 w 683"/>
                <a:gd name="T21" fmla="*/ 185 h 376"/>
                <a:gd name="T22" fmla="*/ 545 w 683"/>
                <a:gd name="T23" fmla="*/ 255 h 376"/>
                <a:gd name="T24" fmla="*/ 545 w 683"/>
                <a:gd name="T25" fmla="*/ 256 h 376"/>
                <a:gd name="T26" fmla="*/ 337 w 683"/>
                <a:gd name="T27" fmla="*/ 305 h 376"/>
                <a:gd name="T28" fmla="*/ 130 w 683"/>
                <a:gd name="T29" fmla="*/ 256 h 376"/>
                <a:gd name="T30" fmla="*/ 130 w 683"/>
                <a:gd name="T31" fmla="*/ 255 h 376"/>
                <a:gd name="T32" fmla="*/ 130 w 683"/>
                <a:gd name="T33" fmla="*/ 174 h 376"/>
                <a:gd name="T34" fmla="*/ 71 w 683"/>
                <a:gd name="T35" fmla="*/ 157 h 376"/>
                <a:gd name="T36" fmla="*/ 71 w 683"/>
                <a:gd name="T37" fmla="*/ 249 h 376"/>
                <a:gd name="T38" fmla="*/ 92 w 683"/>
                <a:gd name="T39" fmla="*/ 277 h 376"/>
                <a:gd name="T40" fmla="*/ 75 w 683"/>
                <a:gd name="T41" fmla="*/ 303 h 376"/>
                <a:gd name="T42" fmla="*/ 82 w 683"/>
                <a:gd name="T43" fmla="*/ 338 h 376"/>
                <a:gd name="T44" fmla="*/ 28 w 683"/>
                <a:gd name="T45" fmla="*/ 361 h 376"/>
                <a:gd name="T46" fmla="*/ 39 w 683"/>
                <a:gd name="T47" fmla="*/ 301 h 376"/>
                <a:gd name="T48" fmla="*/ 26 w 683"/>
                <a:gd name="T49" fmla="*/ 277 h 376"/>
                <a:gd name="T50" fmla="*/ 46 w 683"/>
                <a:gd name="T51" fmla="*/ 249 h 376"/>
                <a:gd name="T52" fmla="*/ 46 w 683"/>
                <a:gd name="T53" fmla="*/ 150 h 376"/>
                <a:gd name="T54" fmla="*/ 8 w 683"/>
                <a:gd name="T55" fmla="*/ 139 h 376"/>
                <a:gd name="T56" fmla="*/ 0 w 683"/>
                <a:gd name="T57" fmla="*/ 129 h 376"/>
                <a:gd name="T58" fmla="*/ 7 w 683"/>
                <a:gd name="T59" fmla="*/ 11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83" h="376">
                  <a:moveTo>
                    <a:pt x="7" y="118"/>
                  </a:moveTo>
                  <a:cubicBezTo>
                    <a:pt x="334" y="1"/>
                    <a:pt x="334" y="1"/>
                    <a:pt x="334" y="1"/>
                  </a:cubicBezTo>
                  <a:cubicBezTo>
                    <a:pt x="336" y="0"/>
                    <a:pt x="339" y="0"/>
                    <a:pt x="341" y="1"/>
                  </a:cubicBezTo>
                  <a:cubicBezTo>
                    <a:pt x="675" y="118"/>
                    <a:pt x="675" y="118"/>
                    <a:pt x="675" y="118"/>
                  </a:cubicBezTo>
                  <a:cubicBezTo>
                    <a:pt x="680" y="120"/>
                    <a:pt x="683" y="124"/>
                    <a:pt x="683" y="129"/>
                  </a:cubicBezTo>
                  <a:cubicBezTo>
                    <a:pt x="682" y="134"/>
                    <a:pt x="679" y="138"/>
                    <a:pt x="675" y="139"/>
                  </a:cubicBezTo>
                  <a:cubicBezTo>
                    <a:pt x="561" y="172"/>
                    <a:pt x="561" y="172"/>
                    <a:pt x="561" y="172"/>
                  </a:cubicBezTo>
                  <a:cubicBezTo>
                    <a:pt x="537" y="136"/>
                    <a:pt x="430" y="119"/>
                    <a:pt x="338" y="119"/>
                  </a:cubicBezTo>
                  <a:cubicBezTo>
                    <a:pt x="333" y="119"/>
                    <a:pt x="328" y="124"/>
                    <a:pt x="328" y="130"/>
                  </a:cubicBezTo>
                  <a:cubicBezTo>
                    <a:pt x="328" y="136"/>
                    <a:pt x="333" y="140"/>
                    <a:pt x="338" y="140"/>
                  </a:cubicBezTo>
                  <a:cubicBezTo>
                    <a:pt x="452" y="140"/>
                    <a:pt x="534" y="164"/>
                    <a:pt x="545" y="185"/>
                  </a:cubicBezTo>
                  <a:cubicBezTo>
                    <a:pt x="545" y="255"/>
                    <a:pt x="545" y="255"/>
                    <a:pt x="545" y="255"/>
                  </a:cubicBezTo>
                  <a:cubicBezTo>
                    <a:pt x="545" y="255"/>
                    <a:pt x="545" y="255"/>
                    <a:pt x="545" y="256"/>
                  </a:cubicBezTo>
                  <a:cubicBezTo>
                    <a:pt x="545" y="283"/>
                    <a:pt x="452" y="305"/>
                    <a:pt x="337" y="305"/>
                  </a:cubicBezTo>
                  <a:cubicBezTo>
                    <a:pt x="223" y="305"/>
                    <a:pt x="130" y="283"/>
                    <a:pt x="130" y="256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249"/>
                    <a:pt x="71" y="249"/>
                    <a:pt x="71" y="249"/>
                  </a:cubicBezTo>
                  <a:cubicBezTo>
                    <a:pt x="83" y="253"/>
                    <a:pt x="92" y="264"/>
                    <a:pt x="92" y="277"/>
                  </a:cubicBezTo>
                  <a:cubicBezTo>
                    <a:pt x="92" y="288"/>
                    <a:pt x="85" y="298"/>
                    <a:pt x="75" y="303"/>
                  </a:cubicBezTo>
                  <a:cubicBezTo>
                    <a:pt x="82" y="338"/>
                    <a:pt x="82" y="338"/>
                    <a:pt x="82" y="338"/>
                  </a:cubicBezTo>
                  <a:cubicBezTo>
                    <a:pt x="86" y="354"/>
                    <a:pt x="26" y="376"/>
                    <a:pt x="28" y="36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1" y="296"/>
                    <a:pt x="26" y="287"/>
                    <a:pt x="26" y="277"/>
                  </a:cubicBezTo>
                  <a:cubicBezTo>
                    <a:pt x="26" y="264"/>
                    <a:pt x="34" y="253"/>
                    <a:pt x="46" y="249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3" y="138"/>
                    <a:pt x="0" y="134"/>
                    <a:pt x="0" y="129"/>
                  </a:cubicBezTo>
                  <a:cubicBezTo>
                    <a:pt x="0" y="124"/>
                    <a:pt x="3" y="120"/>
                    <a:pt x="7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4429257" y="2032000"/>
            <a:ext cx="1460500" cy="1038225"/>
            <a:chOff x="4447677" y="2019402"/>
            <a:chExt cx="1461654" cy="1038453"/>
          </a:xfrm>
        </p:grpSpPr>
        <p:sp>
          <p:nvSpPr>
            <p:cNvPr id="19461" name="文本框 37"/>
            <p:cNvSpPr txBox="1">
              <a:spLocks noChangeArrowheads="1"/>
            </p:cNvSpPr>
            <p:nvPr/>
          </p:nvSpPr>
          <p:spPr bwMode="auto">
            <a:xfrm>
              <a:off x="4447677" y="2226858"/>
              <a:ext cx="146165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4800" dirty="0" smtClean="0">
                  <a:solidFill>
                    <a:schemeClr val="bg1"/>
                  </a:solidFill>
                  <a:ea typeface="微软雅黑" pitchFamily="34" charset="-122"/>
                </a:rPr>
                <a:t>2020</a:t>
              </a:r>
              <a:endParaRPr lang="zh-CN" altLang="en-US" sz="4800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9462" name="文本框 38"/>
            <p:cNvSpPr txBox="1">
              <a:spLocks noChangeArrowheads="1"/>
            </p:cNvSpPr>
            <p:nvPr/>
          </p:nvSpPr>
          <p:spPr bwMode="auto">
            <a:xfrm>
              <a:off x="4535462" y="2019402"/>
              <a:ext cx="12868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ONE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356190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062061" y="1393718"/>
            <a:ext cx="1958975" cy="1871663"/>
            <a:chOff x="3065829" y="2668267"/>
            <a:chExt cx="1872107" cy="1761728"/>
          </a:xfrm>
        </p:grpSpPr>
        <p:sp>
          <p:nvSpPr>
            <p:cNvPr id="28" name="椭圆 27"/>
            <p:cNvSpPr/>
            <p:nvPr/>
          </p:nvSpPr>
          <p:spPr>
            <a:xfrm>
              <a:off x="3114376" y="2668267"/>
              <a:ext cx="1762875" cy="176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441842" y="2760911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439037" y="2760911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065829" y="3493096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818084" y="3493096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4441842" y="4223788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439037" y="4201373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 48"/>
            <p:cNvSpPr/>
            <p:nvPr/>
          </p:nvSpPr>
          <p:spPr bwMode="auto">
            <a:xfrm flipV="1">
              <a:off x="4475219" y="3525970"/>
              <a:ext cx="259425" cy="43334"/>
            </a:xfrm>
            <a:custGeom>
              <a:avLst/>
              <a:gdLst>
                <a:gd name="connsiteX0" fmla="*/ 0 w 739035"/>
                <a:gd name="connsiteY0" fmla="*/ 0 h 0"/>
                <a:gd name="connsiteX1" fmla="*/ 739035 w 73903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9035">
                  <a:moveTo>
                    <a:pt x="0" y="0"/>
                  </a:moveTo>
                  <a:lnTo>
                    <a:pt x="739035" y="0"/>
                  </a:lnTo>
                </a:path>
              </a:pathLst>
            </a:custGeom>
            <a:noFill/>
            <a:ln w="38100">
              <a:solidFill>
                <a:schemeClr val="bg1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519" name="矩形 54"/>
          <p:cNvSpPr>
            <a:spLocks noChangeArrowheads="1"/>
          </p:cNvSpPr>
          <p:nvPr/>
        </p:nvSpPr>
        <p:spPr bwMode="auto">
          <a:xfrm>
            <a:off x="3759734" y="2075067"/>
            <a:ext cx="4116715" cy="789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读了一些论文，方向尚在摸索，实验结果尚不明朗，还有待进一步的实验和更广泛的论文阅读量。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参与实验室项目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椭圆 57"/>
          <p:cNvSpPr/>
          <p:nvPr/>
        </p:nvSpPr>
        <p:spPr bwMode="auto">
          <a:xfrm>
            <a:off x="1557276" y="1833457"/>
            <a:ext cx="979487" cy="99377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5505" y="2099967"/>
            <a:ext cx="892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chemeClr val="bg1"/>
                </a:solidFill>
              </a:rPr>
              <a:t>2020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椭圆 34"/>
          <p:cNvSpPr/>
          <p:nvPr/>
        </p:nvSpPr>
        <p:spPr bwMode="auto">
          <a:xfrm>
            <a:off x="3216407" y="1957388"/>
            <a:ext cx="1128713" cy="1128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4429257" y="2032000"/>
            <a:ext cx="1460500" cy="1038225"/>
            <a:chOff x="4447677" y="2019402"/>
            <a:chExt cx="1461654" cy="1038453"/>
          </a:xfrm>
        </p:grpSpPr>
        <p:sp>
          <p:nvSpPr>
            <p:cNvPr id="19461" name="文本框 37"/>
            <p:cNvSpPr txBox="1">
              <a:spLocks noChangeArrowheads="1"/>
            </p:cNvSpPr>
            <p:nvPr/>
          </p:nvSpPr>
          <p:spPr bwMode="auto">
            <a:xfrm>
              <a:off x="4447677" y="2226858"/>
              <a:ext cx="146165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4800" dirty="0" smtClean="0">
                  <a:solidFill>
                    <a:schemeClr val="bg1"/>
                  </a:solidFill>
                  <a:ea typeface="微软雅黑" pitchFamily="34" charset="-122"/>
                </a:rPr>
                <a:t>2021</a:t>
              </a:r>
              <a:endParaRPr lang="zh-CN" altLang="en-US" sz="4800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9462" name="文本框 38"/>
            <p:cNvSpPr txBox="1">
              <a:spLocks noChangeArrowheads="1"/>
            </p:cNvSpPr>
            <p:nvPr/>
          </p:nvSpPr>
          <p:spPr bwMode="auto">
            <a:xfrm>
              <a:off x="4535462" y="2019402"/>
              <a:ext cx="12868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TWO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Freeform 7"/>
          <p:cNvSpPr>
            <a:spLocks noEditPoints="1"/>
          </p:cNvSpPr>
          <p:nvPr/>
        </p:nvSpPr>
        <p:spPr bwMode="auto">
          <a:xfrm>
            <a:off x="3405319" y="2214563"/>
            <a:ext cx="750887" cy="614362"/>
          </a:xfrm>
          <a:custGeom>
            <a:avLst/>
            <a:gdLst>
              <a:gd name="T0" fmla="*/ 310 w 563"/>
              <a:gd name="T1" fmla="*/ 372 h 461"/>
              <a:gd name="T2" fmla="*/ 321 w 563"/>
              <a:gd name="T3" fmla="*/ 370 h 461"/>
              <a:gd name="T4" fmla="*/ 552 w 563"/>
              <a:gd name="T5" fmla="*/ 248 h 461"/>
              <a:gd name="T6" fmla="*/ 559 w 563"/>
              <a:gd name="T7" fmla="*/ 226 h 461"/>
              <a:gd name="T8" fmla="*/ 537 w 563"/>
              <a:gd name="T9" fmla="*/ 220 h 461"/>
              <a:gd name="T10" fmla="*/ 311 w 563"/>
              <a:gd name="T11" fmla="*/ 339 h 461"/>
              <a:gd name="T12" fmla="*/ 59 w 563"/>
              <a:gd name="T13" fmla="*/ 285 h 461"/>
              <a:gd name="T14" fmla="*/ 38 w 563"/>
              <a:gd name="T15" fmla="*/ 253 h 461"/>
              <a:gd name="T16" fmla="*/ 71 w 563"/>
              <a:gd name="T17" fmla="*/ 232 h 461"/>
              <a:gd name="T18" fmla="*/ 313 w 563"/>
              <a:gd name="T19" fmla="*/ 283 h 461"/>
              <a:gd name="T20" fmla="*/ 321 w 563"/>
              <a:gd name="T21" fmla="*/ 281 h 461"/>
              <a:gd name="T22" fmla="*/ 552 w 563"/>
              <a:gd name="T23" fmla="*/ 159 h 461"/>
              <a:gd name="T24" fmla="*/ 559 w 563"/>
              <a:gd name="T25" fmla="*/ 138 h 461"/>
              <a:gd name="T26" fmla="*/ 537 w 563"/>
              <a:gd name="T27" fmla="*/ 131 h 461"/>
              <a:gd name="T28" fmla="*/ 310 w 563"/>
              <a:gd name="T29" fmla="*/ 251 h 461"/>
              <a:gd name="T30" fmla="*/ 59 w 563"/>
              <a:gd name="T31" fmla="*/ 197 h 461"/>
              <a:gd name="T32" fmla="*/ 38 w 563"/>
              <a:gd name="T33" fmla="*/ 164 h 461"/>
              <a:gd name="T34" fmla="*/ 71 w 563"/>
              <a:gd name="T35" fmla="*/ 143 h 461"/>
              <a:gd name="T36" fmla="*/ 298 w 563"/>
              <a:gd name="T37" fmla="*/ 191 h 461"/>
              <a:gd name="T38" fmla="*/ 306 w 563"/>
              <a:gd name="T39" fmla="*/ 189 h 461"/>
              <a:gd name="T40" fmla="*/ 538 w 563"/>
              <a:gd name="T41" fmla="*/ 69 h 461"/>
              <a:gd name="T42" fmla="*/ 535 w 563"/>
              <a:gd name="T43" fmla="*/ 48 h 461"/>
              <a:gd name="T44" fmla="*/ 310 w 563"/>
              <a:gd name="T45" fmla="*/ 4 h 461"/>
              <a:gd name="T46" fmla="*/ 249 w 563"/>
              <a:gd name="T47" fmla="*/ 12 h 461"/>
              <a:gd name="T48" fmla="*/ 41 w 563"/>
              <a:gd name="T49" fmla="*/ 114 h 461"/>
              <a:gd name="T50" fmla="*/ 33 w 563"/>
              <a:gd name="T51" fmla="*/ 119 h 461"/>
              <a:gd name="T52" fmla="*/ 7 w 563"/>
              <a:gd name="T53" fmla="*/ 157 h 461"/>
              <a:gd name="T54" fmla="*/ 25 w 563"/>
              <a:gd name="T55" fmla="*/ 214 h 461"/>
              <a:gd name="T56" fmla="*/ 7 w 563"/>
              <a:gd name="T57" fmla="*/ 246 h 461"/>
              <a:gd name="T58" fmla="*/ 25 w 563"/>
              <a:gd name="T59" fmla="*/ 303 h 461"/>
              <a:gd name="T60" fmla="*/ 7 w 563"/>
              <a:gd name="T61" fmla="*/ 335 h 461"/>
              <a:gd name="T62" fmla="*/ 52 w 563"/>
              <a:gd name="T63" fmla="*/ 405 h 461"/>
              <a:gd name="T64" fmla="*/ 311 w 563"/>
              <a:gd name="T65" fmla="*/ 460 h 461"/>
              <a:gd name="T66" fmla="*/ 321 w 563"/>
              <a:gd name="T67" fmla="*/ 459 h 461"/>
              <a:gd name="T68" fmla="*/ 552 w 563"/>
              <a:gd name="T69" fmla="*/ 337 h 461"/>
              <a:gd name="T70" fmla="*/ 559 w 563"/>
              <a:gd name="T71" fmla="*/ 315 h 461"/>
              <a:gd name="T72" fmla="*/ 537 w 563"/>
              <a:gd name="T73" fmla="*/ 308 h 461"/>
              <a:gd name="T74" fmla="*/ 310 w 563"/>
              <a:gd name="T75" fmla="*/ 428 h 461"/>
              <a:gd name="T76" fmla="*/ 59 w 563"/>
              <a:gd name="T77" fmla="*/ 374 h 461"/>
              <a:gd name="T78" fmla="*/ 38 w 563"/>
              <a:gd name="T79" fmla="*/ 341 h 461"/>
              <a:gd name="T80" fmla="*/ 71 w 563"/>
              <a:gd name="T81" fmla="*/ 320 h 461"/>
              <a:gd name="T82" fmla="*/ 310 w 563"/>
              <a:gd name="T83" fmla="*/ 372 h 461"/>
              <a:gd name="T84" fmla="*/ 296 w 563"/>
              <a:gd name="T85" fmla="*/ 57 h 461"/>
              <a:gd name="T86" fmla="*/ 404 w 563"/>
              <a:gd name="T87" fmla="*/ 78 h 461"/>
              <a:gd name="T88" fmla="*/ 357 w 563"/>
              <a:gd name="T89" fmla="*/ 101 h 461"/>
              <a:gd name="T90" fmla="*/ 249 w 563"/>
              <a:gd name="T91" fmla="*/ 79 h 461"/>
              <a:gd name="T92" fmla="*/ 296 w 563"/>
              <a:gd name="T93" fmla="*/ 57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63" h="461">
                <a:moveTo>
                  <a:pt x="310" y="372"/>
                </a:moveTo>
                <a:cubicBezTo>
                  <a:pt x="314" y="372"/>
                  <a:pt x="318" y="371"/>
                  <a:pt x="321" y="370"/>
                </a:cubicBezTo>
                <a:cubicBezTo>
                  <a:pt x="552" y="248"/>
                  <a:pt x="552" y="248"/>
                  <a:pt x="552" y="248"/>
                </a:cubicBezTo>
                <a:cubicBezTo>
                  <a:pt x="560" y="244"/>
                  <a:pt x="563" y="234"/>
                  <a:pt x="559" y="226"/>
                </a:cubicBezTo>
                <a:cubicBezTo>
                  <a:pt x="555" y="218"/>
                  <a:pt x="545" y="215"/>
                  <a:pt x="537" y="220"/>
                </a:cubicBezTo>
                <a:cubicBezTo>
                  <a:pt x="311" y="339"/>
                  <a:pt x="311" y="339"/>
                  <a:pt x="311" y="339"/>
                </a:cubicBezTo>
                <a:cubicBezTo>
                  <a:pt x="59" y="285"/>
                  <a:pt x="59" y="285"/>
                  <a:pt x="59" y="285"/>
                </a:cubicBezTo>
                <a:cubicBezTo>
                  <a:pt x="44" y="282"/>
                  <a:pt x="35" y="268"/>
                  <a:pt x="38" y="253"/>
                </a:cubicBezTo>
                <a:cubicBezTo>
                  <a:pt x="41" y="238"/>
                  <a:pt x="56" y="228"/>
                  <a:pt x="71" y="232"/>
                </a:cubicBezTo>
                <a:cubicBezTo>
                  <a:pt x="71" y="232"/>
                  <a:pt x="313" y="283"/>
                  <a:pt x="313" y="283"/>
                </a:cubicBezTo>
                <a:cubicBezTo>
                  <a:pt x="316" y="283"/>
                  <a:pt x="318" y="283"/>
                  <a:pt x="321" y="281"/>
                </a:cubicBezTo>
                <a:cubicBezTo>
                  <a:pt x="552" y="159"/>
                  <a:pt x="552" y="159"/>
                  <a:pt x="552" y="159"/>
                </a:cubicBezTo>
                <a:cubicBezTo>
                  <a:pt x="560" y="155"/>
                  <a:pt x="563" y="146"/>
                  <a:pt x="559" y="138"/>
                </a:cubicBezTo>
                <a:cubicBezTo>
                  <a:pt x="555" y="130"/>
                  <a:pt x="545" y="127"/>
                  <a:pt x="537" y="131"/>
                </a:cubicBezTo>
                <a:cubicBezTo>
                  <a:pt x="310" y="251"/>
                  <a:pt x="310" y="251"/>
                  <a:pt x="310" y="251"/>
                </a:cubicBezTo>
                <a:cubicBezTo>
                  <a:pt x="59" y="197"/>
                  <a:pt x="59" y="197"/>
                  <a:pt x="59" y="197"/>
                </a:cubicBezTo>
                <a:cubicBezTo>
                  <a:pt x="44" y="194"/>
                  <a:pt x="35" y="179"/>
                  <a:pt x="38" y="164"/>
                </a:cubicBezTo>
                <a:cubicBezTo>
                  <a:pt x="41" y="149"/>
                  <a:pt x="56" y="140"/>
                  <a:pt x="71" y="143"/>
                </a:cubicBezTo>
                <a:cubicBezTo>
                  <a:pt x="71" y="143"/>
                  <a:pt x="297" y="191"/>
                  <a:pt x="298" y="191"/>
                </a:cubicBezTo>
                <a:cubicBezTo>
                  <a:pt x="301" y="191"/>
                  <a:pt x="303" y="191"/>
                  <a:pt x="306" y="189"/>
                </a:cubicBezTo>
                <a:cubicBezTo>
                  <a:pt x="306" y="189"/>
                  <a:pt x="538" y="69"/>
                  <a:pt x="538" y="69"/>
                </a:cubicBezTo>
                <a:cubicBezTo>
                  <a:pt x="554" y="61"/>
                  <a:pt x="553" y="51"/>
                  <a:pt x="535" y="48"/>
                </a:cubicBezTo>
                <a:cubicBezTo>
                  <a:pt x="310" y="4"/>
                  <a:pt x="310" y="4"/>
                  <a:pt x="310" y="4"/>
                </a:cubicBezTo>
                <a:cubicBezTo>
                  <a:pt x="292" y="0"/>
                  <a:pt x="265" y="4"/>
                  <a:pt x="249" y="12"/>
                </a:cubicBezTo>
                <a:cubicBezTo>
                  <a:pt x="41" y="114"/>
                  <a:pt x="41" y="114"/>
                  <a:pt x="41" y="114"/>
                </a:cubicBezTo>
                <a:cubicBezTo>
                  <a:pt x="38" y="116"/>
                  <a:pt x="35" y="118"/>
                  <a:pt x="33" y="119"/>
                </a:cubicBezTo>
                <a:cubicBezTo>
                  <a:pt x="20" y="128"/>
                  <a:pt x="10" y="141"/>
                  <a:pt x="7" y="157"/>
                </a:cubicBezTo>
                <a:cubicBezTo>
                  <a:pt x="2" y="179"/>
                  <a:pt x="10" y="200"/>
                  <a:pt x="25" y="214"/>
                </a:cubicBezTo>
                <a:cubicBezTo>
                  <a:pt x="16" y="222"/>
                  <a:pt x="9" y="233"/>
                  <a:pt x="7" y="246"/>
                </a:cubicBezTo>
                <a:cubicBezTo>
                  <a:pt x="2" y="268"/>
                  <a:pt x="10" y="289"/>
                  <a:pt x="25" y="303"/>
                </a:cubicBezTo>
                <a:cubicBezTo>
                  <a:pt x="16" y="311"/>
                  <a:pt x="9" y="322"/>
                  <a:pt x="7" y="335"/>
                </a:cubicBezTo>
                <a:cubicBezTo>
                  <a:pt x="0" y="367"/>
                  <a:pt x="20" y="399"/>
                  <a:pt x="52" y="405"/>
                </a:cubicBezTo>
                <a:cubicBezTo>
                  <a:pt x="52" y="405"/>
                  <a:pt x="310" y="461"/>
                  <a:pt x="311" y="460"/>
                </a:cubicBezTo>
                <a:cubicBezTo>
                  <a:pt x="314" y="460"/>
                  <a:pt x="318" y="460"/>
                  <a:pt x="321" y="459"/>
                </a:cubicBezTo>
                <a:cubicBezTo>
                  <a:pt x="552" y="337"/>
                  <a:pt x="552" y="337"/>
                  <a:pt x="552" y="337"/>
                </a:cubicBezTo>
                <a:cubicBezTo>
                  <a:pt x="560" y="332"/>
                  <a:pt x="563" y="323"/>
                  <a:pt x="559" y="315"/>
                </a:cubicBezTo>
                <a:cubicBezTo>
                  <a:pt x="555" y="307"/>
                  <a:pt x="545" y="304"/>
                  <a:pt x="537" y="308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59" y="374"/>
                  <a:pt x="59" y="374"/>
                  <a:pt x="59" y="374"/>
                </a:cubicBezTo>
                <a:cubicBezTo>
                  <a:pt x="44" y="371"/>
                  <a:pt x="35" y="356"/>
                  <a:pt x="38" y="341"/>
                </a:cubicBezTo>
                <a:cubicBezTo>
                  <a:pt x="41" y="327"/>
                  <a:pt x="56" y="317"/>
                  <a:pt x="71" y="320"/>
                </a:cubicBezTo>
                <a:cubicBezTo>
                  <a:pt x="71" y="320"/>
                  <a:pt x="309" y="372"/>
                  <a:pt x="310" y="372"/>
                </a:cubicBezTo>
                <a:close/>
                <a:moveTo>
                  <a:pt x="296" y="57"/>
                </a:moveTo>
                <a:cubicBezTo>
                  <a:pt x="404" y="78"/>
                  <a:pt x="404" y="78"/>
                  <a:pt x="404" y="78"/>
                </a:cubicBezTo>
                <a:cubicBezTo>
                  <a:pt x="357" y="101"/>
                  <a:pt x="357" y="101"/>
                  <a:pt x="357" y="101"/>
                </a:cubicBezTo>
                <a:cubicBezTo>
                  <a:pt x="249" y="79"/>
                  <a:pt x="249" y="79"/>
                  <a:pt x="249" y="79"/>
                </a:cubicBezTo>
                <a:lnTo>
                  <a:pt x="296" y="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45559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本框 31"/>
          <p:cNvSpPr txBox="1"/>
          <p:nvPr/>
        </p:nvSpPr>
        <p:spPr>
          <a:xfrm>
            <a:off x="411163" y="35877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29"/>
          <p:cNvSpPr txBox="1"/>
          <p:nvPr/>
        </p:nvSpPr>
        <p:spPr>
          <a:xfrm>
            <a:off x="498475" y="985838"/>
            <a:ext cx="8267700" cy="5485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广泛阅读相关论文，扩充自己的知识面。</a:t>
            </a:r>
            <a:endParaRPr lang="en-US" altLang="zh-CN" sz="105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集中时间和精力投入科研。</a:t>
            </a:r>
            <a:endParaRPr lang="en-US" altLang="zh-CN" sz="105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426260" y="1913607"/>
            <a:ext cx="3957637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</TotalTime>
  <Words>85</Words>
  <Application>Microsoft Office PowerPoint</Application>
  <PresentationFormat>全屏显示(16:9)</PresentationFormat>
  <Paragraphs>27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方正正黑简体</vt:lpstr>
      <vt:lpstr>方正正纤黑简体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samsung</cp:lastModifiedBy>
  <cp:revision>113</cp:revision>
  <dcterms:created xsi:type="dcterms:W3CDTF">2015-03-31T05:49:04Z</dcterms:created>
  <dcterms:modified xsi:type="dcterms:W3CDTF">2021-01-17T15:06:24Z</dcterms:modified>
</cp:coreProperties>
</file>