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9144000" cy="6858000" type="screen4x3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892" y="1279525"/>
            <a:ext cx="460586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22962"/>
            <a:ext cx="6858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825625"/>
            <a:ext cx="78867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751117"/>
            <a:ext cx="5491163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5491163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127000"/>
            <a:ext cx="31239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557213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H-index of Nodes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800"/>
              <a:t>H-index </a:t>
            </a:r>
            <a:r>
              <a:rPr lang="zh-CN" altLang="en-US" sz="2800"/>
              <a:t>介绍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318260"/>
            <a:ext cx="7886700" cy="4351338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2400"/>
              <a:t>H-index </a:t>
            </a:r>
            <a:r>
              <a:rPr lang="zh-CN" altLang="en-US" sz="2400"/>
              <a:t>最初用于度量学者或期刊的影响。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For a scholar or journal, the H-index is defined as the maximum value </a:t>
            </a:r>
            <a:r>
              <a:rPr lang="zh-CN" altLang="en-US" sz="2400" i="1"/>
              <a:t>h</a:t>
            </a:r>
            <a:r>
              <a:rPr lang="zh-CN" altLang="en-US" sz="2400"/>
              <a:t> such that there exists at least </a:t>
            </a:r>
            <a:r>
              <a:rPr lang="zh-CN" altLang="en-US" sz="2400" i="1"/>
              <a:t>h</a:t>
            </a:r>
            <a:r>
              <a:rPr lang="zh-CN" altLang="en-US" sz="2400"/>
              <a:t> papers, each with citation count </a:t>
            </a:r>
            <a:r>
              <a:rPr lang="en-US" altLang="zh-CN" sz="2400"/>
              <a:t>&gt;= </a:t>
            </a:r>
            <a:r>
              <a:rPr lang="zh-CN" altLang="en-US" sz="2400" i="1"/>
              <a:t>h.</a:t>
            </a:r>
            <a:endParaRPr lang="zh-CN" altLang="en-US" sz="2400" i="1"/>
          </a:p>
          <a:p>
            <a:endParaRPr lang="zh-CN" altLang="en-US" sz="2400" i="1"/>
          </a:p>
          <a:p>
            <a:pPr marL="0" indent="0">
              <a:buNone/>
            </a:pP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125" y="3850640"/>
            <a:ext cx="3219450" cy="164782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485775" y="3672840"/>
            <a:ext cx="5086350" cy="29070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602020203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/>
              <a:t>在网络中，扩展了 </a:t>
            </a:r>
            <a:r>
              <a:rPr lang="en-US" altLang="zh-CN" sz="2400"/>
              <a:t>H-index </a:t>
            </a:r>
            <a:r>
              <a:rPr lang="zh-CN" altLang="en-US" sz="2400"/>
              <a:t>的概念，用于度量节点的重要性。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The H-index of a node is defined to be the maximum value </a:t>
            </a:r>
            <a:r>
              <a:rPr lang="zh-CN" altLang="en-US" sz="2400" i="1"/>
              <a:t>h</a:t>
            </a:r>
            <a:r>
              <a:rPr lang="zh-CN" altLang="en-US" sz="2400"/>
              <a:t> such that there exists at least </a:t>
            </a:r>
            <a:r>
              <a:rPr lang="zh-CN" altLang="en-US" sz="2400" i="1"/>
              <a:t>h</a:t>
            </a:r>
            <a:r>
              <a:rPr lang="zh-CN" altLang="en-US" sz="2400"/>
              <a:t> neighbours of degree no less than </a:t>
            </a:r>
            <a:r>
              <a:rPr lang="zh-CN" altLang="en-US" sz="2400" i="1"/>
              <a:t>h</a:t>
            </a:r>
            <a:r>
              <a:rPr lang="zh-CN" altLang="en-US" sz="2400"/>
              <a:t>.</a:t>
            </a:r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8505" y="1584325"/>
            <a:ext cx="6370320" cy="3447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9575" y="965200"/>
            <a:ext cx="5937885" cy="19189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3250565"/>
            <a:ext cx="7506335" cy="2623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Arial Black</vt:lpstr>
      <vt:lpstr>微软雅黑</vt:lpstr>
      <vt:lpstr>黑体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loong</cp:lastModifiedBy>
  <cp:revision>2</cp:revision>
  <dcterms:created xsi:type="dcterms:W3CDTF">2019-07-18T04:06:45Z</dcterms:created>
  <dcterms:modified xsi:type="dcterms:W3CDTF">2019-07-18T04:06:45Z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2052-11.1.0.8392</vt:lpwstr>
  </property>
</Properties>
</file>