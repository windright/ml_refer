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342" r:id="rId2"/>
    <p:sldId id="325" r:id="rId3"/>
    <p:sldId id="346" r:id="rId4"/>
    <p:sldId id="321" r:id="rId5"/>
    <p:sldId id="347" r:id="rId6"/>
    <p:sldId id="292" r:id="rId7"/>
    <p:sldId id="335" r:id="rId8"/>
    <p:sldId id="345" r:id="rId9"/>
    <p:sldId id="338" r:id="rId10"/>
  </p:sldIdLst>
  <p:sldSz cx="9144000" cy="5143500" type="screen16x9"/>
  <p:notesSz cx="6858000" cy="9144000"/>
  <p:custDataLst>
    <p:tags r:id="rId12"/>
  </p:custDataLst>
  <p:defaultTextStyle>
    <a:defPPr>
      <a:defRPr lang="zh-CN"/>
    </a:defPPr>
    <a:lvl1pPr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1pPr>
    <a:lvl2pPr marL="342900" indent="1143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2pPr>
    <a:lvl3pPr marL="685800" indent="2286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3pPr>
    <a:lvl4pPr marL="1028700" indent="3429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4pPr>
    <a:lvl5pPr marL="1371600" indent="4572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方正正黑简体" pitchFamily="2" charset="-122"/>
        <a:ea typeface="方正正黑简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ED2B3528-981D-4363-A587-D683C98CDFB3}" type="datetimeFigureOut">
              <a:rPr lang="zh-CN" altLang="en-US"/>
              <a:pPr>
                <a:defRPr/>
              </a:pPr>
              <a:t>2020/1/2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  <a:ea typeface="宋体" pitchFamily="2" charset="-122"/>
              </a:defRPr>
            </a:lvl1pPr>
          </a:lstStyle>
          <a:p>
            <a:fld id="{8D436607-AAFE-4D20-8825-19A84ACD65B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6718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67B6836A-435F-4ED1-8E02-8752A145F1AF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1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8569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29A17FA0-49C6-4871-9994-725F6A6C2BDA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2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9778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E67F5214-A304-426F-B356-FB95E19280E7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3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3251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2761C7F9-7277-4737-8DFD-3F6F99CEA260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4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6935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E67F5214-A304-426F-B356-FB95E19280E7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5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4557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d-ID" altLang="zh-CN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2F080903-15C4-4F40-900B-AE36E2F08991}" type="slidenum">
              <a:rPr lang="en-US" altLang="zh-CN" sz="1200">
                <a:latin typeface="Calibri" pitchFamily="34" charset="0"/>
              </a:rPr>
              <a:pPr/>
              <a:t>6</a:t>
            </a:fld>
            <a:endParaRPr lang="en-US" altLang="zh-CN" sz="1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105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7484C8AB-A3F2-42FA-A545-9AE0154DF043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7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0185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B7F0C4B3-C764-4593-8C9B-19D18649863C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8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8482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963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fld id="{72605E8A-3431-499C-A587-B24BCCB3E13F}" type="slidenum">
              <a:rPr lang="zh-CN" altLang="en-US" sz="1200">
                <a:latin typeface="Calibri" pitchFamily="34" charset="0"/>
                <a:ea typeface="宋体" pitchFamily="2" charset="-122"/>
              </a:rPr>
              <a:pPr/>
              <a:t>9</a:t>
            </a:fld>
            <a:endParaRPr lang="zh-CN" altLang="en-US" sz="1200">
              <a:latin typeface="Calibri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2615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5588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3244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315E1B-B345-4B8B-882E-264E3BBD6C58}" type="datetimeFigureOut">
              <a:rPr lang="zh-CN" altLang="en-US"/>
              <a:pPr>
                <a:defRPr/>
              </a:pPr>
              <a:t>2020/1/2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4932FA15-0E4B-4DA3-81EA-A0412778641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252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7A7F46E-DF77-43B7-B9D6-BB3739091B45}" type="datetimeFigureOut">
              <a:rPr lang="zh-CN" altLang="en-US"/>
              <a:pPr>
                <a:defRPr/>
              </a:pPr>
              <a:t>2020/1/2</a:t>
            </a:fld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AAA53F22-8BFA-4145-AB55-47DB99FFFD9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443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75F34B3-CF30-49FF-8230-2D2307F14466}" type="datetimeFigureOut">
              <a:rPr lang="zh-CN" altLang="en-US"/>
              <a:pPr>
                <a:defRPr/>
              </a:pPr>
              <a:t>2020/1/2</a:t>
            </a:fld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DECEF3C3-C0CF-4DF7-88A6-4CD39231D55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21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188571A-3F6C-48B0-80F3-73AF143655C3}" type="datetimeFigureOut">
              <a:rPr lang="zh-CN" altLang="en-US"/>
              <a:pPr>
                <a:defRPr/>
              </a:pPr>
              <a:t>2020/1/2</a:t>
            </a:fld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41CE9C92-15CF-4316-8562-DA1A8E38D54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43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1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500">
                <a:ea typeface="微软雅黑" panose="020B0503020204020204" pitchFamily="34" charset="-122"/>
              </a:defRPr>
            </a:lvl4pPr>
            <a:lvl5pPr>
              <a:defRPr sz="1500">
                <a:ea typeface="微软雅黑" panose="020B0503020204020204" pitchFamily="34" charset="-122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1A223E1-63B1-4E0D-92EA-CA9F05877906}" type="datetimeFigureOut">
              <a:rPr lang="zh-CN" altLang="en-US"/>
              <a:pPr>
                <a:defRPr/>
              </a:pPr>
              <a:t>2020/1/2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D48D263A-ED8E-4C7D-B5B5-2C4AAE332A0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846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>
                <a:ea typeface="微软雅黑" panose="020B0503020204020204" pitchFamily="34" charset="-122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 dirty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6B5FFC-A4A9-4F0C-B04C-FD978C26AE25}" type="datetimeFigureOut">
              <a:rPr lang="zh-CN" altLang="en-US"/>
              <a:pPr>
                <a:defRPr/>
              </a:pPr>
              <a:t>2020/1/2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B3A72456-D0DF-49FA-9C4C-FBEC85E60E8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029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ECDE7D54-1A34-4789-BBE5-D56E065BD225}" type="datetimeFigureOut">
              <a:rPr lang="zh-CN" altLang="en-US"/>
              <a:pPr>
                <a:defRPr/>
              </a:pPr>
              <a:t>2020/1/2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AD30895E-7897-4B72-A4D5-4A086836685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147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smtClean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2CF99E48-8F3D-4358-B110-7EA48AB7155A}" type="datetimeFigureOut">
              <a:rPr lang="zh-CN" altLang="en-US"/>
              <a:pPr>
                <a:defRPr/>
              </a:pPr>
              <a:t>2020/1/2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 dirty="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微软雅黑" pitchFamily="34" charset="-122"/>
              </a:defRPr>
            </a:lvl1pPr>
          </a:lstStyle>
          <a:p>
            <a:fld id="{2B610F1B-4F20-4C96-92AC-6394C948067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777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</p:sldLayoutIdLst>
  <p:timing>
    <p:tnLst>
      <p:par>
        <p:cTn id="1" dur="indefinite" restart="never" nodeType="tmRoot"/>
      </p:par>
    </p:tnLst>
  </p:timing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itchFamily="2" charset="-122"/>
          <a:ea typeface="方正正黑简体" pitchFamily="2" charset="-122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J-Hype-Meant To Be">
            <a:hlinkClick r:id="" action="ppaction://media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200" y="-927100"/>
            <a:ext cx="60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4" name="文本框 213"/>
          <p:cNvSpPr txBox="1">
            <a:spLocks noChangeArrowheads="1"/>
          </p:cNvSpPr>
          <p:nvPr/>
        </p:nvSpPr>
        <p:spPr bwMode="auto">
          <a:xfrm>
            <a:off x="1757363" y="1968500"/>
            <a:ext cx="552926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 eaLnBrk="1" hangingPunct="1"/>
            <a:r>
              <a:rPr lang="zh-CN" altLang="en-US" sz="4400" b="1" dirty="0" smtClean="0">
                <a:solidFill>
                  <a:schemeClr val="bg1"/>
                </a:solidFill>
                <a:latin typeface="方正正纤黑简体" pitchFamily="2" charset="-122"/>
                <a:ea typeface="方正正纤黑简体" pitchFamily="2" charset="-122"/>
              </a:rPr>
              <a:t>年终</a:t>
            </a:r>
            <a:r>
              <a:rPr lang="en-US" altLang="zh-CN" sz="4400" b="1" dirty="0" smtClean="0">
                <a:solidFill>
                  <a:schemeClr val="bg1"/>
                </a:solidFill>
                <a:latin typeface="方正正纤黑简体" pitchFamily="2" charset="-122"/>
                <a:ea typeface="方正正纤黑简体" pitchFamily="2" charset="-122"/>
              </a:rPr>
              <a:t>·</a:t>
            </a:r>
            <a:r>
              <a:rPr lang="zh-CN" altLang="en-US" sz="4400" b="1" dirty="0" smtClean="0">
                <a:solidFill>
                  <a:schemeClr val="bg1"/>
                </a:solidFill>
                <a:latin typeface="方正正纤黑简体" pitchFamily="2" charset="-122"/>
                <a:ea typeface="方正正纤黑简体" pitchFamily="2" charset="-122"/>
              </a:rPr>
              <a:t>总结</a:t>
            </a:r>
            <a:endParaRPr lang="zh-CN" altLang="en-US" sz="4400" b="1" dirty="0">
              <a:solidFill>
                <a:schemeClr val="bg1"/>
              </a:solidFill>
              <a:latin typeface="方正正纤黑简体" pitchFamily="2" charset="-122"/>
              <a:ea typeface="方正正纤黑简体" pitchFamily="2" charset="-122"/>
            </a:endParaRPr>
          </a:p>
        </p:txBody>
      </p:sp>
      <p:sp>
        <p:nvSpPr>
          <p:cNvPr id="215" name="文本框 214"/>
          <p:cNvSpPr txBox="1"/>
          <p:nvPr/>
        </p:nvSpPr>
        <p:spPr>
          <a:xfrm>
            <a:off x="2873375" y="2944813"/>
            <a:ext cx="3413125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bg1"/>
                </a:solidFill>
                <a:latin typeface="+mn-ea"/>
                <a:ea typeface="+mn-ea"/>
              </a:rPr>
              <a:t>王杰</a:t>
            </a:r>
            <a:endParaRPr lang="en-US" altLang="zh-CN" sz="1800" dirty="0" smtClean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2727325" y="2787650"/>
            <a:ext cx="896938" cy="8255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3624263" y="2787650"/>
            <a:ext cx="896937" cy="8255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4521200" y="2792413"/>
            <a:ext cx="896938" cy="8255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5418138" y="2794000"/>
            <a:ext cx="896937" cy="84138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>
              <a:solidFill>
                <a:schemeClr val="bg1"/>
              </a:solidFill>
            </a:endParaRPr>
          </a:p>
        </p:txBody>
      </p:sp>
      <p:grpSp>
        <p:nvGrpSpPr>
          <p:cNvPr id="222" name="组合 221"/>
          <p:cNvGrpSpPr>
            <a:grpSpLocks/>
          </p:cNvGrpSpPr>
          <p:nvPr/>
        </p:nvGrpSpPr>
        <p:grpSpPr bwMode="auto">
          <a:xfrm>
            <a:off x="3954463" y="708025"/>
            <a:ext cx="1128712" cy="1130300"/>
            <a:chOff x="1928879" y="1944350"/>
            <a:chExt cx="1129689" cy="1129689"/>
          </a:xfrm>
        </p:grpSpPr>
        <p:sp>
          <p:nvSpPr>
            <p:cNvPr id="223" name="椭圆 222"/>
            <p:cNvSpPr/>
            <p:nvPr/>
          </p:nvSpPr>
          <p:spPr>
            <a:xfrm>
              <a:off x="1928879" y="1944350"/>
              <a:ext cx="1129689" cy="1129689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224" name="Freeform 7"/>
            <p:cNvSpPr>
              <a:spLocks noEditPoints="1"/>
            </p:cNvSpPr>
            <p:nvPr/>
          </p:nvSpPr>
          <p:spPr bwMode="auto">
            <a:xfrm>
              <a:off x="2108421" y="2226772"/>
              <a:ext cx="751538" cy="615617"/>
            </a:xfrm>
            <a:custGeom>
              <a:avLst/>
              <a:gdLst>
                <a:gd name="T0" fmla="*/ 310 w 563"/>
                <a:gd name="T1" fmla="*/ 372 h 461"/>
                <a:gd name="T2" fmla="*/ 321 w 563"/>
                <a:gd name="T3" fmla="*/ 370 h 461"/>
                <a:gd name="T4" fmla="*/ 552 w 563"/>
                <a:gd name="T5" fmla="*/ 248 h 461"/>
                <a:gd name="T6" fmla="*/ 559 w 563"/>
                <a:gd name="T7" fmla="*/ 226 h 461"/>
                <a:gd name="T8" fmla="*/ 537 w 563"/>
                <a:gd name="T9" fmla="*/ 220 h 461"/>
                <a:gd name="T10" fmla="*/ 311 w 563"/>
                <a:gd name="T11" fmla="*/ 339 h 461"/>
                <a:gd name="T12" fmla="*/ 59 w 563"/>
                <a:gd name="T13" fmla="*/ 285 h 461"/>
                <a:gd name="T14" fmla="*/ 38 w 563"/>
                <a:gd name="T15" fmla="*/ 253 h 461"/>
                <a:gd name="T16" fmla="*/ 71 w 563"/>
                <a:gd name="T17" fmla="*/ 232 h 461"/>
                <a:gd name="T18" fmla="*/ 313 w 563"/>
                <a:gd name="T19" fmla="*/ 283 h 461"/>
                <a:gd name="T20" fmla="*/ 321 w 563"/>
                <a:gd name="T21" fmla="*/ 281 h 461"/>
                <a:gd name="T22" fmla="*/ 552 w 563"/>
                <a:gd name="T23" fmla="*/ 159 h 461"/>
                <a:gd name="T24" fmla="*/ 559 w 563"/>
                <a:gd name="T25" fmla="*/ 138 h 461"/>
                <a:gd name="T26" fmla="*/ 537 w 563"/>
                <a:gd name="T27" fmla="*/ 131 h 461"/>
                <a:gd name="T28" fmla="*/ 310 w 563"/>
                <a:gd name="T29" fmla="*/ 251 h 461"/>
                <a:gd name="T30" fmla="*/ 59 w 563"/>
                <a:gd name="T31" fmla="*/ 197 h 461"/>
                <a:gd name="T32" fmla="*/ 38 w 563"/>
                <a:gd name="T33" fmla="*/ 164 h 461"/>
                <a:gd name="T34" fmla="*/ 71 w 563"/>
                <a:gd name="T35" fmla="*/ 143 h 461"/>
                <a:gd name="T36" fmla="*/ 298 w 563"/>
                <a:gd name="T37" fmla="*/ 191 h 461"/>
                <a:gd name="T38" fmla="*/ 306 w 563"/>
                <a:gd name="T39" fmla="*/ 189 h 461"/>
                <a:gd name="T40" fmla="*/ 538 w 563"/>
                <a:gd name="T41" fmla="*/ 69 h 461"/>
                <a:gd name="T42" fmla="*/ 535 w 563"/>
                <a:gd name="T43" fmla="*/ 48 h 461"/>
                <a:gd name="T44" fmla="*/ 310 w 563"/>
                <a:gd name="T45" fmla="*/ 4 h 461"/>
                <a:gd name="T46" fmla="*/ 249 w 563"/>
                <a:gd name="T47" fmla="*/ 12 h 461"/>
                <a:gd name="T48" fmla="*/ 41 w 563"/>
                <a:gd name="T49" fmla="*/ 114 h 461"/>
                <a:gd name="T50" fmla="*/ 33 w 563"/>
                <a:gd name="T51" fmla="*/ 119 h 461"/>
                <a:gd name="T52" fmla="*/ 7 w 563"/>
                <a:gd name="T53" fmla="*/ 157 h 461"/>
                <a:gd name="T54" fmla="*/ 25 w 563"/>
                <a:gd name="T55" fmla="*/ 214 h 461"/>
                <a:gd name="T56" fmla="*/ 7 w 563"/>
                <a:gd name="T57" fmla="*/ 246 h 461"/>
                <a:gd name="T58" fmla="*/ 25 w 563"/>
                <a:gd name="T59" fmla="*/ 303 h 461"/>
                <a:gd name="T60" fmla="*/ 7 w 563"/>
                <a:gd name="T61" fmla="*/ 335 h 461"/>
                <a:gd name="T62" fmla="*/ 52 w 563"/>
                <a:gd name="T63" fmla="*/ 405 h 461"/>
                <a:gd name="T64" fmla="*/ 311 w 563"/>
                <a:gd name="T65" fmla="*/ 460 h 461"/>
                <a:gd name="T66" fmla="*/ 321 w 563"/>
                <a:gd name="T67" fmla="*/ 459 h 461"/>
                <a:gd name="T68" fmla="*/ 552 w 563"/>
                <a:gd name="T69" fmla="*/ 337 h 461"/>
                <a:gd name="T70" fmla="*/ 559 w 563"/>
                <a:gd name="T71" fmla="*/ 315 h 461"/>
                <a:gd name="T72" fmla="*/ 537 w 563"/>
                <a:gd name="T73" fmla="*/ 308 h 461"/>
                <a:gd name="T74" fmla="*/ 310 w 563"/>
                <a:gd name="T75" fmla="*/ 428 h 461"/>
                <a:gd name="T76" fmla="*/ 59 w 563"/>
                <a:gd name="T77" fmla="*/ 374 h 461"/>
                <a:gd name="T78" fmla="*/ 38 w 563"/>
                <a:gd name="T79" fmla="*/ 341 h 461"/>
                <a:gd name="T80" fmla="*/ 71 w 563"/>
                <a:gd name="T81" fmla="*/ 320 h 461"/>
                <a:gd name="T82" fmla="*/ 310 w 563"/>
                <a:gd name="T83" fmla="*/ 372 h 461"/>
                <a:gd name="T84" fmla="*/ 296 w 563"/>
                <a:gd name="T85" fmla="*/ 57 h 461"/>
                <a:gd name="T86" fmla="*/ 404 w 563"/>
                <a:gd name="T87" fmla="*/ 78 h 461"/>
                <a:gd name="T88" fmla="*/ 357 w 563"/>
                <a:gd name="T89" fmla="*/ 101 h 461"/>
                <a:gd name="T90" fmla="*/ 249 w 563"/>
                <a:gd name="T91" fmla="*/ 79 h 461"/>
                <a:gd name="T92" fmla="*/ 296 w 563"/>
                <a:gd name="T93" fmla="*/ 57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3" h="461">
                  <a:moveTo>
                    <a:pt x="310" y="372"/>
                  </a:moveTo>
                  <a:cubicBezTo>
                    <a:pt x="314" y="372"/>
                    <a:pt x="318" y="371"/>
                    <a:pt x="321" y="370"/>
                  </a:cubicBezTo>
                  <a:cubicBezTo>
                    <a:pt x="552" y="248"/>
                    <a:pt x="552" y="248"/>
                    <a:pt x="552" y="248"/>
                  </a:cubicBezTo>
                  <a:cubicBezTo>
                    <a:pt x="560" y="244"/>
                    <a:pt x="563" y="234"/>
                    <a:pt x="559" y="226"/>
                  </a:cubicBezTo>
                  <a:cubicBezTo>
                    <a:pt x="555" y="218"/>
                    <a:pt x="545" y="215"/>
                    <a:pt x="537" y="220"/>
                  </a:cubicBezTo>
                  <a:cubicBezTo>
                    <a:pt x="311" y="339"/>
                    <a:pt x="311" y="339"/>
                    <a:pt x="311" y="339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44" y="282"/>
                    <a:pt x="35" y="268"/>
                    <a:pt x="38" y="253"/>
                  </a:cubicBezTo>
                  <a:cubicBezTo>
                    <a:pt x="41" y="238"/>
                    <a:pt x="56" y="228"/>
                    <a:pt x="71" y="232"/>
                  </a:cubicBezTo>
                  <a:cubicBezTo>
                    <a:pt x="71" y="232"/>
                    <a:pt x="313" y="283"/>
                    <a:pt x="313" y="283"/>
                  </a:cubicBezTo>
                  <a:cubicBezTo>
                    <a:pt x="316" y="283"/>
                    <a:pt x="318" y="283"/>
                    <a:pt x="321" y="281"/>
                  </a:cubicBezTo>
                  <a:cubicBezTo>
                    <a:pt x="552" y="159"/>
                    <a:pt x="552" y="159"/>
                    <a:pt x="552" y="159"/>
                  </a:cubicBezTo>
                  <a:cubicBezTo>
                    <a:pt x="560" y="155"/>
                    <a:pt x="563" y="146"/>
                    <a:pt x="559" y="138"/>
                  </a:cubicBezTo>
                  <a:cubicBezTo>
                    <a:pt x="555" y="130"/>
                    <a:pt x="545" y="127"/>
                    <a:pt x="537" y="131"/>
                  </a:cubicBezTo>
                  <a:cubicBezTo>
                    <a:pt x="310" y="251"/>
                    <a:pt x="310" y="251"/>
                    <a:pt x="310" y="251"/>
                  </a:cubicBezTo>
                  <a:cubicBezTo>
                    <a:pt x="59" y="197"/>
                    <a:pt x="59" y="197"/>
                    <a:pt x="59" y="197"/>
                  </a:cubicBezTo>
                  <a:cubicBezTo>
                    <a:pt x="44" y="194"/>
                    <a:pt x="35" y="179"/>
                    <a:pt x="38" y="164"/>
                  </a:cubicBezTo>
                  <a:cubicBezTo>
                    <a:pt x="41" y="149"/>
                    <a:pt x="56" y="140"/>
                    <a:pt x="71" y="143"/>
                  </a:cubicBezTo>
                  <a:cubicBezTo>
                    <a:pt x="71" y="143"/>
                    <a:pt x="297" y="191"/>
                    <a:pt x="298" y="191"/>
                  </a:cubicBezTo>
                  <a:cubicBezTo>
                    <a:pt x="301" y="191"/>
                    <a:pt x="303" y="191"/>
                    <a:pt x="306" y="189"/>
                  </a:cubicBezTo>
                  <a:cubicBezTo>
                    <a:pt x="306" y="189"/>
                    <a:pt x="538" y="69"/>
                    <a:pt x="538" y="69"/>
                  </a:cubicBezTo>
                  <a:cubicBezTo>
                    <a:pt x="554" y="61"/>
                    <a:pt x="553" y="51"/>
                    <a:pt x="535" y="48"/>
                  </a:cubicBezTo>
                  <a:cubicBezTo>
                    <a:pt x="310" y="4"/>
                    <a:pt x="310" y="4"/>
                    <a:pt x="310" y="4"/>
                  </a:cubicBezTo>
                  <a:cubicBezTo>
                    <a:pt x="292" y="0"/>
                    <a:pt x="265" y="4"/>
                    <a:pt x="249" y="12"/>
                  </a:cubicBezTo>
                  <a:cubicBezTo>
                    <a:pt x="41" y="114"/>
                    <a:pt x="41" y="114"/>
                    <a:pt x="41" y="114"/>
                  </a:cubicBezTo>
                  <a:cubicBezTo>
                    <a:pt x="38" y="116"/>
                    <a:pt x="35" y="118"/>
                    <a:pt x="33" y="119"/>
                  </a:cubicBezTo>
                  <a:cubicBezTo>
                    <a:pt x="20" y="128"/>
                    <a:pt x="10" y="141"/>
                    <a:pt x="7" y="157"/>
                  </a:cubicBezTo>
                  <a:cubicBezTo>
                    <a:pt x="2" y="179"/>
                    <a:pt x="10" y="200"/>
                    <a:pt x="25" y="214"/>
                  </a:cubicBezTo>
                  <a:cubicBezTo>
                    <a:pt x="16" y="222"/>
                    <a:pt x="9" y="233"/>
                    <a:pt x="7" y="246"/>
                  </a:cubicBezTo>
                  <a:cubicBezTo>
                    <a:pt x="2" y="268"/>
                    <a:pt x="10" y="289"/>
                    <a:pt x="25" y="303"/>
                  </a:cubicBezTo>
                  <a:cubicBezTo>
                    <a:pt x="16" y="311"/>
                    <a:pt x="9" y="322"/>
                    <a:pt x="7" y="335"/>
                  </a:cubicBezTo>
                  <a:cubicBezTo>
                    <a:pt x="0" y="367"/>
                    <a:pt x="20" y="399"/>
                    <a:pt x="52" y="405"/>
                  </a:cubicBezTo>
                  <a:cubicBezTo>
                    <a:pt x="52" y="405"/>
                    <a:pt x="310" y="461"/>
                    <a:pt x="311" y="460"/>
                  </a:cubicBezTo>
                  <a:cubicBezTo>
                    <a:pt x="314" y="460"/>
                    <a:pt x="318" y="460"/>
                    <a:pt x="321" y="459"/>
                  </a:cubicBezTo>
                  <a:cubicBezTo>
                    <a:pt x="552" y="337"/>
                    <a:pt x="552" y="337"/>
                    <a:pt x="552" y="337"/>
                  </a:cubicBezTo>
                  <a:cubicBezTo>
                    <a:pt x="560" y="332"/>
                    <a:pt x="563" y="323"/>
                    <a:pt x="559" y="315"/>
                  </a:cubicBezTo>
                  <a:cubicBezTo>
                    <a:pt x="555" y="307"/>
                    <a:pt x="545" y="304"/>
                    <a:pt x="537" y="308"/>
                  </a:cubicBezTo>
                  <a:cubicBezTo>
                    <a:pt x="310" y="428"/>
                    <a:pt x="310" y="428"/>
                    <a:pt x="310" y="428"/>
                  </a:cubicBezTo>
                  <a:cubicBezTo>
                    <a:pt x="59" y="374"/>
                    <a:pt x="59" y="374"/>
                    <a:pt x="59" y="374"/>
                  </a:cubicBezTo>
                  <a:cubicBezTo>
                    <a:pt x="44" y="371"/>
                    <a:pt x="35" y="356"/>
                    <a:pt x="38" y="341"/>
                  </a:cubicBezTo>
                  <a:cubicBezTo>
                    <a:pt x="41" y="327"/>
                    <a:pt x="56" y="317"/>
                    <a:pt x="71" y="320"/>
                  </a:cubicBezTo>
                  <a:cubicBezTo>
                    <a:pt x="71" y="320"/>
                    <a:pt x="309" y="372"/>
                    <a:pt x="310" y="372"/>
                  </a:cubicBezTo>
                  <a:close/>
                  <a:moveTo>
                    <a:pt x="296" y="57"/>
                  </a:moveTo>
                  <a:cubicBezTo>
                    <a:pt x="404" y="78"/>
                    <a:pt x="404" y="78"/>
                    <a:pt x="404" y="78"/>
                  </a:cubicBezTo>
                  <a:cubicBezTo>
                    <a:pt x="357" y="101"/>
                    <a:pt x="357" y="101"/>
                    <a:pt x="357" y="101"/>
                  </a:cubicBezTo>
                  <a:cubicBezTo>
                    <a:pt x="249" y="79"/>
                    <a:pt x="249" y="79"/>
                    <a:pt x="249" y="79"/>
                  </a:cubicBezTo>
                  <a:lnTo>
                    <a:pt x="296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</p:spTree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22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3" dur="250" fill="hold"/>
                                        <p:tgtEl>
                                          <p:spTgt spid="222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650"/>
                            </p:stCondLst>
                            <p:childTnLst>
                              <p:par>
                                <p:cTn id="1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66667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66667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66667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66667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95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/>
      <p:bldP spid="215" grpId="0"/>
      <p:bldP spid="218" grpId="0" animBg="1"/>
      <p:bldP spid="219" grpId="0" animBg="1"/>
      <p:bldP spid="220" grpId="0" animBg="1"/>
      <p:bldP spid="2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>
            <a:grpSpLocks/>
          </p:cNvGrpSpPr>
          <p:nvPr/>
        </p:nvGrpSpPr>
        <p:grpSpPr bwMode="auto">
          <a:xfrm>
            <a:off x="282575" y="1746250"/>
            <a:ext cx="2765425" cy="963613"/>
            <a:chOff x="219753" y="1976522"/>
            <a:chExt cx="2765362" cy="964005"/>
          </a:xfrm>
        </p:grpSpPr>
        <p:sp>
          <p:nvSpPr>
            <p:cNvPr id="13340" name="文本框 38"/>
            <p:cNvSpPr txBox="1">
              <a:spLocks noChangeArrowheads="1"/>
            </p:cNvSpPr>
            <p:nvPr/>
          </p:nvSpPr>
          <p:spPr bwMode="auto">
            <a:xfrm>
              <a:off x="219753" y="2417307"/>
              <a:ext cx="274115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r" eaLnBrk="1" hangingPunct="1"/>
              <a:r>
                <a:rPr lang="en-US" altLang="zh-CN" sz="2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CONTENTS</a:t>
              </a:r>
              <a:endParaRPr lang="zh-CN" altLang="en-US" sz="2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341" name="文本框 11"/>
            <p:cNvSpPr txBox="1">
              <a:spLocks noChangeArrowheads="1"/>
            </p:cNvSpPr>
            <p:nvPr/>
          </p:nvSpPr>
          <p:spPr bwMode="auto">
            <a:xfrm>
              <a:off x="1979712" y="1976522"/>
              <a:ext cx="100540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zh-CN" altLang="en-US" sz="32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目录</a:t>
              </a:r>
            </a:p>
          </p:txBody>
        </p:sp>
      </p:grpSp>
      <p:sp>
        <p:nvSpPr>
          <p:cNvPr id="71" name="文本框 18"/>
          <p:cNvSpPr txBox="1">
            <a:spLocks noChangeArrowheads="1"/>
          </p:cNvSpPr>
          <p:nvPr/>
        </p:nvSpPr>
        <p:spPr bwMode="auto">
          <a:xfrm>
            <a:off x="4052888" y="1890713"/>
            <a:ext cx="14157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eaLnBrk="1" hangingPunct="1"/>
            <a:r>
              <a:rPr lang="en-US" altLang="zh-CN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2019</a:t>
            </a:r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年总述</a:t>
            </a:r>
            <a:endParaRPr lang="zh-CN" altLang="en-US" sz="1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2" name="组合 71"/>
          <p:cNvGrpSpPr>
            <a:grpSpLocks/>
          </p:cNvGrpSpPr>
          <p:nvPr/>
        </p:nvGrpSpPr>
        <p:grpSpPr bwMode="auto">
          <a:xfrm>
            <a:off x="3578225" y="1817688"/>
            <a:ext cx="466725" cy="523875"/>
            <a:chOff x="3516783" y="2047768"/>
            <a:chExt cx="466304" cy="523220"/>
          </a:xfrm>
        </p:grpSpPr>
        <p:sp>
          <p:nvSpPr>
            <p:cNvPr id="13338" name="文本框 16"/>
            <p:cNvSpPr txBox="1">
              <a:spLocks noChangeArrowheads="1"/>
            </p:cNvSpPr>
            <p:nvPr/>
          </p:nvSpPr>
          <p:spPr bwMode="auto">
            <a:xfrm>
              <a:off x="3516783" y="2047768"/>
              <a:ext cx="39465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2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74" name="直接连接符 73"/>
            <p:cNvCxnSpPr/>
            <p:nvPr/>
          </p:nvCxnSpPr>
          <p:spPr>
            <a:xfrm flipH="1">
              <a:off x="3737247" y="2226931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文本框 24"/>
          <p:cNvSpPr txBox="1">
            <a:spLocks noChangeArrowheads="1"/>
          </p:cNvSpPr>
          <p:nvPr/>
        </p:nvSpPr>
        <p:spPr bwMode="auto">
          <a:xfrm>
            <a:off x="4052888" y="2470150"/>
            <a:ext cx="14157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eaLnBrk="1" hangingPunct="1"/>
            <a:r>
              <a:rPr lang="en-US" altLang="zh-CN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2020</a:t>
            </a:r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年计划</a:t>
            </a:r>
            <a:endParaRPr lang="zh-CN" altLang="en-US" sz="1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0" name="组合 79"/>
          <p:cNvGrpSpPr>
            <a:grpSpLocks/>
          </p:cNvGrpSpPr>
          <p:nvPr/>
        </p:nvGrpSpPr>
        <p:grpSpPr bwMode="auto">
          <a:xfrm>
            <a:off x="3578225" y="2397125"/>
            <a:ext cx="466725" cy="523875"/>
            <a:chOff x="3516783" y="2627150"/>
            <a:chExt cx="466304" cy="523220"/>
          </a:xfrm>
        </p:grpSpPr>
        <p:sp>
          <p:nvSpPr>
            <p:cNvPr id="13334" name="文本框 23"/>
            <p:cNvSpPr txBox="1">
              <a:spLocks noChangeArrowheads="1"/>
            </p:cNvSpPr>
            <p:nvPr/>
          </p:nvSpPr>
          <p:spPr bwMode="auto">
            <a:xfrm>
              <a:off x="3516783" y="2627150"/>
              <a:ext cx="39465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sz="28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82" name="直接连接符 81"/>
            <p:cNvCxnSpPr/>
            <p:nvPr/>
          </p:nvCxnSpPr>
          <p:spPr>
            <a:xfrm flipH="1">
              <a:off x="3737247" y="2806314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文本框 30"/>
          <p:cNvSpPr txBox="1">
            <a:spLocks noChangeArrowheads="1"/>
          </p:cNvSpPr>
          <p:nvPr/>
        </p:nvSpPr>
        <p:spPr bwMode="auto">
          <a:xfrm>
            <a:off x="4052888" y="3043238"/>
            <a:ext cx="6463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eaLnBrk="1" hangingPunct="1"/>
            <a:r>
              <a:rPr lang="zh-CN" altLang="en-US" sz="18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总结</a:t>
            </a:r>
            <a:endParaRPr lang="zh-CN" altLang="en-US" sz="1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8" name="组合 87"/>
          <p:cNvGrpSpPr>
            <a:grpSpLocks/>
          </p:cNvGrpSpPr>
          <p:nvPr/>
        </p:nvGrpSpPr>
        <p:grpSpPr bwMode="auto">
          <a:xfrm>
            <a:off x="3578225" y="2970213"/>
            <a:ext cx="466725" cy="523875"/>
            <a:chOff x="3516783" y="3200893"/>
            <a:chExt cx="466304" cy="523220"/>
          </a:xfrm>
        </p:grpSpPr>
        <p:sp>
          <p:nvSpPr>
            <p:cNvPr id="13330" name="文本框 29"/>
            <p:cNvSpPr txBox="1">
              <a:spLocks noChangeArrowheads="1"/>
            </p:cNvSpPr>
            <p:nvPr/>
          </p:nvSpPr>
          <p:spPr bwMode="auto">
            <a:xfrm>
              <a:off x="3516783" y="3200893"/>
              <a:ext cx="39465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en-US" altLang="zh-CN" sz="2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lang="zh-CN" alt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90" name="直接连接符 89"/>
            <p:cNvCxnSpPr/>
            <p:nvPr/>
          </p:nvCxnSpPr>
          <p:spPr>
            <a:xfrm flipH="1">
              <a:off x="3737247" y="3380056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>
            <a:off x="3340100" y="1909763"/>
            <a:ext cx="0" cy="15462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6666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3 0.04136 L 2.22222E-6 -9.87654E-7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8" y="-2068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6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3 0.04104 L 2.22222E-6 4.69136E-6 " pathEditMode="relative" rAng="0" ptsTypes="AA">
                                      <p:cBhvr>
                                        <p:cTn id="27" dur="7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8" y="-2068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6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3 0.04104 L 2.22222E-6 4.93827E-6 " pathEditMode="relative" rAng="0" ptsTypes="AA">
                                      <p:cBhvr>
                                        <p:cTn id="35" dur="7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8" y="-2068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9" grpId="0"/>
      <p:bldP spid="8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238125" y="296863"/>
            <a:ext cx="1219200" cy="474662"/>
            <a:chOff x="184527" y="297451"/>
            <a:chExt cx="1218730" cy="473415"/>
          </a:xfrm>
        </p:grpSpPr>
        <p:pic>
          <p:nvPicPr>
            <p:cNvPr id="19465" name="图片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4527" y="297451"/>
              <a:ext cx="422017" cy="473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5" name="直接连接符 4"/>
            <p:cNvCxnSpPr/>
            <p:nvPr/>
          </p:nvCxnSpPr>
          <p:spPr>
            <a:xfrm>
              <a:off x="539990" y="745533"/>
              <a:ext cx="863267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/>
          <p:cNvGrpSpPr>
            <a:grpSpLocks/>
          </p:cNvGrpSpPr>
          <p:nvPr/>
        </p:nvGrpSpPr>
        <p:grpSpPr bwMode="auto">
          <a:xfrm>
            <a:off x="3216407" y="1957388"/>
            <a:ext cx="1128713" cy="1128712"/>
            <a:chOff x="2558424" y="1401428"/>
            <a:chExt cx="1318727" cy="1318727"/>
          </a:xfrm>
        </p:grpSpPr>
        <p:sp>
          <p:nvSpPr>
            <p:cNvPr id="35" name="椭圆 34"/>
            <p:cNvSpPr/>
            <p:nvPr/>
          </p:nvSpPr>
          <p:spPr>
            <a:xfrm>
              <a:off x="2558424" y="1401428"/>
              <a:ext cx="1318727" cy="131872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36" name="Freeform 11"/>
            <p:cNvSpPr>
              <a:spLocks/>
            </p:cNvSpPr>
            <p:nvPr/>
          </p:nvSpPr>
          <p:spPr bwMode="auto">
            <a:xfrm>
              <a:off x="2675274" y="1815037"/>
              <a:ext cx="1085027" cy="597230"/>
            </a:xfrm>
            <a:custGeom>
              <a:avLst/>
              <a:gdLst>
                <a:gd name="T0" fmla="*/ 7 w 683"/>
                <a:gd name="T1" fmla="*/ 118 h 376"/>
                <a:gd name="T2" fmla="*/ 334 w 683"/>
                <a:gd name="T3" fmla="*/ 1 h 376"/>
                <a:gd name="T4" fmla="*/ 341 w 683"/>
                <a:gd name="T5" fmla="*/ 1 h 376"/>
                <a:gd name="T6" fmla="*/ 675 w 683"/>
                <a:gd name="T7" fmla="*/ 118 h 376"/>
                <a:gd name="T8" fmla="*/ 683 w 683"/>
                <a:gd name="T9" fmla="*/ 129 h 376"/>
                <a:gd name="T10" fmla="*/ 675 w 683"/>
                <a:gd name="T11" fmla="*/ 139 h 376"/>
                <a:gd name="T12" fmla="*/ 561 w 683"/>
                <a:gd name="T13" fmla="*/ 172 h 376"/>
                <a:gd name="T14" fmla="*/ 338 w 683"/>
                <a:gd name="T15" fmla="*/ 119 h 376"/>
                <a:gd name="T16" fmla="*/ 328 w 683"/>
                <a:gd name="T17" fmla="*/ 130 h 376"/>
                <a:gd name="T18" fmla="*/ 338 w 683"/>
                <a:gd name="T19" fmla="*/ 140 h 376"/>
                <a:gd name="T20" fmla="*/ 545 w 683"/>
                <a:gd name="T21" fmla="*/ 185 h 376"/>
                <a:gd name="T22" fmla="*/ 545 w 683"/>
                <a:gd name="T23" fmla="*/ 255 h 376"/>
                <a:gd name="T24" fmla="*/ 545 w 683"/>
                <a:gd name="T25" fmla="*/ 256 h 376"/>
                <a:gd name="T26" fmla="*/ 337 w 683"/>
                <a:gd name="T27" fmla="*/ 305 h 376"/>
                <a:gd name="T28" fmla="*/ 130 w 683"/>
                <a:gd name="T29" fmla="*/ 256 h 376"/>
                <a:gd name="T30" fmla="*/ 130 w 683"/>
                <a:gd name="T31" fmla="*/ 255 h 376"/>
                <a:gd name="T32" fmla="*/ 130 w 683"/>
                <a:gd name="T33" fmla="*/ 174 h 376"/>
                <a:gd name="T34" fmla="*/ 71 w 683"/>
                <a:gd name="T35" fmla="*/ 157 h 376"/>
                <a:gd name="T36" fmla="*/ 71 w 683"/>
                <a:gd name="T37" fmla="*/ 249 h 376"/>
                <a:gd name="T38" fmla="*/ 92 w 683"/>
                <a:gd name="T39" fmla="*/ 277 h 376"/>
                <a:gd name="T40" fmla="*/ 75 w 683"/>
                <a:gd name="T41" fmla="*/ 303 h 376"/>
                <a:gd name="T42" fmla="*/ 82 w 683"/>
                <a:gd name="T43" fmla="*/ 338 h 376"/>
                <a:gd name="T44" fmla="*/ 28 w 683"/>
                <a:gd name="T45" fmla="*/ 361 h 376"/>
                <a:gd name="T46" fmla="*/ 39 w 683"/>
                <a:gd name="T47" fmla="*/ 301 h 376"/>
                <a:gd name="T48" fmla="*/ 26 w 683"/>
                <a:gd name="T49" fmla="*/ 277 h 376"/>
                <a:gd name="T50" fmla="*/ 46 w 683"/>
                <a:gd name="T51" fmla="*/ 249 h 376"/>
                <a:gd name="T52" fmla="*/ 46 w 683"/>
                <a:gd name="T53" fmla="*/ 150 h 376"/>
                <a:gd name="T54" fmla="*/ 8 w 683"/>
                <a:gd name="T55" fmla="*/ 139 h 376"/>
                <a:gd name="T56" fmla="*/ 0 w 683"/>
                <a:gd name="T57" fmla="*/ 129 h 376"/>
                <a:gd name="T58" fmla="*/ 7 w 683"/>
                <a:gd name="T59" fmla="*/ 118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83" h="376">
                  <a:moveTo>
                    <a:pt x="7" y="118"/>
                  </a:moveTo>
                  <a:cubicBezTo>
                    <a:pt x="334" y="1"/>
                    <a:pt x="334" y="1"/>
                    <a:pt x="334" y="1"/>
                  </a:cubicBezTo>
                  <a:cubicBezTo>
                    <a:pt x="336" y="0"/>
                    <a:pt x="339" y="0"/>
                    <a:pt x="341" y="1"/>
                  </a:cubicBezTo>
                  <a:cubicBezTo>
                    <a:pt x="675" y="118"/>
                    <a:pt x="675" y="118"/>
                    <a:pt x="675" y="118"/>
                  </a:cubicBezTo>
                  <a:cubicBezTo>
                    <a:pt x="680" y="120"/>
                    <a:pt x="683" y="124"/>
                    <a:pt x="683" y="129"/>
                  </a:cubicBezTo>
                  <a:cubicBezTo>
                    <a:pt x="682" y="134"/>
                    <a:pt x="679" y="138"/>
                    <a:pt x="675" y="139"/>
                  </a:cubicBezTo>
                  <a:cubicBezTo>
                    <a:pt x="561" y="172"/>
                    <a:pt x="561" y="172"/>
                    <a:pt x="561" y="172"/>
                  </a:cubicBezTo>
                  <a:cubicBezTo>
                    <a:pt x="537" y="136"/>
                    <a:pt x="430" y="119"/>
                    <a:pt x="338" y="119"/>
                  </a:cubicBezTo>
                  <a:cubicBezTo>
                    <a:pt x="333" y="119"/>
                    <a:pt x="328" y="124"/>
                    <a:pt x="328" y="130"/>
                  </a:cubicBezTo>
                  <a:cubicBezTo>
                    <a:pt x="328" y="136"/>
                    <a:pt x="333" y="140"/>
                    <a:pt x="338" y="140"/>
                  </a:cubicBezTo>
                  <a:cubicBezTo>
                    <a:pt x="452" y="140"/>
                    <a:pt x="534" y="164"/>
                    <a:pt x="545" y="185"/>
                  </a:cubicBezTo>
                  <a:cubicBezTo>
                    <a:pt x="545" y="255"/>
                    <a:pt x="545" y="255"/>
                    <a:pt x="545" y="255"/>
                  </a:cubicBezTo>
                  <a:cubicBezTo>
                    <a:pt x="545" y="255"/>
                    <a:pt x="545" y="255"/>
                    <a:pt x="545" y="256"/>
                  </a:cubicBezTo>
                  <a:cubicBezTo>
                    <a:pt x="545" y="283"/>
                    <a:pt x="452" y="305"/>
                    <a:pt x="337" y="305"/>
                  </a:cubicBezTo>
                  <a:cubicBezTo>
                    <a:pt x="223" y="305"/>
                    <a:pt x="130" y="283"/>
                    <a:pt x="130" y="256"/>
                  </a:cubicBezTo>
                  <a:cubicBezTo>
                    <a:pt x="130" y="255"/>
                    <a:pt x="130" y="255"/>
                    <a:pt x="130" y="255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71" y="157"/>
                    <a:pt x="71" y="157"/>
                    <a:pt x="71" y="157"/>
                  </a:cubicBezTo>
                  <a:cubicBezTo>
                    <a:pt x="71" y="249"/>
                    <a:pt x="71" y="249"/>
                    <a:pt x="71" y="249"/>
                  </a:cubicBezTo>
                  <a:cubicBezTo>
                    <a:pt x="83" y="253"/>
                    <a:pt x="92" y="264"/>
                    <a:pt x="92" y="277"/>
                  </a:cubicBezTo>
                  <a:cubicBezTo>
                    <a:pt x="92" y="288"/>
                    <a:pt x="85" y="298"/>
                    <a:pt x="75" y="303"/>
                  </a:cubicBezTo>
                  <a:cubicBezTo>
                    <a:pt x="82" y="338"/>
                    <a:pt x="82" y="338"/>
                    <a:pt x="82" y="338"/>
                  </a:cubicBezTo>
                  <a:cubicBezTo>
                    <a:pt x="86" y="354"/>
                    <a:pt x="26" y="376"/>
                    <a:pt x="28" y="36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1" y="296"/>
                    <a:pt x="26" y="287"/>
                    <a:pt x="26" y="277"/>
                  </a:cubicBezTo>
                  <a:cubicBezTo>
                    <a:pt x="26" y="264"/>
                    <a:pt x="34" y="253"/>
                    <a:pt x="46" y="249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8" y="139"/>
                    <a:pt x="8" y="139"/>
                    <a:pt x="8" y="139"/>
                  </a:cubicBezTo>
                  <a:cubicBezTo>
                    <a:pt x="3" y="138"/>
                    <a:pt x="0" y="134"/>
                    <a:pt x="0" y="129"/>
                  </a:cubicBezTo>
                  <a:cubicBezTo>
                    <a:pt x="0" y="124"/>
                    <a:pt x="3" y="120"/>
                    <a:pt x="7" y="11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>
            <a:grpSpLocks/>
          </p:cNvGrpSpPr>
          <p:nvPr/>
        </p:nvGrpSpPr>
        <p:grpSpPr bwMode="auto">
          <a:xfrm>
            <a:off x="4429257" y="2032000"/>
            <a:ext cx="1460500" cy="1038225"/>
            <a:chOff x="4447677" y="2019402"/>
            <a:chExt cx="1461654" cy="1038453"/>
          </a:xfrm>
        </p:grpSpPr>
        <p:sp>
          <p:nvSpPr>
            <p:cNvPr id="19461" name="文本框 37"/>
            <p:cNvSpPr txBox="1">
              <a:spLocks noChangeArrowheads="1"/>
            </p:cNvSpPr>
            <p:nvPr/>
          </p:nvSpPr>
          <p:spPr bwMode="auto">
            <a:xfrm>
              <a:off x="4447677" y="2226858"/>
              <a:ext cx="146165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en-US" altLang="zh-CN" sz="4800" dirty="0" smtClean="0">
                  <a:solidFill>
                    <a:schemeClr val="bg1"/>
                  </a:solidFill>
                  <a:ea typeface="微软雅黑" pitchFamily="34" charset="-122"/>
                </a:rPr>
                <a:t>2019</a:t>
              </a:r>
              <a:endParaRPr lang="zh-CN" altLang="en-US" sz="4800" dirty="0">
                <a:solidFill>
                  <a:schemeClr val="bg1"/>
                </a:solidFill>
                <a:ea typeface="微软雅黑" pitchFamily="34" charset="-122"/>
              </a:endParaRPr>
            </a:p>
          </p:txBody>
        </p:sp>
        <p:sp>
          <p:nvSpPr>
            <p:cNvPr id="19462" name="文本框 38"/>
            <p:cNvSpPr txBox="1">
              <a:spLocks noChangeArrowheads="1"/>
            </p:cNvSpPr>
            <p:nvPr/>
          </p:nvSpPr>
          <p:spPr bwMode="auto">
            <a:xfrm>
              <a:off x="4535462" y="2019402"/>
              <a:ext cx="128684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en-US" altLang="zh-CN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PART ONE</a:t>
              </a:r>
              <a:endParaRPr lang="zh-CN" altLang="en-US" sz="14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8356190"/>
      </p:ext>
    </p:extLst>
  </p:cSld>
  <p:clrMapOvr>
    <a:masterClrMapping/>
  </p:clrMapOvr>
  <p:transition spd="slow" advClick="0" advTm="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3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8" dur="250" fill="hold"/>
                                        <p:tgtEl>
                                          <p:spTgt spid="34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150"/>
                            </p:stCondLst>
                            <p:childTnLst>
                              <p:par>
                                <p:cTn id="20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1062061" y="1393718"/>
            <a:ext cx="1958975" cy="1871663"/>
            <a:chOff x="3065829" y="2668267"/>
            <a:chExt cx="1872107" cy="1761728"/>
          </a:xfrm>
        </p:grpSpPr>
        <p:sp>
          <p:nvSpPr>
            <p:cNvPr id="28" name="椭圆 27"/>
            <p:cNvSpPr/>
            <p:nvPr/>
          </p:nvSpPr>
          <p:spPr>
            <a:xfrm>
              <a:off x="3114376" y="2668267"/>
              <a:ext cx="1762875" cy="1761728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4441842" y="2760911"/>
              <a:ext cx="119852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3439037" y="2760911"/>
              <a:ext cx="119851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065829" y="3493096"/>
              <a:ext cx="119851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4818084" y="3493096"/>
              <a:ext cx="119852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4441842" y="4223788"/>
              <a:ext cx="119852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3439037" y="4201373"/>
              <a:ext cx="119851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任意多边形 48"/>
            <p:cNvSpPr/>
            <p:nvPr/>
          </p:nvSpPr>
          <p:spPr bwMode="auto">
            <a:xfrm flipV="1">
              <a:off x="4475219" y="3525970"/>
              <a:ext cx="259425" cy="43334"/>
            </a:xfrm>
            <a:custGeom>
              <a:avLst/>
              <a:gdLst>
                <a:gd name="connsiteX0" fmla="*/ 0 w 739035"/>
                <a:gd name="connsiteY0" fmla="*/ 0 h 0"/>
                <a:gd name="connsiteX1" fmla="*/ 739035 w 73903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39035">
                  <a:moveTo>
                    <a:pt x="0" y="0"/>
                  </a:moveTo>
                  <a:lnTo>
                    <a:pt x="739035" y="0"/>
                  </a:lnTo>
                </a:path>
              </a:pathLst>
            </a:custGeom>
            <a:noFill/>
            <a:ln w="38100">
              <a:solidFill>
                <a:schemeClr val="bg1"/>
              </a:solidFill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519" name="矩形 54"/>
          <p:cNvSpPr>
            <a:spLocks noChangeArrowheads="1"/>
          </p:cNvSpPr>
          <p:nvPr/>
        </p:nvSpPr>
        <p:spPr bwMode="auto">
          <a:xfrm>
            <a:off x="3759734" y="2075067"/>
            <a:ext cx="4116715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1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完成毕设，年会论文，并参与实验室项目。</a:t>
            </a:r>
            <a:endParaRPr lang="en-US" altLang="zh-CN" sz="12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12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阅读学习论文，确定研究方向，并进行初步实验。</a:t>
            </a:r>
            <a:endParaRPr lang="en-US" altLang="zh-CN" sz="12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椭圆 57"/>
          <p:cNvSpPr/>
          <p:nvPr/>
        </p:nvSpPr>
        <p:spPr bwMode="auto">
          <a:xfrm>
            <a:off x="1557276" y="1833457"/>
            <a:ext cx="979487" cy="993775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95505" y="2099967"/>
            <a:ext cx="892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>
                <a:solidFill>
                  <a:schemeClr val="bg1"/>
                </a:solidFill>
              </a:rPr>
              <a:t>2019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238125" y="296863"/>
            <a:ext cx="1219200" cy="474662"/>
            <a:chOff x="184527" y="297451"/>
            <a:chExt cx="1218730" cy="473415"/>
          </a:xfrm>
        </p:grpSpPr>
        <p:pic>
          <p:nvPicPr>
            <p:cNvPr id="19465" name="图片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4527" y="297451"/>
              <a:ext cx="422017" cy="473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5" name="直接连接符 4"/>
            <p:cNvCxnSpPr/>
            <p:nvPr/>
          </p:nvCxnSpPr>
          <p:spPr>
            <a:xfrm>
              <a:off x="539990" y="745533"/>
              <a:ext cx="863267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椭圆 34"/>
          <p:cNvSpPr/>
          <p:nvPr/>
        </p:nvSpPr>
        <p:spPr bwMode="auto">
          <a:xfrm>
            <a:off x="3216407" y="1957388"/>
            <a:ext cx="1128713" cy="1128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grpSp>
        <p:nvGrpSpPr>
          <p:cNvPr id="37" name="组合 36"/>
          <p:cNvGrpSpPr>
            <a:grpSpLocks/>
          </p:cNvGrpSpPr>
          <p:nvPr/>
        </p:nvGrpSpPr>
        <p:grpSpPr bwMode="auto">
          <a:xfrm>
            <a:off x="4429257" y="2032000"/>
            <a:ext cx="1460500" cy="1038225"/>
            <a:chOff x="4447677" y="2019402"/>
            <a:chExt cx="1461654" cy="1038453"/>
          </a:xfrm>
        </p:grpSpPr>
        <p:sp>
          <p:nvSpPr>
            <p:cNvPr id="19461" name="文本框 37"/>
            <p:cNvSpPr txBox="1">
              <a:spLocks noChangeArrowheads="1"/>
            </p:cNvSpPr>
            <p:nvPr/>
          </p:nvSpPr>
          <p:spPr bwMode="auto">
            <a:xfrm>
              <a:off x="4447677" y="2226858"/>
              <a:ext cx="146165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algn="ctr" eaLnBrk="1" hangingPunct="1"/>
              <a:r>
                <a:rPr lang="en-US" altLang="zh-CN" sz="4800" dirty="0" smtClean="0">
                  <a:solidFill>
                    <a:schemeClr val="bg1"/>
                  </a:solidFill>
                  <a:ea typeface="微软雅黑" pitchFamily="34" charset="-122"/>
                </a:rPr>
                <a:t>2020</a:t>
              </a:r>
              <a:endParaRPr lang="zh-CN" altLang="en-US" sz="4800" dirty="0">
                <a:solidFill>
                  <a:schemeClr val="bg1"/>
                </a:solidFill>
                <a:ea typeface="微软雅黑" pitchFamily="34" charset="-122"/>
              </a:endParaRPr>
            </a:p>
          </p:txBody>
        </p:sp>
        <p:sp>
          <p:nvSpPr>
            <p:cNvPr id="19462" name="文本框 38"/>
            <p:cNvSpPr txBox="1">
              <a:spLocks noChangeArrowheads="1"/>
            </p:cNvSpPr>
            <p:nvPr/>
          </p:nvSpPr>
          <p:spPr bwMode="auto">
            <a:xfrm>
              <a:off x="4535462" y="2019402"/>
              <a:ext cx="128684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en-US" altLang="zh-CN" sz="1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PART 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TWO</a:t>
              </a:r>
              <a:endParaRPr lang="zh-CN" altLang="en-US" sz="1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3" name="Freeform 7"/>
          <p:cNvSpPr>
            <a:spLocks noEditPoints="1"/>
          </p:cNvSpPr>
          <p:nvPr/>
        </p:nvSpPr>
        <p:spPr bwMode="auto">
          <a:xfrm>
            <a:off x="3405319" y="2214563"/>
            <a:ext cx="750887" cy="614362"/>
          </a:xfrm>
          <a:custGeom>
            <a:avLst/>
            <a:gdLst>
              <a:gd name="T0" fmla="*/ 310 w 563"/>
              <a:gd name="T1" fmla="*/ 372 h 461"/>
              <a:gd name="T2" fmla="*/ 321 w 563"/>
              <a:gd name="T3" fmla="*/ 370 h 461"/>
              <a:gd name="T4" fmla="*/ 552 w 563"/>
              <a:gd name="T5" fmla="*/ 248 h 461"/>
              <a:gd name="T6" fmla="*/ 559 w 563"/>
              <a:gd name="T7" fmla="*/ 226 h 461"/>
              <a:gd name="T8" fmla="*/ 537 w 563"/>
              <a:gd name="T9" fmla="*/ 220 h 461"/>
              <a:gd name="T10" fmla="*/ 311 w 563"/>
              <a:gd name="T11" fmla="*/ 339 h 461"/>
              <a:gd name="T12" fmla="*/ 59 w 563"/>
              <a:gd name="T13" fmla="*/ 285 h 461"/>
              <a:gd name="T14" fmla="*/ 38 w 563"/>
              <a:gd name="T15" fmla="*/ 253 h 461"/>
              <a:gd name="T16" fmla="*/ 71 w 563"/>
              <a:gd name="T17" fmla="*/ 232 h 461"/>
              <a:gd name="T18" fmla="*/ 313 w 563"/>
              <a:gd name="T19" fmla="*/ 283 h 461"/>
              <a:gd name="T20" fmla="*/ 321 w 563"/>
              <a:gd name="T21" fmla="*/ 281 h 461"/>
              <a:gd name="T22" fmla="*/ 552 w 563"/>
              <a:gd name="T23" fmla="*/ 159 h 461"/>
              <a:gd name="T24" fmla="*/ 559 w 563"/>
              <a:gd name="T25" fmla="*/ 138 h 461"/>
              <a:gd name="T26" fmla="*/ 537 w 563"/>
              <a:gd name="T27" fmla="*/ 131 h 461"/>
              <a:gd name="T28" fmla="*/ 310 w 563"/>
              <a:gd name="T29" fmla="*/ 251 h 461"/>
              <a:gd name="T30" fmla="*/ 59 w 563"/>
              <a:gd name="T31" fmla="*/ 197 h 461"/>
              <a:gd name="T32" fmla="*/ 38 w 563"/>
              <a:gd name="T33" fmla="*/ 164 h 461"/>
              <a:gd name="T34" fmla="*/ 71 w 563"/>
              <a:gd name="T35" fmla="*/ 143 h 461"/>
              <a:gd name="T36" fmla="*/ 298 w 563"/>
              <a:gd name="T37" fmla="*/ 191 h 461"/>
              <a:gd name="T38" fmla="*/ 306 w 563"/>
              <a:gd name="T39" fmla="*/ 189 h 461"/>
              <a:gd name="T40" fmla="*/ 538 w 563"/>
              <a:gd name="T41" fmla="*/ 69 h 461"/>
              <a:gd name="T42" fmla="*/ 535 w 563"/>
              <a:gd name="T43" fmla="*/ 48 h 461"/>
              <a:gd name="T44" fmla="*/ 310 w 563"/>
              <a:gd name="T45" fmla="*/ 4 h 461"/>
              <a:gd name="T46" fmla="*/ 249 w 563"/>
              <a:gd name="T47" fmla="*/ 12 h 461"/>
              <a:gd name="T48" fmla="*/ 41 w 563"/>
              <a:gd name="T49" fmla="*/ 114 h 461"/>
              <a:gd name="T50" fmla="*/ 33 w 563"/>
              <a:gd name="T51" fmla="*/ 119 h 461"/>
              <a:gd name="T52" fmla="*/ 7 w 563"/>
              <a:gd name="T53" fmla="*/ 157 h 461"/>
              <a:gd name="T54" fmla="*/ 25 w 563"/>
              <a:gd name="T55" fmla="*/ 214 h 461"/>
              <a:gd name="T56" fmla="*/ 7 w 563"/>
              <a:gd name="T57" fmla="*/ 246 h 461"/>
              <a:gd name="T58" fmla="*/ 25 w 563"/>
              <a:gd name="T59" fmla="*/ 303 h 461"/>
              <a:gd name="T60" fmla="*/ 7 w 563"/>
              <a:gd name="T61" fmla="*/ 335 h 461"/>
              <a:gd name="T62" fmla="*/ 52 w 563"/>
              <a:gd name="T63" fmla="*/ 405 h 461"/>
              <a:gd name="T64" fmla="*/ 311 w 563"/>
              <a:gd name="T65" fmla="*/ 460 h 461"/>
              <a:gd name="T66" fmla="*/ 321 w 563"/>
              <a:gd name="T67" fmla="*/ 459 h 461"/>
              <a:gd name="T68" fmla="*/ 552 w 563"/>
              <a:gd name="T69" fmla="*/ 337 h 461"/>
              <a:gd name="T70" fmla="*/ 559 w 563"/>
              <a:gd name="T71" fmla="*/ 315 h 461"/>
              <a:gd name="T72" fmla="*/ 537 w 563"/>
              <a:gd name="T73" fmla="*/ 308 h 461"/>
              <a:gd name="T74" fmla="*/ 310 w 563"/>
              <a:gd name="T75" fmla="*/ 428 h 461"/>
              <a:gd name="T76" fmla="*/ 59 w 563"/>
              <a:gd name="T77" fmla="*/ 374 h 461"/>
              <a:gd name="T78" fmla="*/ 38 w 563"/>
              <a:gd name="T79" fmla="*/ 341 h 461"/>
              <a:gd name="T80" fmla="*/ 71 w 563"/>
              <a:gd name="T81" fmla="*/ 320 h 461"/>
              <a:gd name="T82" fmla="*/ 310 w 563"/>
              <a:gd name="T83" fmla="*/ 372 h 461"/>
              <a:gd name="T84" fmla="*/ 296 w 563"/>
              <a:gd name="T85" fmla="*/ 57 h 461"/>
              <a:gd name="T86" fmla="*/ 404 w 563"/>
              <a:gd name="T87" fmla="*/ 78 h 461"/>
              <a:gd name="T88" fmla="*/ 357 w 563"/>
              <a:gd name="T89" fmla="*/ 101 h 461"/>
              <a:gd name="T90" fmla="*/ 249 w 563"/>
              <a:gd name="T91" fmla="*/ 79 h 461"/>
              <a:gd name="T92" fmla="*/ 296 w 563"/>
              <a:gd name="T93" fmla="*/ 57 h 4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563" h="461">
                <a:moveTo>
                  <a:pt x="310" y="372"/>
                </a:moveTo>
                <a:cubicBezTo>
                  <a:pt x="314" y="372"/>
                  <a:pt x="318" y="371"/>
                  <a:pt x="321" y="370"/>
                </a:cubicBezTo>
                <a:cubicBezTo>
                  <a:pt x="552" y="248"/>
                  <a:pt x="552" y="248"/>
                  <a:pt x="552" y="248"/>
                </a:cubicBezTo>
                <a:cubicBezTo>
                  <a:pt x="560" y="244"/>
                  <a:pt x="563" y="234"/>
                  <a:pt x="559" y="226"/>
                </a:cubicBezTo>
                <a:cubicBezTo>
                  <a:pt x="555" y="218"/>
                  <a:pt x="545" y="215"/>
                  <a:pt x="537" y="220"/>
                </a:cubicBezTo>
                <a:cubicBezTo>
                  <a:pt x="311" y="339"/>
                  <a:pt x="311" y="339"/>
                  <a:pt x="311" y="339"/>
                </a:cubicBezTo>
                <a:cubicBezTo>
                  <a:pt x="59" y="285"/>
                  <a:pt x="59" y="285"/>
                  <a:pt x="59" y="285"/>
                </a:cubicBezTo>
                <a:cubicBezTo>
                  <a:pt x="44" y="282"/>
                  <a:pt x="35" y="268"/>
                  <a:pt x="38" y="253"/>
                </a:cubicBezTo>
                <a:cubicBezTo>
                  <a:pt x="41" y="238"/>
                  <a:pt x="56" y="228"/>
                  <a:pt x="71" y="232"/>
                </a:cubicBezTo>
                <a:cubicBezTo>
                  <a:pt x="71" y="232"/>
                  <a:pt x="313" y="283"/>
                  <a:pt x="313" y="283"/>
                </a:cubicBezTo>
                <a:cubicBezTo>
                  <a:pt x="316" y="283"/>
                  <a:pt x="318" y="283"/>
                  <a:pt x="321" y="281"/>
                </a:cubicBezTo>
                <a:cubicBezTo>
                  <a:pt x="552" y="159"/>
                  <a:pt x="552" y="159"/>
                  <a:pt x="552" y="159"/>
                </a:cubicBezTo>
                <a:cubicBezTo>
                  <a:pt x="560" y="155"/>
                  <a:pt x="563" y="146"/>
                  <a:pt x="559" y="138"/>
                </a:cubicBezTo>
                <a:cubicBezTo>
                  <a:pt x="555" y="130"/>
                  <a:pt x="545" y="127"/>
                  <a:pt x="537" y="131"/>
                </a:cubicBezTo>
                <a:cubicBezTo>
                  <a:pt x="310" y="251"/>
                  <a:pt x="310" y="251"/>
                  <a:pt x="310" y="251"/>
                </a:cubicBezTo>
                <a:cubicBezTo>
                  <a:pt x="59" y="197"/>
                  <a:pt x="59" y="197"/>
                  <a:pt x="59" y="197"/>
                </a:cubicBezTo>
                <a:cubicBezTo>
                  <a:pt x="44" y="194"/>
                  <a:pt x="35" y="179"/>
                  <a:pt x="38" y="164"/>
                </a:cubicBezTo>
                <a:cubicBezTo>
                  <a:pt x="41" y="149"/>
                  <a:pt x="56" y="140"/>
                  <a:pt x="71" y="143"/>
                </a:cubicBezTo>
                <a:cubicBezTo>
                  <a:pt x="71" y="143"/>
                  <a:pt x="297" y="191"/>
                  <a:pt x="298" y="191"/>
                </a:cubicBezTo>
                <a:cubicBezTo>
                  <a:pt x="301" y="191"/>
                  <a:pt x="303" y="191"/>
                  <a:pt x="306" y="189"/>
                </a:cubicBezTo>
                <a:cubicBezTo>
                  <a:pt x="306" y="189"/>
                  <a:pt x="538" y="69"/>
                  <a:pt x="538" y="69"/>
                </a:cubicBezTo>
                <a:cubicBezTo>
                  <a:pt x="554" y="61"/>
                  <a:pt x="553" y="51"/>
                  <a:pt x="535" y="48"/>
                </a:cubicBezTo>
                <a:cubicBezTo>
                  <a:pt x="310" y="4"/>
                  <a:pt x="310" y="4"/>
                  <a:pt x="310" y="4"/>
                </a:cubicBezTo>
                <a:cubicBezTo>
                  <a:pt x="292" y="0"/>
                  <a:pt x="265" y="4"/>
                  <a:pt x="249" y="12"/>
                </a:cubicBezTo>
                <a:cubicBezTo>
                  <a:pt x="41" y="114"/>
                  <a:pt x="41" y="114"/>
                  <a:pt x="41" y="114"/>
                </a:cubicBezTo>
                <a:cubicBezTo>
                  <a:pt x="38" y="116"/>
                  <a:pt x="35" y="118"/>
                  <a:pt x="33" y="119"/>
                </a:cubicBezTo>
                <a:cubicBezTo>
                  <a:pt x="20" y="128"/>
                  <a:pt x="10" y="141"/>
                  <a:pt x="7" y="157"/>
                </a:cubicBezTo>
                <a:cubicBezTo>
                  <a:pt x="2" y="179"/>
                  <a:pt x="10" y="200"/>
                  <a:pt x="25" y="214"/>
                </a:cubicBezTo>
                <a:cubicBezTo>
                  <a:pt x="16" y="222"/>
                  <a:pt x="9" y="233"/>
                  <a:pt x="7" y="246"/>
                </a:cubicBezTo>
                <a:cubicBezTo>
                  <a:pt x="2" y="268"/>
                  <a:pt x="10" y="289"/>
                  <a:pt x="25" y="303"/>
                </a:cubicBezTo>
                <a:cubicBezTo>
                  <a:pt x="16" y="311"/>
                  <a:pt x="9" y="322"/>
                  <a:pt x="7" y="335"/>
                </a:cubicBezTo>
                <a:cubicBezTo>
                  <a:pt x="0" y="367"/>
                  <a:pt x="20" y="399"/>
                  <a:pt x="52" y="405"/>
                </a:cubicBezTo>
                <a:cubicBezTo>
                  <a:pt x="52" y="405"/>
                  <a:pt x="310" y="461"/>
                  <a:pt x="311" y="460"/>
                </a:cubicBezTo>
                <a:cubicBezTo>
                  <a:pt x="314" y="460"/>
                  <a:pt x="318" y="460"/>
                  <a:pt x="321" y="459"/>
                </a:cubicBezTo>
                <a:cubicBezTo>
                  <a:pt x="552" y="337"/>
                  <a:pt x="552" y="337"/>
                  <a:pt x="552" y="337"/>
                </a:cubicBezTo>
                <a:cubicBezTo>
                  <a:pt x="560" y="332"/>
                  <a:pt x="563" y="323"/>
                  <a:pt x="559" y="315"/>
                </a:cubicBezTo>
                <a:cubicBezTo>
                  <a:pt x="555" y="307"/>
                  <a:pt x="545" y="304"/>
                  <a:pt x="537" y="308"/>
                </a:cubicBezTo>
                <a:cubicBezTo>
                  <a:pt x="310" y="428"/>
                  <a:pt x="310" y="428"/>
                  <a:pt x="310" y="428"/>
                </a:cubicBezTo>
                <a:cubicBezTo>
                  <a:pt x="59" y="374"/>
                  <a:pt x="59" y="374"/>
                  <a:pt x="59" y="374"/>
                </a:cubicBezTo>
                <a:cubicBezTo>
                  <a:pt x="44" y="371"/>
                  <a:pt x="35" y="356"/>
                  <a:pt x="38" y="341"/>
                </a:cubicBezTo>
                <a:cubicBezTo>
                  <a:pt x="41" y="327"/>
                  <a:pt x="56" y="317"/>
                  <a:pt x="71" y="320"/>
                </a:cubicBezTo>
                <a:cubicBezTo>
                  <a:pt x="71" y="320"/>
                  <a:pt x="309" y="372"/>
                  <a:pt x="310" y="372"/>
                </a:cubicBezTo>
                <a:close/>
                <a:moveTo>
                  <a:pt x="296" y="57"/>
                </a:moveTo>
                <a:cubicBezTo>
                  <a:pt x="404" y="78"/>
                  <a:pt x="404" y="78"/>
                  <a:pt x="404" y="78"/>
                </a:cubicBezTo>
                <a:cubicBezTo>
                  <a:pt x="357" y="101"/>
                  <a:pt x="357" y="101"/>
                  <a:pt x="357" y="101"/>
                </a:cubicBezTo>
                <a:cubicBezTo>
                  <a:pt x="249" y="79"/>
                  <a:pt x="249" y="79"/>
                  <a:pt x="249" y="79"/>
                </a:cubicBezTo>
                <a:lnTo>
                  <a:pt x="296" y="5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45559"/>
      </p:ext>
    </p:extLst>
  </p:cSld>
  <p:clrMapOvr>
    <a:masterClrMapping/>
  </p:clrMapOvr>
  <p:transition spd="slow" advClick="0" advTm="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图片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文本框 31"/>
          <p:cNvSpPr txBox="1"/>
          <p:nvPr/>
        </p:nvSpPr>
        <p:spPr>
          <a:xfrm>
            <a:off x="411163" y="35877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en-US" sz="16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年计划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TextBox 29"/>
          <p:cNvSpPr txBox="1"/>
          <p:nvPr/>
        </p:nvSpPr>
        <p:spPr>
          <a:xfrm>
            <a:off x="498475" y="985838"/>
            <a:ext cx="8267700" cy="57708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提高自己的阅读论文的能力，扩充自己的知识面</a:t>
            </a:r>
            <a:r>
              <a:rPr lang="zh-CN" altLang="en-US" sz="105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05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完成目前的课题，获得更好的实验结果并完成论文。</a:t>
            </a:r>
            <a:endParaRPr lang="en-US" altLang="zh-CN" sz="105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238125" y="296863"/>
            <a:ext cx="1363663" cy="474662"/>
            <a:chOff x="184527" y="297451"/>
            <a:chExt cx="1363137" cy="473415"/>
          </a:xfrm>
        </p:grpSpPr>
        <p:pic>
          <p:nvPicPr>
            <p:cNvPr id="56329" name="图片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4527" y="297451"/>
              <a:ext cx="422017" cy="473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文本框 2"/>
            <p:cNvSpPr txBox="1"/>
            <p:nvPr/>
          </p:nvSpPr>
          <p:spPr>
            <a:xfrm>
              <a:off x="539990" y="376617"/>
              <a:ext cx="1007674" cy="368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dirty="0">
                  <a:solidFill>
                    <a:schemeClr val="bg1">
                      <a:lumMod val="95000"/>
                    </a:schemeClr>
                  </a:solidFill>
                  <a:latin typeface="+mn-lt"/>
                  <a:ea typeface="微软雅黑" panose="020B0503020204020204" pitchFamily="34" charset="-122"/>
                </a:rPr>
                <a:t>目录页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539990" y="745533"/>
              <a:ext cx="863267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4070350" y="2019300"/>
            <a:ext cx="2255838" cy="939800"/>
            <a:chOff x="4070982" y="2019402"/>
            <a:chExt cx="2255503" cy="939618"/>
          </a:xfrm>
        </p:grpSpPr>
        <p:sp>
          <p:nvSpPr>
            <p:cNvPr id="56327" name="文本框 23"/>
            <p:cNvSpPr txBox="1">
              <a:spLocks noChangeArrowheads="1"/>
            </p:cNvSpPr>
            <p:nvPr/>
          </p:nvSpPr>
          <p:spPr bwMode="auto">
            <a:xfrm>
              <a:off x="4070982" y="2251134"/>
              <a:ext cx="2255503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zh-CN" altLang="en-US" sz="40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总结</a:t>
              </a:r>
              <a:endParaRPr lang="zh-CN" altLang="en-US" sz="4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328" name="文本框 35"/>
            <p:cNvSpPr txBox="1">
              <a:spLocks noChangeArrowheads="1"/>
            </p:cNvSpPr>
            <p:nvPr/>
          </p:nvSpPr>
          <p:spPr bwMode="auto">
            <a:xfrm>
              <a:off x="4118308" y="2019402"/>
              <a:ext cx="13312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方正正黑简体" pitchFamily="2" charset="-122"/>
                  <a:ea typeface="方正正黑简体" pitchFamily="2" charset="-122"/>
                </a:defRPr>
              </a:lvl9pPr>
            </a:lstStyle>
            <a:p>
              <a:pPr eaLnBrk="1" hangingPunct="1"/>
              <a:r>
                <a:rPr lang="en-US" altLang="zh-CN" sz="14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PART FIVE</a:t>
              </a:r>
              <a:endParaRPr lang="zh-CN" altLang="en-US" sz="14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7" name="组合 36"/>
          <p:cNvGrpSpPr>
            <a:grpSpLocks/>
          </p:cNvGrpSpPr>
          <p:nvPr/>
        </p:nvGrpSpPr>
        <p:grpSpPr bwMode="auto">
          <a:xfrm>
            <a:off x="2817813" y="1944688"/>
            <a:ext cx="1128712" cy="1128712"/>
            <a:chOff x="2817516" y="1944350"/>
            <a:chExt cx="1129689" cy="1129689"/>
          </a:xfrm>
        </p:grpSpPr>
        <p:sp>
          <p:nvSpPr>
            <p:cNvPr id="38" name="椭圆 37"/>
            <p:cNvSpPr/>
            <p:nvPr/>
          </p:nvSpPr>
          <p:spPr>
            <a:xfrm>
              <a:off x="2817516" y="1944350"/>
              <a:ext cx="1129689" cy="112968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Freeform 5"/>
            <p:cNvSpPr>
              <a:spLocks noEditPoints="1"/>
            </p:cNvSpPr>
            <p:nvPr/>
          </p:nvSpPr>
          <p:spPr bwMode="auto">
            <a:xfrm>
              <a:off x="3195668" y="2160437"/>
              <a:ext cx="444885" cy="657794"/>
            </a:xfrm>
            <a:custGeom>
              <a:avLst/>
              <a:gdLst>
                <a:gd name="T0" fmla="*/ 189 w 316"/>
                <a:gd name="T1" fmla="*/ 16 h 467"/>
                <a:gd name="T2" fmla="*/ 225 w 316"/>
                <a:gd name="T3" fmla="*/ 7 h 467"/>
                <a:gd name="T4" fmla="*/ 300 w 316"/>
                <a:gd name="T5" fmla="*/ 52 h 467"/>
                <a:gd name="T6" fmla="*/ 309 w 316"/>
                <a:gd name="T7" fmla="*/ 89 h 467"/>
                <a:gd name="T8" fmla="*/ 298 w 316"/>
                <a:gd name="T9" fmla="*/ 105 h 467"/>
                <a:gd name="T10" fmla="*/ 179 w 316"/>
                <a:gd name="T11" fmla="*/ 33 h 467"/>
                <a:gd name="T12" fmla="*/ 189 w 316"/>
                <a:gd name="T13" fmla="*/ 16 h 467"/>
                <a:gd name="T14" fmla="*/ 164 w 316"/>
                <a:gd name="T15" fmla="*/ 58 h 467"/>
                <a:gd name="T16" fmla="*/ 147 w 316"/>
                <a:gd name="T17" fmla="*/ 85 h 467"/>
                <a:gd name="T18" fmla="*/ 266 w 316"/>
                <a:gd name="T19" fmla="*/ 157 h 467"/>
                <a:gd name="T20" fmla="*/ 283 w 316"/>
                <a:gd name="T21" fmla="*/ 130 h 467"/>
                <a:gd name="T22" fmla="*/ 164 w 316"/>
                <a:gd name="T23" fmla="*/ 58 h 467"/>
                <a:gd name="T24" fmla="*/ 2 w 316"/>
                <a:gd name="T25" fmla="*/ 446 h 467"/>
                <a:gd name="T26" fmla="*/ 13 w 316"/>
                <a:gd name="T27" fmla="*/ 354 h 467"/>
                <a:gd name="T28" fmla="*/ 90 w 316"/>
                <a:gd name="T29" fmla="*/ 401 h 467"/>
                <a:gd name="T30" fmla="*/ 13 w 316"/>
                <a:gd name="T31" fmla="*/ 453 h 467"/>
                <a:gd name="T32" fmla="*/ 2 w 316"/>
                <a:gd name="T33" fmla="*/ 446 h 467"/>
                <a:gd name="T34" fmla="*/ 20 w 316"/>
                <a:gd name="T35" fmla="*/ 296 h 467"/>
                <a:gd name="T36" fmla="*/ 133 w 316"/>
                <a:gd name="T37" fmla="*/ 109 h 467"/>
                <a:gd name="T38" fmla="*/ 172 w 316"/>
                <a:gd name="T39" fmla="*/ 133 h 467"/>
                <a:gd name="T40" fmla="*/ 59 w 316"/>
                <a:gd name="T41" fmla="*/ 320 h 467"/>
                <a:gd name="T42" fmla="*/ 20 w 316"/>
                <a:gd name="T43" fmla="*/ 296 h 467"/>
                <a:gd name="T44" fmla="*/ 99 w 316"/>
                <a:gd name="T45" fmla="*/ 344 h 467"/>
                <a:gd name="T46" fmla="*/ 212 w 316"/>
                <a:gd name="T47" fmla="*/ 158 h 467"/>
                <a:gd name="T48" fmla="*/ 252 w 316"/>
                <a:gd name="T49" fmla="*/ 182 h 467"/>
                <a:gd name="T50" fmla="*/ 139 w 316"/>
                <a:gd name="T51" fmla="*/ 368 h 467"/>
                <a:gd name="T52" fmla="*/ 99 w 316"/>
                <a:gd name="T53" fmla="*/ 344 h 467"/>
                <a:gd name="T54" fmla="*/ 95 w 316"/>
                <a:gd name="T55" fmla="*/ 446 h 467"/>
                <a:gd name="T56" fmla="*/ 301 w 316"/>
                <a:gd name="T57" fmla="*/ 446 h 467"/>
                <a:gd name="T58" fmla="*/ 311 w 316"/>
                <a:gd name="T59" fmla="*/ 456 h 467"/>
                <a:gd name="T60" fmla="*/ 301 w 316"/>
                <a:gd name="T61" fmla="*/ 467 h 467"/>
                <a:gd name="T62" fmla="*/ 95 w 316"/>
                <a:gd name="T63" fmla="*/ 467 h 467"/>
                <a:gd name="T64" fmla="*/ 84 w 316"/>
                <a:gd name="T65" fmla="*/ 456 h 467"/>
                <a:gd name="T66" fmla="*/ 95 w 316"/>
                <a:gd name="T67" fmla="*/ 446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16" h="467">
                  <a:moveTo>
                    <a:pt x="189" y="16"/>
                  </a:moveTo>
                  <a:cubicBezTo>
                    <a:pt x="197" y="4"/>
                    <a:pt x="213" y="0"/>
                    <a:pt x="225" y="7"/>
                  </a:cubicBezTo>
                  <a:cubicBezTo>
                    <a:pt x="300" y="52"/>
                    <a:pt x="300" y="52"/>
                    <a:pt x="300" y="52"/>
                  </a:cubicBezTo>
                  <a:cubicBezTo>
                    <a:pt x="312" y="60"/>
                    <a:pt x="316" y="76"/>
                    <a:pt x="309" y="89"/>
                  </a:cubicBezTo>
                  <a:cubicBezTo>
                    <a:pt x="298" y="105"/>
                    <a:pt x="298" y="105"/>
                    <a:pt x="298" y="105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89" y="16"/>
                  </a:lnTo>
                  <a:close/>
                  <a:moveTo>
                    <a:pt x="164" y="58"/>
                  </a:moveTo>
                  <a:cubicBezTo>
                    <a:pt x="147" y="85"/>
                    <a:pt x="147" y="85"/>
                    <a:pt x="147" y="85"/>
                  </a:cubicBezTo>
                  <a:cubicBezTo>
                    <a:pt x="266" y="157"/>
                    <a:pt x="266" y="157"/>
                    <a:pt x="266" y="157"/>
                  </a:cubicBezTo>
                  <a:cubicBezTo>
                    <a:pt x="283" y="130"/>
                    <a:pt x="283" y="130"/>
                    <a:pt x="283" y="130"/>
                  </a:cubicBezTo>
                  <a:lnTo>
                    <a:pt x="164" y="58"/>
                  </a:lnTo>
                  <a:close/>
                  <a:moveTo>
                    <a:pt x="2" y="446"/>
                  </a:moveTo>
                  <a:cubicBezTo>
                    <a:pt x="13" y="354"/>
                    <a:pt x="13" y="354"/>
                    <a:pt x="13" y="354"/>
                  </a:cubicBezTo>
                  <a:cubicBezTo>
                    <a:pt x="90" y="401"/>
                    <a:pt x="90" y="401"/>
                    <a:pt x="90" y="401"/>
                  </a:cubicBezTo>
                  <a:cubicBezTo>
                    <a:pt x="13" y="453"/>
                    <a:pt x="13" y="453"/>
                    <a:pt x="13" y="453"/>
                  </a:cubicBezTo>
                  <a:cubicBezTo>
                    <a:pt x="5" y="459"/>
                    <a:pt x="0" y="456"/>
                    <a:pt x="2" y="446"/>
                  </a:cubicBezTo>
                  <a:close/>
                  <a:moveTo>
                    <a:pt x="20" y="296"/>
                  </a:moveTo>
                  <a:cubicBezTo>
                    <a:pt x="133" y="109"/>
                    <a:pt x="133" y="109"/>
                    <a:pt x="133" y="109"/>
                  </a:cubicBezTo>
                  <a:cubicBezTo>
                    <a:pt x="172" y="133"/>
                    <a:pt x="172" y="133"/>
                    <a:pt x="172" y="133"/>
                  </a:cubicBezTo>
                  <a:cubicBezTo>
                    <a:pt x="59" y="320"/>
                    <a:pt x="59" y="320"/>
                    <a:pt x="59" y="320"/>
                  </a:cubicBezTo>
                  <a:lnTo>
                    <a:pt x="20" y="296"/>
                  </a:lnTo>
                  <a:close/>
                  <a:moveTo>
                    <a:pt x="99" y="344"/>
                  </a:moveTo>
                  <a:cubicBezTo>
                    <a:pt x="212" y="158"/>
                    <a:pt x="212" y="158"/>
                    <a:pt x="212" y="158"/>
                  </a:cubicBezTo>
                  <a:cubicBezTo>
                    <a:pt x="252" y="182"/>
                    <a:pt x="252" y="182"/>
                    <a:pt x="252" y="182"/>
                  </a:cubicBezTo>
                  <a:cubicBezTo>
                    <a:pt x="139" y="368"/>
                    <a:pt x="139" y="368"/>
                    <a:pt x="139" y="368"/>
                  </a:cubicBezTo>
                  <a:lnTo>
                    <a:pt x="99" y="344"/>
                  </a:lnTo>
                  <a:close/>
                  <a:moveTo>
                    <a:pt x="95" y="446"/>
                  </a:moveTo>
                  <a:cubicBezTo>
                    <a:pt x="301" y="446"/>
                    <a:pt x="301" y="446"/>
                    <a:pt x="301" y="446"/>
                  </a:cubicBezTo>
                  <a:cubicBezTo>
                    <a:pt x="307" y="446"/>
                    <a:pt x="311" y="450"/>
                    <a:pt x="311" y="456"/>
                  </a:cubicBezTo>
                  <a:cubicBezTo>
                    <a:pt x="311" y="462"/>
                    <a:pt x="307" y="467"/>
                    <a:pt x="301" y="467"/>
                  </a:cubicBezTo>
                  <a:cubicBezTo>
                    <a:pt x="95" y="467"/>
                    <a:pt x="95" y="467"/>
                    <a:pt x="95" y="467"/>
                  </a:cubicBezTo>
                  <a:cubicBezTo>
                    <a:pt x="89" y="467"/>
                    <a:pt x="84" y="462"/>
                    <a:pt x="84" y="456"/>
                  </a:cubicBezTo>
                  <a:cubicBezTo>
                    <a:pt x="84" y="450"/>
                    <a:pt x="89" y="446"/>
                    <a:pt x="95" y="44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8" dur="250" fill="hold"/>
                                        <p:tgtEl>
                                          <p:spTgt spid="37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150"/>
                            </p:stCondLst>
                            <p:childTnLst>
                              <p:par>
                                <p:cTn id="20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Freeform 3"/>
          <p:cNvSpPr>
            <a:spLocks/>
          </p:cNvSpPr>
          <p:nvPr/>
        </p:nvSpPr>
        <p:spPr bwMode="gray">
          <a:xfrm rot="19490962">
            <a:off x="2981325" y="2695575"/>
            <a:ext cx="1365250" cy="1649413"/>
          </a:xfrm>
          <a:custGeom>
            <a:avLst/>
            <a:gdLst>
              <a:gd name="T0" fmla="*/ 1219 w 1921"/>
              <a:gd name="T1" fmla="*/ 3 h 1516"/>
              <a:gd name="T2" fmla="*/ 1047 w 1921"/>
              <a:gd name="T3" fmla="*/ 20 h 1516"/>
              <a:gd name="T4" fmla="*/ 900 w 1921"/>
              <a:gd name="T5" fmla="*/ 43 h 1516"/>
              <a:gd name="T6" fmla="*/ 763 w 1921"/>
              <a:gd name="T7" fmla="*/ 76 h 1516"/>
              <a:gd name="T8" fmla="*/ 593 w 1921"/>
              <a:gd name="T9" fmla="*/ 128 h 1516"/>
              <a:gd name="T10" fmla="*/ 449 w 1921"/>
              <a:gd name="T11" fmla="*/ 187 h 1516"/>
              <a:gd name="T12" fmla="*/ 345 w 1921"/>
              <a:gd name="T13" fmla="*/ 244 h 1516"/>
              <a:gd name="T14" fmla="*/ 261 w 1921"/>
              <a:gd name="T15" fmla="*/ 301 h 1516"/>
              <a:gd name="T16" fmla="*/ 184 w 1921"/>
              <a:gd name="T17" fmla="*/ 366 h 1516"/>
              <a:gd name="T18" fmla="*/ 118 w 1921"/>
              <a:gd name="T19" fmla="*/ 431 h 1516"/>
              <a:gd name="T20" fmla="*/ 58 w 1921"/>
              <a:gd name="T21" fmla="*/ 516 h 1516"/>
              <a:gd name="T22" fmla="*/ 21 w 1921"/>
              <a:gd name="T23" fmla="*/ 594 h 1516"/>
              <a:gd name="T24" fmla="*/ 0 w 1921"/>
              <a:gd name="T25" fmla="*/ 695 h 1516"/>
              <a:gd name="T26" fmla="*/ 14 w 1921"/>
              <a:gd name="T27" fmla="*/ 785 h 1516"/>
              <a:gd name="T28" fmla="*/ 47 w 1921"/>
              <a:gd name="T29" fmla="*/ 872 h 1516"/>
              <a:gd name="T30" fmla="*/ 92 w 1921"/>
              <a:gd name="T31" fmla="*/ 946 h 1516"/>
              <a:gd name="T32" fmla="*/ 179 w 1921"/>
              <a:gd name="T33" fmla="*/ 1041 h 1516"/>
              <a:gd name="T34" fmla="*/ 271 w 1921"/>
              <a:gd name="T35" fmla="*/ 1115 h 1516"/>
              <a:gd name="T36" fmla="*/ 377 w 1921"/>
              <a:gd name="T37" fmla="*/ 1176 h 1516"/>
              <a:gd name="T38" fmla="*/ 512 w 1921"/>
              <a:gd name="T39" fmla="*/ 1244 h 1516"/>
              <a:gd name="T40" fmla="*/ 667 w 1921"/>
              <a:gd name="T41" fmla="*/ 1302 h 1516"/>
              <a:gd name="T42" fmla="*/ 978 w 1921"/>
              <a:gd name="T43" fmla="*/ 1373 h 1516"/>
              <a:gd name="T44" fmla="*/ 1248 w 1921"/>
              <a:gd name="T45" fmla="*/ 1403 h 1516"/>
              <a:gd name="T46" fmla="*/ 1403 w 1921"/>
              <a:gd name="T47" fmla="*/ 1515 h 1516"/>
              <a:gd name="T48" fmla="*/ 1397 w 1921"/>
              <a:gd name="T49" fmla="*/ 1031 h 1516"/>
              <a:gd name="T50" fmla="*/ 1243 w 1921"/>
              <a:gd name="T51" fmla="*/ 1132 h 1516"/>
              <a:gd name="T52" fmla="*/ 1007 w 1921"/>
              <a:gd name="T53" fmla="*/ 1098 h 1516"/>
              <a:gd name="T54" fmla="*/ 757 w 1921"/>
              <a:gd name="T55" fmla="*/ 1025 h 1516"/>
              <a:gd name="T56" fmla="*/ 619 w 1921"/>
              <a:gd name="T57" fmla="*/ 957 h 1516"/>
              <a:gd name="T58" fmla="*/ 506 w 1921"/>
              <a:gd name="T59" fmla="*/ 888 h 1516"/>
              <a:gd name="T60" fmla="*/ 417 w 1921"/>
              <a:gd name="T61" fmla="*/ 806 h 1516"/>
              <a:gd name="T62" fmla="*/ 348 w 1921"/>
              <a:gd name="T63" fmla="*/ 708 h 1516"/>
              <a:gd name="T64" fmla="*/ 319 w 1921"/>
              <a:gd name="T65" fmla="*/ 610 h 1516"/>
              <a:gd name="T66" fmla="*/ 321 w 1921"/>
              <a:gd name="T67" fmla="*/ 522 h 1516"/>
              <a:gd name="T68" fmla="*/ 348 w 1921"/>
              <a:gd name="T69" fmla="*/ 437 h 1516"/>
              <a:gd name="T70" fmla="*/ 401 w 1921"/>
              <a:gd name="T71" fmla="*/ 351 h 1516"/>
              <a:gd name="T72" fmla="*/ 509 w 1921"/>
              <a:gd name="T73" fmla="*/ 251 h 1516"/>
              <a:gd name="T74" fmla="*/ 643 w 1921"/>
              <a:gd name="T75" fmla="*/ 169 h 1516"/>
              <a:gd name="T76" fmla="*/ 778 w 1921"/>
              <a:gd name="T77" fmla="*/ 110 h 1516"/>
              <a:gd name="T78" fmla="*/ 913 w 1921"/>
              <a:gd name="T79" fmla="*/ 68 h 1516"/>
              <a:gd name="T80" fmla="*/ 1021 w 1921"/>
              <a:gd name="T81" fmla="*/ 42 h 1516"/>
              <a:gd name="T82" fmla="*/ 1150 w 1921"/>
              <a:gd name="T83" fmla="*/ 25 h 1516"/>
              <a:gd name="T84" fmla="*/ 1446 w 1921"/>
              <a:gd name="T85" fmla="*/ 0 h 1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921" h="1516">
                <a:moveTo>
                  <a:pt x="1446" y="0"/>
                </a:moveTo>
                <a:lnTo>
                  <a:pt x="1219" y="3"/>
                </a:lnTo>
                <a:lnTo>
                  <a:pt x="1142" y="9"/>
                </a:lnTo>
                <a:lnTo>
                  <a:pt x="1047" y="20"/>
                </a:lnTo>
                <a:lnTo>
                  <a:pt x="974" y="29"/>
                </a:lnTo>
                <a:lnTo>
                  <a:pt x="900" y="43"/>
                </a:lnTo>
                <a:lnTo>
                  <a:pt x="828" y="59"/>
                </a:lnTo>
                <a:lnTo>
                  <a:pt x="763" y="76"/>
                </a:lnTo>
                <a:lnTo>
                  <a:pt x="686" y="97"/>
                </a:lnTo>
                <a:lnTo>
                  <a:pt x="593" y="128"/>
                </a:lnTo>
                <a:lnTo>
                  <a:pt x="520" y="156"/>
                </a:lnTo>
                <a:lnTo>
                  <a:pt x="449" y="187"/>
                </a:lnTo>
                <a:lnTo>
                  <a:pt x="401" y="213"/>
                </a:lnTo>
                <a:lnTo>
                  <a:pt x="345" y="244"/>
                </a:lnTo>
                <a:lnTo>
                  <a:pt x="304" y="268"/>
                </a:lnTo>
                <a:lnTo>
                  <a:pt x="261" y="301"/>
                </a:lnTo>
                <a:lnTo>
                  <a:pt x="222" y="332"/>
                </a:lnTo>
                <a:lnTo>
                  <a:pt x="184" y="366"/>
                </a:lnTo>
                <a:lnTo>
                  <a:pt x="155" y="393"/>
                </a:lnTo>
                <a:lnTo>
                  <a:pt x="118" y="431"/>
                </a:lnTo>
                <a:lnTo>
                  <a:pt x="82" y="474"/>
                </a:lnTo>
                <a:lnTo>
                  <a:pt x="58" y="516"/>
                </a:lnTo>
                <a:lnTo>
                  <a:pt x="39" y="552"/>
                </a:lnTo>
                <a:lnTo>
                  <a:pt x="21" y="594"/>
                </a:lnTo>
                <a:lnTo>
                  <a:pt x="6" y="638"/>
                </a:lnTo>
                <a:lnTo>
                  <a:pt x="0" y="695"/>
                </a:lnTo>
                <a:lnTo>
                  <a:pt x="5" y="744"/>
                </a:lnTo>
                <a:lnTo>
                  <a:pt x="14" y="785"/>
                </a:lnTo>
                <a:lnTo>
                  <a:pt x="26" y="826"/>
                </a:lnTo>
                <a:lnTo>
                  <a:pt x="47" y="872"/>
                </a:lnTo>
                <a:lnTo>
                  <a:pt x="66" y="911"/>
                </a:lnTo>
                <a:lnTo>
                  <a:pt x="92" y="946"/>
                </a:lnTo>
                <a:lnTo>
                  <a:pt x="130" y="991"/>
                </a:lnTo>
                <a:lnTo>
                  <a:pt x="179" y="1041"/>
                </a:lnTo>
                <a:lnTo>
                  <a:pt x="229" y="1081"/>
                </a:lnTo>
                <a:lnTo>
                  <a:pt x="271" y="1115"/>
                </a:lnTo>
                <a:lnTo>
                  <a:pt x="325" y="1149"/>
                </a:lnTo>
                <a:lnTo>
                  <a:pt x="377" y="1176"/>
                </a:lnTo>
                <a:lnTo>
                  <a:pt x="437" y="1207"/>
                </a:lnTo>
                <a:lnTo>
                  <a:pt x="512" y="1244"/>
                </a:lnTo>
                <a:lnTo>
                  <a:pt x="585" y="1271"/>
                </a:lnTo>
                <a:lnTo>
                  <a:pt x="667" y="1302"/>
                </a:lnTo>
                <a:lnTo>
                  <a:pt x="836" y="1346"/>
                </a:lnTo>
                <a:lnTo>
                  <a:pt x="978" y="1373"/>
                </a:lnTo>
                <a:lnTo>
                  <a:pt x="1128" y="1393"/>
                </a:lnTo>
                <a:lnTo>
                  <a:pt x="1248" y="1403"/>
                </a:lnTo>
                <a:lnTo>
                  <a:pt x="1403" y="1410"/>
                </a:lnTo>
                <a:lnTo>
                  <a:pt x="1403" y="1515"/>
                </a:lnTo>
                <a:lnTo>
                  <a:pt x="1920" y="1275"/>
                </a:lnTo>
                <a:lnTo>
                  <a:pt x="1397" y="1031"/>
                </a:lnTo>
                <a:lnTo>
                  <a:pt x="1398" y="1139"/>
                </a:lnTo>
                <a:lnTo>
                  <a:pt x="1243" y="1132"/>
                </a:lnTo>
                <a:lnTo>
                  <a:pt x="1128" y="1119"/>
                </a:lnTo>
                <a:lnTo>
                  <a:pt x="1007" y="1098"/>
                </a:lnTo>
                <a:lnTo>
                  <a:pt x="836" y="1054"/>
                </a:lnTo>
                <a:lnTo>
                  <a:pt x="757" y="1025"/>
                </a:lnTo>
                <a:lnTo>
                  <a:pt x="681" y="993"/>
                </a:lnTo>
                <a:lnTo>
                  <a:pt x="619" y="957"/>
                </a:lnTo>
                <a:lnTo>
                  <a:pt x="556" y="922"/>
                </a:lnTo>
                <a:lnTo>
                  <a:pt x="506" y="888"/>
                </a:lnTo>
                <a:lnTo>
                  <a:pt x="464" y="850"/>
                </a:lnTo>
                <a:lnTo>
                  <a:pt x="417" y="806"/>
                </a:lnTo>
                <a:lnTo>
                  <a:pt x="377" y="755"/>
                </a:lnTo>
                <a:lnTo>
                  <a:pt x="348" y="708"/>
                </a:lnTo>
                <a:lnTo>
                  <a:pt x="333" y="664"/>
                </a:lnTo>
                <a:lnTo>
                  <a:pt x="319" y="610"/>
                </a:lnTo>
                <a:lnTo>
                  <a:pt x="317" y="558"/>
                </a:lnTo>
                <a:lnTo>
                  <a:pt x="321" y="522"/>
                </a:lnTo>
                <a:lnTo>
                  <a:pt x="329" y="483"/>
                </a:lnTo>
                <a:lnTo>
                  <a:pt x="348" y="437"/>
                </a:lnTo>
                <a:lnTo>
                  <a:pt x="372" y="393"/>
                </a:lnTo>
                <a:lnTo>
                  <a:pt x="401" y="351"/>
                </a:lnTo>
                <a:lnTo>
                  <a:pt x="440" y="310"/>
                </a:lnTo>
                <a:lnTo>
                  <a:pt x="509" y="251"/>
                </a:lnTo>
                <a:lnTo>
                  <a:pt x="567" y="211"/>
                </a:lnTo>
                <a:lnTo>
                  <a:pt x="643" y="169"/>
                </a:lnTo>
                <a:lnTo>
                  <a:pt x="720" y="133"/>
                </a:lnTo>
                <a:lnTo>
                  <a:pt x="778" y="110"/>
                </a:lnTo>
                <a:lnTo>
                  <a:pt x="847" y="86"/>
                </a:lnTo>
                <a:lnTo>
                  <a:pt x="913" y="68"/>
                </a:lnTo>
                <a:lnTo>
                  <a:pt x="966" y="54"/>
                </a:lnTo>
                <a:lnTo>
                  <a:pt x="1021" y="42"/>
                </a:lnTo>
                <a:lnTo>
                  <a:pt x="1089" y="32"/>
                </a:lnTo>
                <a:lnTo>
                  <a:pt x="1150" y="25"/>
                </a:lnTo>
                <a:lnTo>
                  <a:pt x="1234" y="15"/>
                </a:lnTo>
                <a:lnTo>
                  <a:pt x="1446" y="0"/>
                </a:lnTo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  <a:effectLst/>
          <a:extLst/>
        </p:spPr>
        <p:txBody>
          <a:bodyPr lIns="45712" tIns="44442" rIns="45712" bIns="44442" anchor="ctr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49">
              <a:solidFill>
                <a:schemeClr val="bg1">
                  <a:lumMod val="9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7" name="Freeform 4"/>
          <p:cNvSpPr>
            <a:spLocks/>
          </p:cNvSpPr>
          <p:nvPr/>
        </p:nvSpPr>
        <p:spPr bwMode="gray">
          <a:xfrm rot="19490962" flipH="1" flipV="1">
            <a:off x="4479925" y="1046163"/>
            <a:ext cx="1363663" cy="1647825"/>
          </a:xfrm>
          <a:custGeom>
            <a:avLst/>
            <a:gdLst>
              <a:gd name="T0" fmla="*/ 1219 w 1921"/>
              <a:gd name="T1" fmla="*/ 3 h 1516"/>
              <a:gd name="T2" fmla="*/ 1047 w 1921"/>
              <a:gd name="T3" fmla="*/ 20 h 1516"/>
              <a:gd name="T4" fmla="*/ 900 w 1921"/>
              <a:gd name="T5" fmla="*/ 43 h 1516"/>
              <a:gd name="T6" fmla="*/ 763 w 1921"/>
              <a:gd name="T7" fmla="*/ 76 h 1516"/>
              <a:gd name="T8" fmla="*/ 593 w 1921"/>
              <a:gd name="T9" fmla="*/ 128 h 1516"/>
              <a:gd name="T10" fmla="*/ 449 w 1921"/>
              <a:gd name="T11" fmla="*/ 187 h 1516"/>
              <a:gd name="T12" fmla="*/ 345 w 1921"/>
              <a:gd name="T13" fmla="*/ 244 h 1516"/>
              <a:gd name="T14" fmla="*/ 261 w 1921"/>
              <a:gd name="T15" fmla="*/ 301 h 1516"/>
              <a:gd name="T16" fmla="*/ 184 w 1921"/>
              <a:gd name="T17" fmla="*/ 366 h 1516"/>
              <a:gd name="T18" fmla="*/ 118 w 1921"/>
              <a:gd name="T19" fmla="*/ 431 h 1516"/>
              <a:gd name="T20" fmla="*/ 58 w 1921"/>
              <a:gd name="T21" fmla="*/ 516 h 1516"/>
              <a:gd name="T22" fmla="*/ 21 w 1921"/>
              <a:gd name="T23" fmla="*/ 594 h 1516"/>
              <a:gd name="T24" fmla="*/ 0 w 1921"/>
              <a:gd name="T25" fmla="*/ 695 h 1516"/>
              <a:gd name="T26" fmla="*/ 14 w 1921"/>
              <a:gd name="T27" fmla="*/ 785 h 1516"/>
              <a:gd name="T28" fmla="*/ 47 w 1921"/>
              <a:gd name="T29" fmla="*/ 872 h 1516"/>
              <a:gd name="T30" fmla="*/ 92 w 1921"/>
              <a:gd name="T31" fmla="*/ 946 h 1516"/>
              <a:gd name="T32" fmla="*/ 179 w 1921"/>
              <a:gd name="T33" fmla="*/ 1041 h 1516"/>
              <a:gd name="T34" fmla="*/ 271 w 1921"/>
              <a:gd name="T35" fmla="*/ 1115 h 1516"/>
              <a:gd name="T36" fmla="*/ 377 w 1921"/>
              <a:gd name="T37" fmla="*/ 1176 h 1516"/>
              <a:gd name="T38" fmla="*/ 512 w 1921"/>
              <a:gd name="T39" fmla="*/ 1244 h 1516"/>
              <a:gd name="T40" fmla="*/ 667 w 1921"/>
              <a:gd name="T41" fmla="*/ 1302 h 1516"/>
              <a:gd name="T42" fmla="*/ 978 w 1921"/>
              <a:gd name="T43" fmla="*/ 1373 h 1516"/>
              <a:gd name="T44" fmla="*/ 1248 w 1921"/>
              <a:gd name="T45" fmla="*/ 1403 h 1516"/>
              <a:gd name="T46" fmla="*/ 1403 w 1921"/>
              <a:gd name="T47" fmla="*/ 1515 h 1516"/>
              <a:gd name="T48" fmla="*/ 1397 w 1921"/>
              <a:gd name="T49" fmla="*/ 1031 h 1516"/>
              <a:gd name="T50" fmla="*/ 1243 w 1921"/>
              <a:gd name="T51" fmla="*/ 1132 h 1516"/>
              <a:gd name="T52" fmla="*/ 1007 w 1921"/>
              <a:gd name="T53" fmla="*/ 1098 h 1516"/>
              <a:gd name="T54" fmla="*/ 757 w 1921"/>
              <a:gd name="T55" fmla="*/ 1025 h 1516"/>
              <a:gd name="T56" fmla="*/ 619 w 1921"/>
              <a:gd name="T57" fmla="*/ 957 h 1516"/>
              <a:gd name="T58" fmla="*/ 506 w 1921"/>
              <a:gd name="T59" fmla="*/ 888 h 1516"/>
              <a:gd name="T60" fmla="*/ 417 w 1921"/>
              <a:gd name="T61" fmla="*/ 806 h 1516"/>
              <a:gd name="T62" fmla="*/ 348 w 1921"/>
              <a:gd name="T63" fmla="*/ 708 h 1516"/>
              <a:gd name="T64" fmla="*/ 319 w 1921"/>
              <a:gd name="T65" fmla="*/ 610 h 1516"/>
              <a:gd name="T66" fmla="*/ 321 w 1921"/>
              <a:gd name="T67" fmla="*/ 522 h 1516"/>
              <a:gd name="T68" fmla="*/ 348 w 1921"/>
              <a:gd name="T69" fmla="*/ 437 h 1516"/>
              <a:gd name="T70" fmla="*/ 401 w 1921"/>
              <a:gd name="T71" fmla="*/ 351 h 1516"/>
              <a:gd name="T72" fmla="*/ 509 w 1921"/>
              <a:gd name="T73" fmla="*/ 251 h 1516"/>
              <a:gd name="T74" fmla="*/ 643 w 1921"/>
              <a:gd name="T75" fmla="*/ 169 h 1516"/>
              <a:gd name="T76" fmla="*/ 778 w 1921"/>
              <a:gd name="T77" fmla="*/ 110 h 1516"/>
              <a:gd name="T78" fmla="*/ 913 w 1921"/>
              <a:gd name="T79" fmla="*/ 68 h 1516"/>
              <a:gd name="T80" fmla="*/ 1021 w 1921"/>
              <a:gd name="T81" fmla="*/ 42 h 1516"/>
              <a:gd name="T82" fmla="*/ 1150 w 1921"/>
              <a:gd name="T83" fmla="*/ 25 h 1516"/>
              <a:gd name="T84" fmla="*/ 1446 w 1921"/>
              <a:gd name="T85" fmla="*/ 0 h 1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921" h="1516">
                <a:moveTo>
                  <a:pt x="1446" y="0"/>
                </a:moveTo>
                <a:lnTo>
                  <a:pt x="1219" y="3"/>
                </a:lnTo>
                <a:lnTo>
                  <a:pt x="1142" y="9"/>
                </a:lnTo>
                <a:lnTo>
                  <a:pt x="1047" y="20"/>
                </a:lnTo>
                <a:lnTo>
                  <a:pt x="974" y="29"/>
                </a:lnTo>
                <a:lnTo>
                  <a:pt x="900" y="43"/>
                </a:lnTo>
                <a:lnTo>
                  <a:pt x="828" y="59"/>
                </a:lnTo>
                <a:lnTo>
                  <a:pt x="763" y="76"/>
                </a:lnTo>
                <a:lnTo>
                  <a:pt x="686" y="97"/>
                </a:lnTo>
                <a:lnTo>
                  <a:pt x="593" y="128"/>
                </a:lnTo>
                <a:lnTo>
                  <a:pt x="520" y="156"/>
                </a:lnTo>
                <a:lnTo>
                  <a:pt x="449" y="187"/>
                </a:lnTo>
                <a:lnTo>
                  <a:pt x="401" y="213"/>
                </a:lnTo>
                <a:lnTo>
                  <a:pt x="345" y="244"/>
                </a:lnTo>
                <a:lnTo>
                  <a:pt x="304" y="268"/>
                </a:lnTo>
                <a:lnTo>
                  <a:pt x="261" y="301"/>
                </a:lnTo>
                <a:lnTo>
                  <a:pt x="222" y="332"/>
                </a:lnTo>
                <a:lnTo>
                  <a:pt x="184" y="366"/>
                </a:lnTo>
                <a:lnTo>
                  <a:pt x="155" y="393"/>
                </a:lnTo>
                <a:lnTo>
                  <a:pt x="118" y="431"/>
                </a:lnTo>
                <a:lnTo>
                  <a:pt x="82" y="474"/>
                </a:lnTo>
                <a:lnTo>
                  <a:pt x="58" y="516"/>
                </a:lnTo>
                <a:lnTo>
                  <a:pt x="39" y="552"/>
                </a:lnTo>
                <a:lnTo>
                  <a:pt x="21" y="594"/>
                </a:lnTo>
                <a:lnTo>
                  <a:pt x="6" y="638"/>
                </a:lnTo>
                <a:lnTo>
                  <a:pt x="0" y="695"/>
                </a:lnTo>
                <a:lnTo>
                  <a:pt x="5" y="744"/>
                </a:lnTo>
                <a:lnTo>
                  <a:pt x="14" y="785"/>
                </a:lnTo>
                <a:lnTo>
                  <a:pt x="26" y="826"/>
                </a:lnTo>
                <a:lnTo>
                  <a:pt x="47" y="872"/>
                </a:lnTo>
                <a:lnTo>
                  <a:pt x="66" y="911"/>
                </a:lnTo>
                <a:lnTo>
                  <a:pt x="92" y="946"/>
                </a:lnTo>
                <a:lnTo>
                  <a:pt x="130" y="991"/>
                </a:lnTo>
                <a:lnTo>
                  <a:pt x="179" y="1041"/>
                </a:lnTo>
                <a:lnTo>
                  <a:pt x="229" y="1081"/>
                </a:lnTo>
                <a:lnTo>
                  <a:pt x="271" y="1115"/>
                </a:lnTo>
                <a:lnTo>
                  <a:pt x="325" y="1149"/>
                </a:lnTo>
                <a:lnTo>
                  <a:pt x="377" y="1176"/>
                </a:lnTo>
                <a:lnTo>
                  <a:pt x="437" y="1207"/>
                </a:lnTo>
                <a:lnTo>
                  <a:pt x="512" y="1244"/>
                </a:lnTo>
                <a:lnTo>
                  <a:pt x="585" y="1271"/>
                </a:lnTo>
                <a:lnTo>
                  <a:pt x="667" y="1302"/>
                </a:lnTo>
                <a:lnTo>
                  <a:pt x="836" y="1346"/>
                </a:lnTo>
                <a:lnTo>
                  <a:pt x="978" y="1373"/>
                </a:lnTo>
                <a:lnTo>
                  <a:pt x="1128" y="1393"/>
                </a:lnTo>
                <a:lnTo>
                  <a:pt x="1248" y="1403"/>
                </a:lnTo>
                <a:lnTo>
                  <a:pt x="1403" y="1410"/>
                </a:lnTo>
                <a:lnTo>
                  <a:pt x="1403" y="1515"/>
                </a:lnTo>
                <a:lnTo>
                  <a:pt x="1920" y="1275"/>
                </a:lnTo>
                <a:lnTo>
                  <a:pt x="1397" y="1031"/>
                </a:lnTo>
                <a:lnTo>
                  <a:pt x="1398" y="1139"/>
                </a:lnTo>
                <a:lnTo>
                  <a:pt x="1243" y="1132"/>
                </a:lnTo>
                <a:lnTo>
                  <a:pt x="1128" y="1119"/>
                </a:lnTo>
                <a:lnTo>
                  <a:pt x="1007" y="1098"/>
                </a:lnTo>
                <a:lnTo>
                  <a:pt x="836" y="1054"/>
                </a:lnTo>
                <a:lnTo>
                  <a:pt x="757" y="1025"/>
                </a:lnTo>
                <a:lnTo>
                  <a:pt x="681" y="993"/>
                </a:lnTo>
                <a:lnTo>
                  <a:pt x="619" y="957"/>
                </a:lnTo>
                <a:lnTo>
                  <a:pt x="556" y="922"/>
                </a:lnTo>
                <a:lnTo>
                  <a:pt x="506" y="888"/>
                </a:lnTo>
                <a:lnTo>
                  <a:pt x="464" y="850"/>
                </a:lnTo>
                <a:lnTo>
                  <a:pt x="417" y="806"/>
                </a:lnTo>
                <a:lnTo>
                  <a:pt x="377" y="755"/>
                </a:lnTo>
                <a:lnTo>
                  <a:pt x="348" y="708"/>
                </a:lnTo>
                <a:lnTo>
                  <a:pt x="333" y="664"/>
                </a:lnTo>
                <a:lnTo>
                  <a:pt x="319" y="610"/>
                </a:lnTo>
                <a:lnTo>
                  <a:pt x="317" y="558"/>
                </a:lnTo>
                <a:lnTo>
                  <a:pt x="321" y="522"/>
                </a:lnTo>
                <a:lnTo>
                  <a:pt x="329" y="483"/>
                </a:lnTo>
                <a:lnTo>
                  <a:pt x="348" y="437"/>
                </a:lnTo>
                <a:lnTo>
                  <a:pt x="372" y="393"/>
                </a:lnTo>
                <a:lnTo>
                  <a:pt x="401" y="351"/>
                </a:lnTo>
                <a:lnTo>
                  <a:pt x="440" y="310"/>
                </a:lnTo>
                <a:lnTo>
                  <a:pt x="509" y="251"/>
                </a:lnTo>
                <a:lnTo>
                  <a:pt x="567" y="211"/>
                </a:lnTo>
                <a:lnTo>
                  <a:pt x="643" y="169"/>
                </a:lnTo>
                <a:lnTo>
                  <a:pt x="720" y="133"/>
                </a:lnTo>
                <a:lnTo>
                  <a:pt x="778" y="110"/>
                </a:lnTo>
                <a:lnTo>
                  <a:pt x="847" y="86"/>
                </a:lnTo>
                <a:lnTo>
                  <a:pt x="913" y="68"/>
                </a:lnTo>
                <a:lnTo>
                  <a:pt x="966" y="54"/>
                </a:lnTo>
                <a:lnTo>
                  <a:pt x="1021" y="42"/>
                </a:lnTo>
                <a:lnTo>
                  <a:pt x="1089" y="32"/>
                </a:lnTo>
                <a:lnTo>
                  <a:pt x="1150" y="25"/>
                </a:lnTo>
                <a:lnTo>
                  <a:pt x="1234" y="15"/>
                </a:lnTo>
                <a:lnTo>
                  <a:pt x="1446" y="0"/>
                </a:lnTo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  <a:effectLst/>
          <a:extLst/>
        </p:spPr>
        <p:txBody>
          <a:bodyPr lIns="45712" tIns="44442" rIns="45712" bIns="44442" anchor="ctr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49">
              <a:solidFill>
                <a:schemeClr val="bg1">
                  <a:lumMod val="9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8" name="Oval 5"/>
          <p:cNvSpPr>
            <a:spLocks noChangeArrowheads="1"/>
          </p:cNvSpPr>
          <p:nvPr/>
        </p:nvSpPr>
        <p:spPr bwMode="gray">
          <a:xfrm>
            <a:off x="3133725" y="1862138"/>
            <a:ext cx="1184275" cy="1182687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/>
          <a:extLst/>
        </p:spPr>
        <p:txBody>
          <a:bodyPr lIns="45712" tIns="44442" rIns="45712" bIns="44442" anchor="ctr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49" baseline="-3000" dirty="0">
              <a:solidFill>
                <a:schemeClr val="bg1">
                  <a:lumMod val="95000"/>
                </a:schemeClr>
              </a:solidFill>
              <a:latin typeface="TeXGyreAdventor" panose="00000500000000000000" pitchFamily="50" charset="0"/>
              <a:ea typeface="+mn-ea"/>
            </a:endParaRPr>
          </a:p>
        </p:txBody>
      </p:sp>
      <p:sp>
        <p:nvSpPr>
          <p:cNvPr id="69" name="Oval 6"/>
          <p:cNvSpPr>
            <a:spLocks noChangeArrowheads="1"/>
          </p:cNvSpPr>
          <p:nvPr/>
        </p:nvSpPr>
        <p:spPr bwMode="gray">
          <a:xfrm>
            <a:off x="4546600" y="2687638"/>
            <a:ext cx="1184275" cy="1182687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/>
          <a:extLst/>
        </p:spPr>
        <p:txBody>
          <a:bodyPr lIns="45712" tIns="44442" rIns="45712" bIns="44442" anchor="ctr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baseline="-3000" dirty="0">
              <a:solidFill>
                <a:schemeClr val="bg1">
                  <a:lumMod val="95000"/>
                </a:schemeClr>
              </a:solidFill>
              <a:latin typeface="TeXGyreAdventor" panose="00000500000000000000" pitchFamily="50" charset="0"/>
              <a:ea typeface="+mn-ea"/>
            </a:endParaRPr>
          </a:p>
        </p:txBody>
      </p:sp>
      <p:sp>
        <p:nvSpPr>
          <p:cNvPr id="70" name="TextBox 7"/>
          <p:cNvSpPr txBox="1"/>
          <p:nvPr/>
        </p:nvSpPr>
        <p:spPr>
          <a:xfrm>
            <a:off x="468313" y="1962150"/>
            <a:ext cx="2351087" cy="645930"/>
          </a:xfrm>
          <a:prstGeom prst="rect">
            <a:avLst/>
          </a:prstGeom>
          <a:noFill/>
        </p:spPr>
        <p:txBody>
          <a:bodyPr lIns="91425" tIns="45712" rIns="91425" bIns="45712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199" dirty="0" smtClean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论文阅读能力还有待提高，论文阅读数量不足。</a:t>
            </a:r>
            <a:endParaRPr lang="zh-CN" altLang="en-US" sz="1199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74" name="TextBox 10"/>
          <p:cNvSpPr txBox="1"/>
          <p:nvPr/>
        </p:nvSpPr>
        <p:spPr>
          <a:xfrm>
            <a:off x="6169025" y="3294557"/>
            <a:ext cx="2454275" cy="336679"/>
          </a:xfrm>
          <a:prstGeom prst="rect">
            <a:avLst/>
          </a:prstGeom>
          <a:noFill/>
        </p:spPr>
        <p:txBody>
          <a:bodyPr lIns="91425" tIns="45712" rIns="91425" bIns="45712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早上起床晚，有时迟到。</a:t>
            </a:r>
            <a:endParaRPr lang="zh-CN" altLang="en-US" sz="12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/>
      <p:bldP spid="7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77813"/>
            <a:ext cx="331788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7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致谢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426260" y="1913607"/>
            <a:ext cx="3957637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en-US" altLang="zh-CN" sz="4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THANKS!</a:t>
            </a:r>
            <a:endParaRPr lang="zh-CN" altLang="en-US" sz="4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方正正黑简体"/>
        <a:ea typeface="方正正黑简体"/>
        <a:cs typeface=""/>
      </a:majorFont>
      <a:minorFont>
        <a:latin typeface="方正正黑简体"/>
        <a:ea typeface="方正正黑简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432</TotalTime>
  <Words>117</Words>
  <Application>Microsoft Office PowerPoint</Application>
  <PresentationFormat>全屏显示(16:9)</PresentationFormat>
  <Paragraphs>37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TeXGyreAdventor</vt:lpstr>
      <vt:lpstr>方正正黑简体</vt:lpstr>
      <vt:lpstr>方正正纤黑简体</vt:lpstr>
      <vt:lpstr>宋体</vt:lpstr>
      <vt:lpstr>微软雅黑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wj</cp:lastModifiedBy>
  <cp:revision>104</cp:revision>
  <dcterms:created xsi:type="dcterms:W3CDTF">2015-03-31T05:49:04Z</dcterms:created>
  <dcterms:modified xsi:type="dcterms:W3CDTF">2020-01-02T09:11:41Z</dcterms:modified>
</cp:coreProperties>
</file>