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sldIdLst>
    <p:sldId id="300" r:id="rId3"/>
    <p:sldId id="301" r:id="rId4"/>
    <p:sldId id="329" r:id="rId5"/>
    <p:sldId id="302" r:id="rId6"/>
    <p:sldId id="303" r:id="rId7"/>
    <p:sldId id="304" r:id="rId8"/>
    <p:sldId id="316" r:id="rId9"/>
    <p:sldId id="317" r:id="rId10"/>
    <p:sldId id="318" r:id="rId11"/>
    <p:sldId id="319" r:id="rId12"/>
    <p:sldId id="320" r:id="rId13"/>
    <p:sldId id="321" r:id="rId14"/>
    <p:sldId id="322" r:id="rId15"/>
    <p:sldId id="323" r:id="rId16"/>
    <p:sldId id="324" r:id="rId17"/>
    <p:sldId id="325" r:id="rId18"/>
    <p:sldId id="258" r:id="rId19"/>
  </p:sldIdLst>
  <p:sldSz cx="12601575" cy="972185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71488" indent="-14288" algn="l" rtl="0" fontAlgn="base">
      <a:spcBef>
        <a:spcPct val="0"/>
      </a:spcBef>
      <a:spcAft>
        <a:spcPct val="0"/>
      </a:spcAft>
      <a:defRPr kern="1200">
        <a:solidFill>
          <a:schemeClr val="tx1"/>
        </a:solidFill>
        <a:latin typeface="Arial" charset="0"/>
        <a:ea typeface="宋体" pitchFamily="2" charset="-122"/>
        <a:cs typeface="+mn-cs"/>
      </a:defRPr>
    </a:lvl2pPr>
    <a:lvl3pPr marL="944563" indent="-30163" algn="l" rtl="0" fontAlgn="base">
      <a:spcBef>
        <a:spcPct val="0"/>
      </a:spcBef>
      <a:spcAft>
        <a:spcPct val="0"/>
      </a:spcAft>
      <a:defRPr kern="1200">
        <a:solidFill>
          <a:schemeClr val="tx1"/>
        </a:solidFill>
        <a:latin typeface="Arial" charset="0"/>
        <a:ea typeface="宋体" pitchFamily="2" charset="-122"/>
        <a:cs typeface="+mn-cs"/>
      </a:defRPr>
    </a:lvl3pPr>
    <a:lvl4pPr marL="1416050" indent="-44450" algn="l" rtl="0" fontAlgn="base">
      <a:spcBef>
        <a:spcPct val="0"/>
      </a:spcBef>
      <a:spcAft>
        <a:spcPct val="0"/>
      </a:spcAft>
      <a:defRPr kern="1200">
        <a:solidFill>
          <a:schemeClr val="tx1"/>
        </a:solidFill>
        <a:latin typeface="Arial" charset="0"/>
        <a:ea typeface="宋体" pitchFamily="2" charset="-122"/>
        <a:cs typeface="+mn-cs"/>
      </a:defRPr>
    </a:lvl4pPr>
    <a:lvl5pPr marL="1889125" indent="-60325"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showPr>
  <p:clrMru>
    <a:srgbClr val="E58505"/>
    <a:srgbClr val="EAB200"/>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6103" autoAdjust="0"/>
    <p:restoredTop sz="94493" autoAdjust="0"/>
  </p:normalViewPr>
  <p:slideViewPr>
    <p:cSldViewPr snapToGrid="0">
      <p:cViewPr>
        <p:scale>
          <a:sx n="53" d="100"/>
          <a:sy n="53" d="100"/>
        </p:scale>
        <p:origin x="-1674" y="102"/>
      </p:cViewPr>
      <p:guideLst>
        <p:guide orient="horz" pos="3063"/>
        <p:guide pos="3970"/>
      </p:guideLst>
    </p:cSldViewPr>
  </p:slideViewPr>
  <p:notesTextViewPr>
    <p:cViewPr>
      <p:scale>
        <a:sx n="1" d="1"/>
        <a:sy n="1" d="1"/>
      </p:scale>
      <p:origin x="0" y="0"/>
    </p:cViewPr>
  </p:notesTextViewPr>
  <p:gridSpacing cx="36868100" cy="368681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40BABB5-B588-4E67-9613-7B8F38DC212C}" type="datetimeFigureOut">
              <a:rPr lang="zh-CN" altLang="en-US"/>
              <a:pPr>
                <a:defRPr/>
              </a:pPr>
              <a:t>2019/7/26 Friday</a:t>
            </a:fld>
            <a:endParaRPr lang="zh-CN" altLang="en-US"/>
          </a:p>
        </p:txBody>
      </p:sp>
      <p:sp>
        <p:nvSpPr>
          <p:cNvPr id="4" name="幻灯片图像占位符 3"/>
          <p:cNvSpPr>
            <a:spLocks noGrp="1" noRot="1" noChangeAspect="1"/>
          </p:cNvSpPr>
          <p:nvPr>
            <p:ph type="sldImg" idx="2"/>
          </p:nvPr>
        </p:nvSpPr>
        <p:spPr>
          <a:xfrm>
            <a:off x="1206500" y="685800"/>
            <a:ext cx="4445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D52D067-6D1E-4E37-B846-BF69949DB35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defTabSz="944563" rtl="0" eaLnBrk="0" fontAlgn="base" hangingPunct="0">
      <a:spcBef>
        <a:spcPct val="30000"/>
      </a:spcBef>
      <a:spcAft>
        <a:spcPct val="0"/>
      </a:spcAft>
      <a:defRPr sz="1200" kern="1200">
        <a:solidFill>
          <a:schemeClr val="tx1"/>
        </a:solidFill>
        <a:latin typeface="+mn-lt"/>
        <a:ea typeface="+mn-ea"/>
        <a:cs typeface="+mn-cs"/>
      </a:defRPr>
    </a:lvl1pPr>
    <a:lvl2pPr marL="471488" algn="l" defTabSz="944563" rtl="0" eaLnBrk="0" fontAlgn="base" hangingPunct="0">
      <a:spcBef>
        <a:spcPct val="30000"/>
      </a:spcBef>
      <a:spcAft>
        <a:spcPct val="0"/>
      </a:spcAft>
      <a:defRPr sz="1200" kern="1200">
        <a:solidFill>
          <a:schemeClr val="tx1"/>
        </a:solidFill>
        <a:latin typeface="+mn-lt"/>
        <a:ea typeface="+mn-ea"/>
        <a:cs typeface="+mn-cs"/>
      </a:defRPr>
    </a:lvl2pPr>
    <a:lvl3pPr marL="944563" algn="l" defTabSz="944563" rtl="0" eaLnBrk="0" fontAlgn="base" hangingPunct="0">
      <a:spcBef>
        <a:spcPct val="30000"/>
      </a:spcBef>
      <a:spcAft>
        <a:spcPct val="0"/>
      </a:spcAft>
      <a:defRPr sz="1200" kern="1200">
        <a:solidFill>
          <a:schemeClr val="tx1"/>
        </a:solidFill>
        <a:latin typeface="+mn-lt"/>
        <a:ea typeface="+mn-ea"/>
        <a:cs typeface="+mn-cs"/>
      </a:defRPr>
    </a:lvl3pPr>
    <a:lvl4pPr marL="1416050" algn="l" defTabSz="944563" rtl="0" eaLnBrk="0" fontAlgn="base" hangingPunct="0">
      <a:spcBef>
        <a:spcPct val="30000"/>
      </a:spcBef>
      <a:spcAft>
        <a:spcPct val="0"/>
      </a:spcAft>
      <a:defRPr sz="1200" kern="1200">
        <a:solidFill>
          <a:schemeClr val="tx1"/>
        </a:solidFill>
        <a:latin typeface="+mn-lt"/>
        <a:ea typeface="+mn-ea"/>
        <a:cs typeface="+mn-cs"/>
      </a:defRPr>
    </a:lvl4pPr>
    <a:lvl5pPr marL="1889125" algn="l" defTabSz="944563" rtl="0" eaLnBrk="0" fontAlgn="base" hangingPunct="0">
      <a:spcBef>
        <a:spcPct val="30000"/>
      </a:spcBef>
      <a:spcAft>
        <a:spcPct val="0"/>
      </a:spcAft>
      <a:defRPr sz="1200" kern="1200">
        <a:solidFill>
          <a:schemeClr val="tx1"/>
        </a:solidFill>
        <a:latin typeface="+mn-lt"/>
        <a:ea typeface="+mn-ea"/>
        <a:cs typeface="+mn-cs"/>
      </a:defRPr>
    </a:lvl5pPr>
    <a:lvl6pPr marL="2362124" algn="l" defTabSz="944850" rtl="0" eaLnBrk="1" latinLnBrk="0" hangingPunct="1">
      <a:defRPr sz="1200" kern="1200">
        <a:solidFill>
          <a:schemeClr val="tx1"/>
        </a:solidFill>
        <a:latin typeface="+mn-lt"/>
        <a:ea typeface="+mn-ea"/>
        <a:cs typeface="+mn-cs"/>
      </a:defRPr>
    </a:lvl6pPr>
    <a:lvl7pPr marL="2834549" algn="l" defTabSz="944850" rtl="0" eaLnBrk="1" latinLnBrk="0" hangingPunct="1">
      <a:defRPr sz="1200" kern="1200">
        <a:solidFill>
          <a:schemeClr val="tx1"/>
        </a:solidFill>
        <a:latin typeface="+mn-lt"/>
        <a:ea typeface="+mn-ea"/>
        <a:cs typeface="+mn-cs"/>
      </a:defRPr>
    </a:lvl7pPr>
    <a:lvl8pPr marL="3306973" algn="l" defTabSz="944850" rtl="0" eaLnBrk="1" latinLnBrk="0" hangingPunct="1">
      <a:defRPr sz="1200" kern="1200">
        <a:solidFill>
          <a:schemeClr val="tx1"/>
        </a:solidFill>
        <a:latin typeface="+mn-lt"/>
        <a:ea typeface="+mn-ea"/>
        <a:cs typeface="+mn-cs"/>
      </a:defRPr>
    </a:lvl8pPr>
    <a:lvl9pPr marL="3779398" algn="l" defTabSz="94485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bwMode="auto">
          <a:noFill/>
          <a:ln>
            <a:solidFill>
              <a:srgbClr val="000000"/>
            </a:solidFill>
            <a:miter lim="800000"/>
            <a:headEnd/>
            <a:tailEnd/>
          </a:ln>
        </p:spPr>
      </p:sp>
      <p:sp>
        <p:nvSpPr>
          <p:cNvPr id="737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373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CD4AA4-3E0F-43CB-8729-F6C7D54EC733}" type="slidenum">
              <a:rPr lang="zh-CN" altLang="en-US" smtClean="0"/>
              <a:pPr/>
              <a:t>3</a:t>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C54B1F-E46B-4EB7-87CB-40B9E2636286}" type="slidenum">
              <a:rPr lang="zh-CN" altLang="en-US" smtClean="0"/>
              <a:pPr/>
              <a:t>12</a:t>
            </a:fld>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bwMode="auto">
          <a:noFill/>
          <a:ln>
            <a:solidFill>
              <a:srgbClr val="000000"/>
            </a:solidFill>
            <a:miter lim="800000"/>
            <a:headEnd/>
            <a:tailEnd/>
          </a:ln>
        </p:spPr>
      </p:sp>
      <p:sp>
        <p:nvSpPr>
          <p:cNvPr id="7577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7578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2BF469-041F-4F92-987B-E43665431ED6}" type="slidenum">
              <a:rPr lang="zh-CN" altLang="en-US" smtClean="0"/>
              <a:pPr/>
              <a:t>13</a:t>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45119" y="3020076"/>
            <a:ext cx="10711340" cy="2083897"/>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90238" y="5509049"/>
            <a:ext cx="8821102" cy="2484473"/>
          </a:xfrm>
        </p:spPr>
        <p:txBody>
          <a:bodyPr/>
          <a:lstStyle>
            <a:lvl1pPr marL="0" indent="0" algn="ctr">
              <a:buNone/>
              <a:defRPr/>
            </a:lvl1pPr>
            <a:lvl2pPr marL="472425" indent="0" algn="ctr">
              <a:buNone/>
              <a:defRPr/>
            </a:lvl2pPr>
            <a:lvl3pPr marL="944850" indent="0" algn="ctr">
              <a:buNone/>
              <a:defRPr/>
            </a:lvl3pPr>
            <a:lvl4pPr marL="1417274" indent="0" algn="ctr">
              <a:buNone/>
              <a:defRPr/>
            </a:lvl4pPr>
            <a:lvl5pPr marL="1889699" indent="0" algn="ctr">
              <a:buNone/>
              <a:defRPr/>
            </a:lvl5pPr>
            <a:lvl6pPr marL="2362124" indent="0" algn="ctr">
              <a:buNone/>
              <a:defRPr/>
            </a:lvl6pPr>
            <a:lvl7pPr marL="2834549" indent="0" algn="ctr">
              <a:buNone/>
              <a:defRPr/>
            </a:lvl7pPr>
            <a:lvl8pPr marL="3306973" indent="0" algn="ctr">
              <a:buNone/>
              <a:defRPr/>
            </a:lvl8pPr>
            <a:lvl9pPr marL="3779398" indent="0" algn="ctr">
              <a:buNone/>
              <a:defRPr/>
            </a:lvl9pPr>
          </a:lstStyle>
          <a:p>
            <a:r>
              <a:rPr lang="zh-CN" altLang="en-US" smtClean="0"/>
              <a:t>单击此处编辑母版副标题样式</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5539A1A3-41FA-479B-9A2F-5B54BAFF62D0}"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9BB1AD5A-C26C-4A27-A7BE-013DD35939EB}"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AE4EB963-426A-4566-AE04-F280B07E6998}"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FAC8C90B-2A58-4A45-A1E8-9A262778008E}"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95986" y="6247191"/>
            <a:ext cx="10711340" cy="1930867"/>
          </a:xfrm>
        </p:spPr>
        <p:txBody>
          <a:bodyPr anchor="t"/>
          <a:lstStyle>
            <a:lvl1pPr algn="l">
              <a:defRPr sz="41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95986" y="4120536"/>
            <a:ext cx="10711340" cy="2126654"/>
          </a:xfrm>
        </p:spPr>
        <p:txBody>
          <a:bodyPr anchor="b"/>
          <a:lstStyle>
            <a:lvl1pPr marL="0" indent="0">
              <a:buNone/>
              <a:defRPr sz="2100"/>
            </a:lvl1pPr>
            <a:lvl2pPr marL="472425" indent="0">
              <a:buNone/>
              <a:defRPr sz="1900"/>
            </a:lvl2pPr>
            <a:lvl3pPr marL="944850" indent="0">
              <a:buNone/>
              <a:defRPr sz="1700"/>
            </a:lvl3pPr>
            <a:lvl4pPr marL="1417274" indent="0">
              <a:buNone/>
              <a:defRPr sz="1400"/>
            </a:lvl4pPr>
            <a:lvl5pPr marL="1889699" indent="0">
              <a:buNone/>
              <a:defRPr sz="1400"/>
            </a:lvl5pPr>
            <a:lvl6pPr marL="2362124" indent="0">
              <a:buNone/>
              <a:defRPr sz="1400"/>
            </a:lvl6pPr>
            <a:lvl7pPr marL="2834549" indent="0">
              <a:buNone/>
              <a:defRPr sz="1400"/>
            </a:lvl7pPr>
            <a:lvl8pPr marL="3306973" indent="0">
              <a:buNone/>
              <a:defRPr sz="1400"/>
            </a:lvl8pPr>
            <a:lvl9pPr marL="3779398" indent="0">
              <a:buNone/>
              <a:defRPr sz="1400"/>
            </a:lvl9pPr>
          </a:lstStyle>
          <a:p>
            <a:pPr lvl="0"/>
            <a:r>
              <a:rPr lang="zh-CN" altLang="en-US" smtClean="0"/>
              <a:t>单击此处编辑母版文本样式</a:t>
            </a:r>
          </a:p>
        </p:txBody>
      </p:sp>
      <p:sp>
        <p:nvSpPr>
          <p:cNvPr id="4" name="Date Placeholder 3"/>
          <p:cNvSpPr>
            <a:spLocks noGrp="1" noChangeArrowheads="1"/>
          </p:cNvSpPr>
          <p:nvPr>
            <p:ph type="dt" sz="half" idx="10"/>
          </p:nvPr>
        </p:nvSpPr>
        <p:spPr>
          <a:ln/>
        </p:spPr>
        <p:txBody>
          <a:bodyPr/>
          <a:lstStyle>
            <a:lvl1pPr>
              <a:defRPr/>
            </a:lvl1pPr>
          </a:lstStyle>
          <a:p>
            <a:pPr>
              <a:defRPr/>
            </a:pPr>
            <a:fld id="{133CCDB5-2B7A-4CF2-8FCF-E4EE947E72A9}"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3CC8FFEC-D9B5-489C-AAC1-BD974E0C1389}"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66361" y="1429024"/>
            <a:ext cx="5355669" cy="7667208"/>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79549" y="1429024"/>
            <a:ext cx="5355669" cy="7667208"/>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Date Placeholder 3"/>
          <p:cNvSpPr>
            <a:spLocks noGrp="1" noChangeArrowheads="1"/>
          </p:cNvSpPr>
          <p:nvPr>
            <p:ph type="dt" sz="half" idx="10"/>
          </p:nvPr>
        </p:nvSpPr>
        <p:spPr>
          <a:ln/>
        </p:spPr>
        <p:txBody>
          <a:bodyPr/>
          <a:lstStyle>
            <a:lvl1pPr>
              <a:defRPr/>
            </a:lvl1pPr>
          </a:lstStyle>
          <a:p>
            <a:pPr>
              <a:defRPr/>
            </a:pPr>
            <a:fld id="{8A2B7543-0FF3-4FDE-87D2-FFBBF545429F}"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3120B058-33E4-4E56-A917-CA962AF26943}"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080" y="389325"/>
            <a:ext cx="11341418" cy="1620309"/>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079" y="2176166"/>
            <a:ext cx="5567337" cy="906922"/>
          </a:xfrm>
        </p:spPr>
        <p:txBody>
          <a:bodyPr anchor="b"/>
          <a:lstStyle>
            <a:lvl1pPr marL="0" indent="0">
              <a:buNone/>
              <a:defRPr sz="2500" b="1"/>
            </a:lvl1pPr>
            <a:lvl2pPr marL="472425" indent="0">
              <a:buNone/>
              <a:defRPr sz="2100" b="1"/>
            </a:lvl2pPr>
            <a:lvl3pPr marL="944850" indent="0">
              <a:buNone/>
              <a:defRPr sz="1900" b="1"/>
            </a:lvl3pPr>
            <a:lvl4pPr marL="1417274" indent="0">
              <a:buNone/>
              <a:defRPr sz="1700" b="1"/>
            </a:lvl4pPr>
            <a:lvl5pPr marL="1889699" indent="0">
              <a:buNone/>
              <a:defRPr sz="1700" b="1"/>
            </a:lvl5pPr>
            <a:lvl6pPr marL="2362124" indent="0">
              <a:buNone/>
              <a:defRPr sz="1700" b="1"/>
            </a:lvl6pPr>
            <a:lvl7pPr marL="2834549" indent="0">
              <a:buNone/>
              <a:defRPr sz="1700" b="1"/>
            </a:lvl7pPr>
            <a:lvl8pPr marL="3306973" indent="0">
              <a:buNone/>
              <a:defRPr sz="1700" b="1"/>
            </a:lvl8pPr>
            <a:lvl9pPr marL="3779398" indent="0">
              <a:buNone/>
              <a:defRPr sz="1700" b="1"/>
            </a:lvl9pPr>
          </a:lstStyle>
          <a:p>
            <a:pPr lvl="0"/>
            <a:r>
              <a:rPr lang="zh-CN" altLang="en-US" smtClean="0"/>
              <a:t>单击此处编辑母版文本样式</a:t>
            </a:r>
          </a:p>
        </p:txBody>
      </p:sp>
      <p:sp>
        <p:nvSpPr>
          <p:cNvPr id="4" name="内容占位符 3"/>
          <p:cNvSpPr>
            <a:spLocks noGrp="1"/>
          </p:cNvSpPr>
          <p:nvPr>
            <p:ph sz="half" idx="2"/>
          </p:nvPr>
        </p:nvSpPr>
        <p:spPr>
          <a:xfrm>
            <a:off x="630079" y="3083087"/>
            <a:ext cx="5567337" cy="560131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400880" y="2176166"/>
            <a:ext cx="5570618" cy="906922"/>
          </a:xfrm>
        </p:spPr>
        <p:txBody>
          <a:bodyPr anchor="b"/>
          <a:lstStyle>
            <a:lvl1pPr marL="0" indent="0">
              <a:buNone/>
              <a:defRPr sz="2500" b="1"/>
            </a:lvl1pPr>
            <a:lvl2pPr marL="472425" indent="0">
              <a:buNone/>
              <a:defRPr sz="2100" b="1"/>
            </a:lvl2pPr>
            <a:lvl3pPr marL="944850" indent="0">
              <a:buNone/>
              <a:defRPr sz="1900" b="1"/>
            </a:lvl3pPr>
            <a:lvl4pPr marL="1417274" indent="0">
              <a:buNone/>
              <a:defRPr sz="1700" b="1"/>
            </a:lvl4pPr>
            <a:lvl5pPr marL="1889699" indent="0">
              <a:buNone/>
              <a:defRPr sz="1700" b="1"/>
            </a:lvl5pPr>
            <a:lvl6pPr marL="2362124" indent="0">
              <a:buNone/>
              <a:defRPr sz="1700" b="1"/>
            </a:lvl6pPr>
            <a:lvl7pPr marL="2834549" indent="0">
              <a:buNone/>
              <a:defRPr sz="1700" b="1"/>
            </a:lvl7pPr>
            <a:lvl8pPr marL="3306973" indent="0">
              <a:buNone/>
              <a:defRPr sz="1700" b="1"/>
            </a:lvl8pPr>
            <a:lvl9pPr marL="3779398" indent="0">
              <a:buNone/>
              <a:defRPr sz="1700" b="1"/>
            </a:lvl9pPr>
          </a:lstStyle>
          <a:p>
            <a:pPr lvl="0"/>
            <a:r>
              <a:rPr lang="zh-CN" altLang="en-US" smtClean="0"/>
              <a:t>单击此处编辑母版文本样式</a:t>
            </a:r>
          </a:p>
        </p:txBody>
      </p:sp>
      <p:sp>
        <p:nvSpPr>
          <p:cNvPr id="6" name="内容占位符 5"/>
          <p:cNvSpPr>
            <a:spLocks noGrp="1"/>
          </p:cNvSpPr>
          <p:nvPr>
            <p:ph sz="quarter" idx="4"/>
          </p:nvPr>
        </p:nvSpPr>
        <p:spPr>
          <a:xfrm>
            <a:off x="6400880" y="3083087"/>
            <a:ext cx="5570618" cy="560131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Date Placeholder 3"/>
          <p:cNvSpPr>
            <a:spLocks noGrp="1" noChangeArrowheads="1"/>
          </p:cNvSpPr>
          <p:nvPr>
            <p:ph type="dt" sz="half" idx="10"/>
          </p:nvPr>
        </p:nvSpPr>
        <p:spPr>
          <a:ln/>
        </p:spPr>
        <p:txBody>
          <a:bodyPr/>
          <a:lstStyle>
            <a:lvl1pPr>
              <a:defRPr/>
            </a:lvl1pPr>
          </a:lstStyle>
          <a:p>
            <a:pPr>
              <a:defRPr/>
            </a:pPr>
            <a:fld id="{CEACABA0-35F8-45B9-B6EF-898CBAB77E4C}" type="datetime1">
              <a:rPr lang="zh-CN" altLang="en-US"/>
              <a:pPr>
                <a:defRPr/>
              </a:pPr>
              <a:t>2019/7/26 Friday</a:t>
            </a:fld>
            <a:endParaRPr lang="zh-CN" altLang="en-US" sz="1900">
              <a:solidFill>
                <a:schemeClr val="tx1"/>
              </a:solidFill>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027534B5-D9FB-435E-9330-4E9C3DD6F305}"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Date Placeholder 3"/>
          <p:cNvSpPr>
            <a:spLocks noGrp="1" noChangeArrowheads="1"/>
          </p:cNvSpPr>
          <p:nvPr>
            <p:ph type="dt" sz="half" idx="10"/>
          </p:nvPr>
        </p:nvSpPr>
        <p:spPr>
          <a:ln/>
        </p:spPr>
        <p:txBody>
          <a:bodyPr/>
          <a:lstStyle>
            <a:lvl1pPr>
              <a:defRPr/>
            </a:lvl1pPr>
          </a:lstStyle>
          <a:p>
            <a:pPr>
              <a:defRPr/>
            </a:pPr>
            <a:fld id="{F921C52A-2368-4343-B09E-D0259647C990}" type="datetime1">
              <a:rPr lang="zh-CN" altLang="en-US"/>
              <a:pPr>
                <a:defRPr/>
              </a:pPr>
              <a:t>2019/7/26 Friday</a:t>
            </a:fld>
            <a:endParaRPr lang="zh-CN" altLang="en-US" sz="1900">
              <a:solidFill>
                <a:schemeClr val="tx1"/>
              </a:solidFill>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7222B8DB-F588-4D55-BCE6-D56A26CEBA12}"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27FCCCD0-44CD-4CA8-BEA6-E2AEE29BB33A}" type="datetime1">
              <a:rPr lang="zh-CN" altLang="en-US"/>
              <a:pPr>
                <a:defRPr/>
              </a:pPr>
              <a:t>2019/7/26 Friday</a:t>
            </a:fld>
            <a:endParaRPr lang="zh-CN" altLang="en-US" sz="1900">
              <a:solidFill>
                <a:schemeClr val="tx1"/>
              </a:solidFill>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45B2D5C0-2CCB-4358-95EA-4E32683CB30A}"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080" y="387074"/>
            <a:ext cx="4146378" cy="1647314"/>
          </a:xfrm>
        </p:spPr>
        <p:txBody>
          <a:bodyPr anchor="b"/>
          <a:lstStyle>
            <a:lvl1pPr algn="l">
              <a:defRPr sz="21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927415" y="387075"/>
            <a:ext cx="7044083" cy="8297330"/>
          </a:xfrm>
        </p:spPr>
        <p:txBody>
          <a:bodyPr/>
          <a:lstStyle>
            <a:lvl1pPr>
              <a:defRPr sz="3300"/>
            </a:lvl1pPr>
            <a:lvl2pPr>
              <a:defRPr sz="2900"/>
            </a:lvl2pPr>
            <a:lvl3pPr>
              <a:defRPr sz="25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080" y="2034388"/>
            <a:ext cx="4146378" cy="6650016"/>
          </a:xfrm>
        </p:spPr>
        <p:txBody>
          <a:bodyPr/>
          <a:lstStyle>
            <a:lvl1pPr marL="0" indent="0">
              <a:buNone/>
              <a:defRPr sz="1400"/>
            </a:lvl1pPr>
            <a:lvl2pPr marL="472425" indent="0">
              <a:buNone/>
              <a:defRPr sz="1200"/>
            </a:lvl2pPr>
            <a:lvl3pPr marL="944850" indent="0">
              <a:buNone/>
              <a:defRPr sz="1000"/>
            </a:lvl3pPr>
            <a:lvl4pPr marL="1417274" indent="0">
              <a:buNone/>
              <a:defRPr sz="900"/>
            </a:lvl4pPr>
            <a:lvl5pPr marL="1889699" indent="0">
              <a:buNone/>
              <a:defRPr sz="900"/>
            </a:lvl5pPr>
            <a:lvl6pPr marL="2362124" indent="0">
              <a:buNone/>
              <a:defRPr sz="900"/>
            </a:lvl6pPr>
            <a:lvl7pPr marL="2834549" indent="0">
              <a:buNone/>
              <a:defRPr sz="900"/>
            </a:lvl7pPr>
            <a:lvl8pPr marL="3306973" indent="0">
              <a:buNone/>
              <a:defRPr sz="900"/>
            </a:lvl8pPr>
            <a:lvl9pPr marL="3779398" indent="0">
              <a:buNone/>
              <a:defRPr sz="900"/>
            </a:lvl9pPr>
          </a:lstStyle>
          <a:p>
            <a:pPr lvl="0"/>
            <a:r>
              <a:rPr lang="zh-CN" altLang="en-US" smtClean="0"/>
              <a:t>单击此处编辑母版文本样式</a:t>
            </a:r>
          </a:p>
        </p:txBody>
      </p:sp>
      <p:sp>
        <p:nvSpPr>
          <p:cNvPr id="5" name="Date Placeholder 3"/>
          <p:cNvSpPr>
            <a:spLocks noGrp="1" noChangeArrowheads="1"/>
          </p:cNvSpPr>
          <p:nvPr>
            <p:ph type="dt" sz="half" idx="10"/>
          </p:nvPr>
        </p:nvSpPr>
        <p:spPr>
          <a:ln/>
        </p:spPr>
        <p:txBody>
          <a:bodyPr/>
          <a:lstStyle>
            <a:lvl1pPr>
              <a:defRPr/>
            </a:lvl1pPr>
          </a:lstStyle>
          <a:p>
            <a:pPr>
              <a:defRPr/>
            </a:pPr>
            <a:fld id="{9FC1BB72-C26F-4743-B5B0-4B54829821AA}"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2B4B8941-6DAD-426E-B0B1-56DD141DC31F}"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469450" y="6805294"/>
            <a:ext cx="7560945" cy="803404"/>
          </a:xfrm>
        </p:spPr>
        <p:txBody>
          <a:bodyPr anchor="b"/>
          <a:lstStyle>
            <a:lvl1pPr algn="l">
              <a:defRPr sz="21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469450" y="868667"/>
            <a:ext cx="7560945" cy="5833110"/>
          </a:xfrm>
        </p:spPr>
        <p:txBody>
          <a:bodyPr/>
          <a:lstStyle>
            <a:lvl1pPr marL="0" indent="0">
              <a:buNone/>
              <a:defRPr sz="3300"/>
            </a:lvl1pPr>
            <a:lvl2pPr marL="472425" indent="0">
              <a:buNone/>
              <a:defRPr sz="2900"/>
            </a:lvl2pPr>
            <a:lvl3pPr marL="944850" indent="0">
              <a:buNone/>
              <a:defRPr sz="2500"/>
            </a:lvl3pPr>
            <a:lvl4pPr marL="1417274" indent="0">
              <a:buNone/>
              <a:defRPr sz="2100"/>
            </a:lvl4pPr>
            <a:lvl5pPr marL="1889699" indent="0">
              <a:buNone/>
              <a:defRPr sz="2100"/>
            </a:lvl5pPr>
            <a:lvl6pPr marL="2362124" indent="0">
              <a:buNone/>
              <a:defRPr sz="2100"/>
            </a:lvl6pPr>
            <a:lvl7pPr marL="2834549" indent="0">
              <a:buNone/>
              <a:defRPr sz="2100"/>
            </a:lvl7pPr>
            <a:lvl8pPr marL="3306973" indent="0">
              <a:buNone/>
              <a:defRPr sz="2100"/>
            </a:lvl8pPr>
            <a:lvl9pPr marL="3779398" indent="0">
              <a:buNone/>
              <a:defRPr sz="2100"/>
            </a:lvl9pPr>
          </a:lstStyle>
          <a:p>
            <a:pPr lvl="0"/>
            <a:endParaRPr lang="zh-CN" altLang="en-US" noProof="0" smtClean="0">
              <a:sym typeface="Times New Roman" pitchFamily="18" charset="0"/>
            </a:endParaRPr>
          </a:p>
        </p:txBody>
      </p:sp>
      <p:sp>
        <p:nvSpPr>
          <p:cNvPr id="4" name="文本占位符 3"/>
          <p:cNvSpPr>
            <a:spLocks noGrp="1"/>
          </p:cNvSpPr>
          <p:nvPr>
            <p:ph type="body" sz="half" idx="2"/>
          </p:nvPr>
        </p:nvSpPr>
        <p:spPr>
          <a:xfrm>
            <a:off x="2469450" y="7608699"/>
            <a:ext cx="7560945" cy="1140966"/>
          </a:xfrm>
        </p:spPr>
        <p:txBody>
          <a:bodyPr/>
          <a:lstStyle>
            <a:lvl1pPr marL="0" indent="0">
              <a:buNone/>
              <a:defRPr sz="1400"/>
            </a:lvl1pPr>
            <a:lvl2pPr marL="472425" indent="0">
              <a:buNone/>
              <a:defRPr sz="1200"/>
            </a:lvl2pPr>
            <a:lvl3pPr marL="944850" indent="0">
              <a:buNone/>
              <a:defRPr sz="1000"/>
            </a:lvl3pPr>
            <a:lvl4pPr marL="1417274" indent="0">
              <a:buNone/>
              <a:defRPr sz="900"/>
            </a:lvl4pPr>
            <a:lvl5pPr marL="1889699" indent="0">
              <a:buNone/>
              <a:defRPr sz="900"/>
            </a:lvl5pPr>
            <a:lvl6pPr marL="2362124" indent="0">
              <a:buNone/>
              <a:defRPr sz="900"/>
            </a:lvl6pPr>
            <a:lvl7pPr marL="2834549" indent="0">
              <a:buNone/>
              <a:defRPr sz="900"/>
            </a:lvl7pPr>
            <a:lvl8pPr marL="3306973" indent="0">
              <a:buNone/>
              <a:defRPr sz="900"/>
            </a:lvl8pPr>
            <a:lvl9pPr marL="3779398" indent="0">
              <a:buNone/>
              <a:defRPr sz="900"/>
            </a:lvl9pPr>
          </a:lstStyle>
          <a:p>
            <a:pPr lvl="0"/>
            <a:r>
              <a:rPr lang="zh-CN" altLang="en-US" smtClean="0"/>
              <a:t>单击此处编辑母版文本样式</a:t>
            </a:r>
          </a:p>
        </p:txBody>
      </p:sp>
      <p:sp>
        <p:nvSpPr>
          <p:cNvPr id="5" name="Date Placeholder 3"/>
          <p:cNvSpPr>
            <a:spLocks noGrp="1" noChangeArrowheads="1"/>
          </p:cNvSpPr>
          <p:nvPr>
            <p:ph type="dt" sz="half" idx="10"/>
          </p:nvPr>
        </p:nvSpPr>
        <p:spPr>
          <a:ln/>
        </p:spPr>
        <p:txBody>
          <a:bodyPr/>
          <a:lstStyle>
            <a:lvl1pPr>
              <a:defRPr/>
            </a:lvl1pPr>
          </a:lstStyle>
          <a:p>
            <a:pPr>
              <a:defRPr/>
            </a:pPr>
            <a:fld id="{C30FD28E-6097-4841-90D0-75C9494D5FF6}"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8CBB7650-27F5-4480-B472-A81997CA7BFC}"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3198ADA0-BE97-46E0-887F-313AB3609446}"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E20895-71E6-457A-A5FE-5665E9C31747}"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8003" y="2"/>
            <a:ext cx="2717214" cy="909623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66359" y="2"/>
            <a:ext cx="7994124" cy="909623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226FD757-D94E-4A6A-B0B0-9BDBAC5E5C43}"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39FD80BB-5A25-4316-8F23-F2C70015938C}"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66360" y="1"/>
            <a:ext cx="10868858" cy="1185977"/>
          </a:xfrm>
        </p:spPr>
        <p:txBody>
          <a:bodyPr/>
          <a:lstStyle/>
          <a:p>
            <a:r>
              <a:rPr lang="zh-CN" altLang="en-US" smtClean="0"/>
              <a:t>单击此处编辑母版标题样式</a:t>
            </a:r>
            <a:endParaRPr lang="zh-CN" altLang="en-US"/>
          </a:p>
        </p:txBody>
      </p:sp>
      <p:sp>
        <p:nvSpPr>
          <p:cNvPr id="3" name="Date Placeholder 3"/>
          <p:cNvSpPr>
            <a:spLocks noGrp="1" noChangeArrowheads="1"/>
          </p:cNvSpPr>
          <p:nvPr>
            <p:ph type="dt" sz="half" idx="10"/>
          </p:nvPr>
        </p:nvSpPr>
        <p:spPr>
          <a:ln/>
        </p:spPr>
        <p:txBody>
          <a:bodyPr/>
          <a:lstStyle>
            <a:lvl1pPr>
              <a:defRPr/>
            </a:lvl1pPr>
          </a:lstStyle>
          <a:p>
            <a:pPr>
              <a:defRPr/>
            </a:pPr>
            <a:fld id="{DE8364E1-5EB3-42A5-87D3-5F9EE5A75463}" type="datetime1">
              <a:rPr lang="zh-CN" altLang="en-US"/>
              <a:pPr>
                <a:defRPr/>
              </a:pPr>
              <a:t>2019/7/26 Friday</a:t>
            </a:fld>
            <a:endParaRPr lang="zh-CN" altLang="en-US" sz="1900">
              <a:solidFill>
                <a:schemeClr val="tx1"/>
              </a:solidFill>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10E2AA80-86A0-41D7-9E4B-4CB4B057DC59}"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45119" y="3020076"/>
            <a:ext cx="10711340" cy="2083897"/>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90238" y="5509049"/>
            <a:ext cx="8821102" cy="2484473"/>
          </a:xfrm>
        </p:spPr>
        <p:txBody>
          <a:bodyPr/>
          <a:lstStyle>
            <a:lvl1pPr marL="0" indent="0" algn="ctr">
              <a:buNone/>
              <a:defRPr/>
            </a:lvl1pPr>
            <a:lvl2pPr marL="472425" indent="0" algn="ctr">
              <a:buNone/>
              <a:defRPr/>
            </a:lvl2pPr>
            <a:lvl3pPr marL="944850" indent="0" algn="ctr">
              <a:buNone/>
              <a:defRPr/>
            </a:lvl3pPr>
            <a:lvl4pPr marL="1417274" indent="0" algn="ctr">
              <a:buNone/>
              <a:defRPr/>
            </a:lvl4pPr>
            <a:lvl5pPr marL="1889699" indent="0" algn="ctr">
              <a:buNone/>
              <a:defRPr/>
            </a:lvl5pPr>
            <a:lvl6pPr marL="2362124" indent="0" algn="ctr">
              <a:buNone/>
              <a:defRPr/>
            </a:lvl6pPr>
            <a:lvl7pPr marL="2834549" indent="0" algn="ctr">
              <a:buNone/>
              <a:defRPr/>
            </a:lvl7pPr>
            <a:lvl8pPr marL="3306973" indent="0" algn="ctr">
              <a:buNone/>
              <a:defRPr/>
            </a:lvl8pPr>
            <a:lvl9pPr marL="3779398" indent="0" algn="ctr">
              <a:buNone/>
              <a:defRPr/>
            </a:lvl9pPr>
          </a:lstStyle>
          <a:p>
            <a:r>
              <a:rPr lang="zh-CN" altLang="en-US" smtClean="0"/>
              <a:t>单击此处编辑母版副标题样式</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F5F1E514-48D3-4B00-89C0-408586C8D251}"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1C6B995-022E-441E-A2EB-F603A76C8E8C}"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95B8AD05-F970-4886-A31E-BEDA8D283AD8}"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D7422B31-0988-4172-8951-615973E8F8E5}"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95986" y="6247191"/>
            <a:ext cx="10711340" cy="1930867"/>
          </a:xfrm>
        </p:spPr>
        <p:txBody>
          <a:bodyPr anchor="t"/>
          <a:lstStyle>
            <a:lvl1pPr algn="l">
              <a:defRPr sz="41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95986" y="4120536"/>
            <a:ext cx="10711340" cy="2126654"/>
          </a:xfrm>
        </p:spPr>
        <p:txBody>
          <a:bodyPr anchor="b"/>
          <a:lstStyle>
            <a:lvl1pPr marL="0" indent="0">
              <a:buNone/>
              <a:defRPr sz="2100"/>
            </a:lvl1pPr>
            <a:lvl2pPr marL="472425" indent="0">
              <a:buNone/>
              <a:defRPr sz="1900"/>
            </a:lvl2pPr>
            <a:lvl3pPr marL="944850" indent="0">
              <a:buNone/>
              <a:defRPr sz="1700"/>
            </a:lvl3pPr>
            <a:lvl4pPr marL="1417274" indent="0">
              <a:buNone/>
              <a:defRPr sz="1400"/>
            </a:lvl4pPr>
            <a:lvl5pPr marL="1889699" indent="0">
              <a:buNone/>
              <a:defRPr sz="1400"/>
            </a:lvl5pPr>
            <a:lvl6pPr marL="2362124" indent="0">
              <a:buNone/>
              <a:defRPr sz="1400"/>
            </a:lvl6pPr>
            <a:lvl7pPr marL="2834549" indent="0">
              <a:buNone/>
              <a:defRPr sz="1400"/>
            </a:lvl7pPr>
            <a:lvl8pPr marL="3306973" indent="0">
              <a:buNone/>
              <a:defRPr sz="1400"/>
            </a:lvl8pPr>
            <a:lvl9pPr marL="3779398" indent="0">
              <a:buNone/>
              <a:defRPr sz="1400"/>
            </a:lvl9pPr>
          </a:lstStyle>
          <a:p>
            <a:pPr lvl="0"/>
            <a:r>
              <a:rPr lang="zh-CN" altLang="en-US" smtClean="0"/>
              <a:t>单击此处编辑母版文本样式</a:t>
            </a:r>
          </a:p>
        </p:txBody>
      </p:sp>
      <p:sp>
        <p:nvSpPr>
          <p:cNvPr id="4" name="Date Placeholder 3"/>
          <p:cNvSpPr>
            <a:spLocks noGrp="1" noChangeArrowheads="1"/>
          </p:cNvSpPr>
          <p:nvPr>
            <p:ph type="dt" sz="half" idx="10"/>
          </p:nvPr>
        </p:nvSpPr>
        <p:spPr>
          <a:ln/>
        </p:spPr>
        <p:txBody>
          <a:bodyPr/>
          <a:lstStyle>
            <a:lvl1pPr>
              <a:defRPr/>
            </a:lvl1pPr>
          </a:lstStyle>
          <a:p>
            <a:pPr>
              <a:defRPr/>
            </a:pPr>
            <a:fld id="{A1A47526-B9D5-4F04-BC42-D7EE15EA9D2F}"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50BA92A3-29C3-4F9F-89AB-1E517F6EB52E}"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45118" y="2592494"/>
            <a:ext cx="5276910" cy="6168424"/>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79547" y="2592494"/>
            <a:ext cx="5276910" cy="6168424"/>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Date Placeholder 3"/>
          <p:cNvSpPr>
            <a:spLocks noGrp="1" noChangeArrowheads="1"/>
          </p:cNvSpPr>
          <p:nvPr>
            <p:ph type="dt" sz="half" idx="10"/>
          </p:nvPr>
        </p:nvSpPr>
        <p:spPr>
          <a:ln/>
        </p:spPr>
        <p:txBody>
          <a:bodyPr/>
          <a:lstStyle>
            <a:lvl1pPr>
              <a:defRPr/>
            </a:lvl1pPr>
          </a:lstStyle>
          <a:p>
            <a:pPr>
              <a:defRPr/>
            </a:pPr>
            <a:fld id="{03D93114-9214-439F-A5AF-C4EFE89DB2A2}"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DECCA235-66E6-4D54-83A6-BF737CEA5475}"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080" y="389325"/>
            <a:ext cx="11341418" cy="1620309"/>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079" y="2176166"/>
            <a:ext cx="5567337" cy="906922"/>
          </a:xfrm>
        </p:spPr>
        <p:txBody>
          <a:bodyPr anchor="b"/>
          <a:lstStyle>
            <a:lvl1pPr marL="0" indent="0">
              <a:buNone/>
              <a:defRPr sz="2500" b="1"/>
            </a:lvl1pPr>
            <a:lvl2pPr marL="472425" indent="0">
              <a:buNone/>
              <a:defRPr sz="2100" b="1"/>
            </a:lvl2pPr>
            <a:lvl3pPr marL="944850" indent="0">
              <a:buNone/>
              <a:defRPr sz="1900" b="1"/>
            </a:lvl3pPr>
            <a:lvl4pPr marL="1417274" indent="0">
              <a:buNone/>
              <a:defRPr sz="1700" b="1"/>
            </a:lvl4pPr>
            <a:lvl5pPr marL="1889699" indent="0">
              <a:buNone/>
              <a:defRPr sz="1700" b="1"/>
            </a:lvl5pPr>
            <a:lvl6pPr marL="2362124" indent="0">
              <a:buNone/>
              <a:defRPr sz="1700" b="1"/>
            </a:lvl6pPr>
            <a:lvl7pPr marL="2834549" indent="0">
              <a:buNone/>
              <a:defRPr sz="1700" b="1"/>
            </a:lvl7pPr>
            <a:lvl8pPr marL="3306973" indent="0">
              <a:buNone/>
              <a:defRPr sz="1700" b="1"/>
            </a:lvl8pPr>
            <a:lvl9pPr marL="3779398" indent="0">
              <a:buNone/>
              <a:defRPr sz="1700" b="1"/>
            </a:lvl9pPr>
          </a:lstStyle>
          <a:p>
            <a:pPr lvl="0"/>
            <a:r>
              <a:rPr lang="zh-CN" altLang="en-US" smtClean="0"/>
              <a:t>单击此处编辑母版文本样式</a:t>
            </a:r>
          </a:p>
        </p:txBody>
      </p:sp>
      <p:sp>
        <p:nvSpPr>
          <p:cNvPr id="4" name="内容占位符 3"/>
          <p:cNvSpPr>
            <a:spLocks noGrp="1"/>
          </p:cNvSpPr>
          <p:nvPr>
            <p:ph sz="half" idx="2"/>
          </p:nvPr>
        </p:nvSpPr>
        <p:spPr>
          <a:xfrm>
            <a:off x="630079" y="3083087"/>
            <a:ext cx="5567337" cy="560131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400880" y="2176166"/>
            <a:ext cx="5570618" cy="906922"/>
          </a:xfrm>
        </p:spPr>
        <p:txBody>
          <a:bodyPr anchor="b"/>
          <a:lstStyle>
            <a:lvl1pPr marL="0" indent="0">
              <a:buNone/>
              <a:defRPr sz="2500" b="1"/>
            </a:lvl1pPr>
            <a:lvl2pPr marL="472425" indent="0">
              <a:buNone/>
              <a:defRPr sz="2100" b="1"/>
            </a:lvl2pPr>
            <a:lvl3pPr marL="944850" indent="0">
              <a:buNone/>
              <a:defRPr sz="1900" b="1"/>
            </a:lvl3pPr>
            <a:lvl4pPr marL="1417274" indent="0">
              <a:buNone/>
              <a:defRPr sz="1700" b="1"/>
            </a:lvl4pPr>
            <a:lvl5pPr marL="1889699" indent="0">
              <a:buNone/>
              <a:defRPr sz="1700" b="1"/>
            </a:lvl5pPr>
            <a:lvl6pPr marL="2362124" indent="0">
              <a:buNone/>
              <a:defRPr sz="1700" b="1"/>
            </a:lvl6pPr>
            <a:lvl7pPr marL="2834549" indent="0">
              <a:buNone/>
              <a:defRPr sz="1700" b="1"/>
            </a:lvl7pPr>
            <a:lvl8pPr marL="3306973" indent="0">
              <a:buNone/>
              <a:defRPr sz="1700" b="1"/>
            </a:lvl8pPr>
            <a:lvl9pPr marL="3779398" indent="0">
              <a:buNone/>
              <a:defRPr sz="1700" b="1"/>
            </a:lvl9pPr>
          </a:lstStyle>
          <a:p>
            <a:pPr lvl="0"/>
            <a:r>
              <a:rPr lang="zh-CN" altLang="en-US" smtClean="0"/>
              <a:t>单击此处编辑母版文本样式</a:t>
            </a:r>
          </a:p>
        </p:txBody>
      </p:sp>
      <p:sp>
        <p:nvSpPr>
          <p:cNvPr id="6" name="内容占位符 5"/>
          <p:cNvSpPr>
            <a:spLocks noGrp="1"/>
          </p:cNvSpPr>
          <p:nvPr>
            <p:ph sz="quarter" idx="4"/>
          </p:nvPr>
        </p:nvSpPr>
        <p:spPr>
          <a:xfrm>
            <a:off x="6400880" y="3083087"/>
            <a:ext cx="5570618" cy="5601317"/>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Date Placeholder 3"/>
          <p:cNvSpPr>
            <a:spLocks noGrp="1" noChangeArrowheads="1"/>
          </p:cNvSpPr>
          <p:nvPr>
            <p:ph type="dt" sz="half" idx="10"/>
          </p:nvPr>
        </p:nvSpPr>
        <p:spPr>
          <a:ln/>
        </p:spPr>
        <p:txBody>
          <a:bodyPr/>
          <a:lstStyle>
            <a:lvl1pPr>
              <a:defRPr/>
            </a:lvl1pPr>
          </a:lstStyle>
          <a:p>
            <a:pPr>
              <a:defRPr/>
            </a:pPr>
            <a:fld id="{DFBA1188-4BAF-40AE-8F0A-A26CDBB26C54}" type="datetime1">
              <a:rPr lang="zh-CN" altLang="en-US"/>
              <a:pPr>
                <a:defRPr/>
              </a:pPr>
              <a:t>2019/7/26 Friday</a:t>
            </a:fld>
            <a:endParaRPr lang="zh-CN" altLang="en-US" sz="1900">
              <a:solidFill>
                <a:schemeClr val="tx1"/>
              </a:solidFill>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99355F18-8869-4ECB-873C-15084CE4206D}"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Date Placeholder 3"/>
          <p:cNvSpPr>
            <a:spLocks noGrp="1" noChangeArrowheads="1"/>
          </p:cNvSpPr>
          <p:nvPr>
            <p:ph type="dt" sz="half" idx="10"/>
          </p:nvPr>
        </p:nvSpPr>
        <p:spPr>
          <a:ln/>
        </p:spPr>
        <p:txBody>
          <a:bodyPr/>
          <a:lstStyle>
            <a:lvl1pPr>
              <a:defRPr/>
            </a:lvl1pPr>
          </a:lstStyle>
          <a:p>
            <a:pPr>
              <a:defRPr/>
            </a:pPr>
            <a:fld id="{245083C8-F573-438F-8E38-35D539552B34}" type="datetime1">
              <a:rPr lang="zh-CN" altLang="en-US"/>
              <a:pPr>
                <a:defRPr/>
              </a:pPr>
              <a:t>2019/7/26 Friday</a:t>
            </a:fld>
            <a:endParaRPr lang="zh-CN" altLang="en-US" sz="1900">
              <a:solidFill>
                <a:schemeClr val="tx1"/>
              </a:solidFill>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12BE1342-2B24-4FAB-9308-AADD83DC582C}"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384D25A0-84E3-4500-8B85-0CEC36FBE5D1}" type="datetime1">
              <a:rPr lang="zh-CN" altLang="en-US"/>
              <a:pPr>
                <a:defRPr/>
              </a:pPr>
              <a:t>2019/7/26 Friday</a:t>
            </a:fld>
            <a:endParaRPr lang="zh-CN" altLang="en-US" sz="1900">
              <a:solidFill>
                <a:schemeClr val="tx1"/>
              </a:solidFill>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2B477D23-5E80-4D45-B50C-F4B8EC096C09}"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080" y="387074"/>
            <a:ext cx="4146378" cy="1647314"/>
          </a:xfrm>
        </p:spPr>
        <p:txBody>
          <a:bodyPr anchor="b"/>
          <a:lstStyle>
            <a:lvl1pPr algn="l">
              <a:defRPr sz="21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927415" y="387075"/>
            <a:ext cx="7044083" cy="8297330"/>
          </a:xfrm>
        </p:spPr>
        <p:txBody>
          <a:bodyPr/>
          <a:lstStyle>
            <a:lvl1pPr>
              <a:defRPr sz="3300"/>
            </a:lvl1pPr>
            <a:lvl2pPr>
              <a:defRPr sz="2900"/>
            </a:lvl2pPr>
            <a:lvl3pPr>
              <a:defRPr sz="2500"/>
            </a:lvl3pPr>
            <a:lvl4pPr>
              <a:defRPr sz="2100"/>
            </a:lvl4pPr>
            <a:lvl5pPr>
              <a:defRPr sz="2100"/>
            </a:lvl5pPr>
            <a:lvl6pPr>
              <a:defRPr sz="2100"/>
            </a:lvl6pPr>
            <a:lvl7pPr>
              <a:defRPr sz="2100"/>
            </a:lvl7pPr>
            <a:lvl8pPr>
              <a:defRPr sz="2100"/>
            </a:lvl8pPr>
            <a:lvl9pPr>
              <a:defRPr sz="21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080" y="2034388"/>
            <a:ext cx="4146378" cy="6650016"/>
          </a:xfrm>
        </p:spPr>
        <p:txBody>
          <a:bodyPr/>
          <a:lstStyle>
            <a:lvl1pPr marL="0" indent="0">
              <a:buNone/>
              <a:defRPr sz="1400"/>
            </a:lvl1pPr>
            <a:lvl2pPr marL="472425" indent="0">
              <a:buNone/>
              <a:defRPr sz="1200"/>
            </a:lvl2pPr>
            <a:lvl3pPr marL="944850" indent="0">
              <a:buNone/>
              <a:defRPr sz="1000"/>
            </a:lvl3pPr>
            <a:lvl4pPr marL="1417274" indent="0">
              <a:buNone/>
              <a:defRPr sz="900"/>
            </a:lvl4pPr>
            <a:lvl5pPr marL="1889699" indent="0">
              <a:buNone/>
              <a:defRPr sz="900"/>
            </a:lvl5pPr>
            <a:lvl6pPr marL="2362124" indent="0">
              <a:buNone/>
              <a:defRPr sz="900"/>
            </a:lvl6pPr>
            <a:lvl7pPr marL="2834549" indent="0">
              <a:buNone/>
              <a:defRPr sz="900"/>
            </a:lvl7pPr>
            <a:lvl8pPr marL="3306973" indent="0">
              <a:buNone/>
              <a:defRPr sz="900"/>
            </a:lvl8pPr>
            <a:lvl9pPr marL="3779398" indent="0">
              <a:buNone/>
              <a:defRPr sz="900"/>
            </a:lvl9pPr>
          </a:lstStyle>
          <a:p>
            <a:pPr lvl="0"/>
            <a:r>
              <a:rPr lang="zh-CN" altLang="en-US" smtClean="0"/>
              <a:t>单击此处编辑母版文本样式</a:t>
            </a:r>
          </a:p>
        </p:txBody>
      </p:sp>
      <p:sp>
        <p:nvSpPr>
          <p:cNvPr id="5" name="Date Placeholder 3"/>
          <p:cNvSpPr>
            <a:spLocks noGrp="1" noChangeArrowheads="1"/>
          </p:cNvSpPr>
          <p:nvPr>
            <p:ph type="dt" sz="half" idx="10"/>
          </p:nvPr>
        </p:nvSpPr>
        <p:spPr>
          <a:ln/>
        </p:spPr>
        <p:txBody>
          <a:bodyPr/>
          <a:lstStyle>
            <a:lvl1pPr>
              <a:defRPr/>
            </a:lvl1pPr>
          </a:lstStyle>
          <a:p>
            <a:pPr>
              <a:defRPr/>
            </a:pPr>
            <a:fld id="{A9C06560-2701-4C2A-A783-6C4F3D492391}"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7B945A73-D340-4F2E-A328-A93EF6FCBADD}"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469450" y="6805294"/>
            <a:ext cx="7560945" cy="803404"/>
          </a:xfrm>
        </p:spPr>
        <p:txBody>
          <a:bodyPr anchor="b"/>
          <a:lstStyle>
            <a:lvl1pPr algn="l">
              <a:defRPr sz="21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469450" y="868667"/>
            <a:ext cx="7560945" cy="5833110"/>
          </a:xfrm>
        </p:spPr>
        <p:txBody>
          <a:bodyPr/>
          <a:lstStyle>
            <a:lvl1pPr marL="0" indent="0">
              <a:buNone/>
              <a:defRPr sz="3300"/>
            </a:lvl1pPr>
            <a:lvl2pPr marL="472425" indent="0">
              <a:buNone/>
              <a:defRPr sz="2900"/>
            </a:lvl2pPr>
            <a:lvl3pPr marL="944850" indent="0">
              <a:buNone/>
              <a:defRPr sz="2500"/>
            </a:lvl3pPr>
            <a:lvl4pPr marL="1417274" indent="0">
              <a:buNone/>
              <a:defRPr sz="2100"/>
            </a:lvl4pPr>
            <a:lvl5pPr marL="1889699" indent="0">
              <a:buNone/>
              <a:defRPr sz="2100"/>
            </a:lvl5pPr>
            <a:lvl6pPr marL="2362124" indent="0">
              <a:buNone/>
              <a:defRPr sz="2100"/>
            </a:lvl6pPr>
            <a:lvl7pPr marL="2834549" indent="0">
              <a:buNone/>
              <a:defRPr sz="2100"/>
            </a:lvl7pPr>
            <a:lvl8pPr marL="3306973" indent="0">
              <a:buNone/>
              <a:defRPr sz="2100"/>
            </a:lvl8pPr>
            <a:lvl9pPr marL="3779398" indent="0">
              <a:buNone/>
              <a:defRPr sz="2100"/>
            </a:lvl9pPr>
          </a:lstStyle>
          <a:p>
            <a:pPr lvl="0"/>
            <a:endParaRPr lang="zh-CN" altLang="en-US" noProof="0" smtClean="0">
              <a:sym typeface="Calibri" pitchFamily="34" charset="0"/>
            </a:endParaRPr>
          </a:p>
        </p:txBody>
      </p:sp>
      <p:sp>
        <p:nvSpPr>
          <p:cNvPr id="4" name="文本占位符 3"/>
          <p:cNvSpPr>
            <a:spLocks noGrp="1"/>
          </p:cNvSpPr>
          <p:nvPr>
            <p:ph type="body" sz="half" idx="2"/>
          </p:nvPr>
        </p:nvSpPr>
        <p:spPr>
          <a:xfrm>
            <a:off x="2469450" y="7608699"/>
            <a:ext cx="7560945" cy="1140966"/>
          </a:xfrm>
        </p:spPr>
        <p:txBody>
          <a:bodyPr/>
          <a:lstStyle>
            <a:lvl1pPr marL="0" indent="0">
              <a:buNone/>
              <a:defRPr sz="1400"/>
            </a:lvl1pPr>
            <a:lvl2pPr marL="472425" indent="0">
              <a:buNone/>
              <a:defRPr sz="1200"/>
            </a:lvl2pPr>
            <a:lvl3pPr marL="944850" indent="0">
              <a:buNone/>
              <a:defRPr sz="1000"/>
            </a:lvl3pPr>
            <a:lvl4pPr marL="1417274" indent="0">
              <a:buNone/>
              <a:defRPr sz="900"/>
            </a:lvl4pPr>
            <a:lvl5pPr marL="1889699" indent="0">
              <a:buNone/>
              <a:defRPr sz="900"/>
            </a:lvl5pPr>
            <a:lvl6pPr marL="2362124" indent="0">
              <a:buNone/>
              <a:defRPr sz="900"/>
            </a:lvl6pPr>
            <a:lvl7pPr marL="2834549" indent="0">
              <a:buNone/>
              <a:defRPr sz="900"/>
            </a:lvl7pPr>
            <a:lvl8pPr marL="3306973" indent="0">
              <a:buNone/>
              <a:defRPr sz="900"/>
            </a:lvl8pPr>
            <a:lvl9pPr marL="3779398" indent="0">
              <a:buNone/>
              <a:defRPr sz="900"/>
            </a:lvl9pPr>
          </a:lstStyle>
          <a:p>
            <a:pPr lvl="0"/>
            <a:r>
              <a:rPr lang="zh-CN" altLang="en-US" smtClean="0"/>
              <a:t>单击此处编辑母版文本样式</a:t>
            </a:r>
          </a:p>
        </p:txBody>
      </p:sp>
      <p:sp>
        <p:nvSpPr>
          <p:cNvPr id="5" name="Date Placeholder 3"/>
          <p:cNvSpPr>
            <a:spLocks noGrp="1" noChangeArrowheads="1"/>
          </p:cNvSpPr>
          <p:nvPr>
            <p:ph type="dt" sz="half" idx="10"/>
          </p:nvPr>
        </p:nvSpPr>
        <p:spPr>
          <a:ln/>
        </p:spPr>
        <p:txBody>
          <a:bodyPr/>
          <a:lstStyle>
            <a:lvl1pPr>
              <a:defRPr/>
            </a:lvl1pPr>
          </a:lstStyle>
          <a:p>
            <a:pPr>
              <a:defRPr/>
            </a:pPr>
            <a:fld id="{75BBA8AE-AB56-4C39-AD10-288695EB6A85}" type="datetime1">
              <a:rPr lang="zh-CN" altLang="en-US"/>
              <a:pPr>
                <a:defRPr/>
              </a:pPr>
              <a:t>2019/7/26 Friday</a:t>
            </a:fld>
            <a:endParaRPr lang="zh-CN" altLang="en-US" sz="1900">
              <a:solidFill>
                <a:schemeClr val="tx1"/>
              </a:solidFill>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D1CC1096-5945-48D9-B1F1-908F8EF12B36}"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CFB89064-47DD-4F27-AD81-5503167B8B0F}"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4F1FD90C-DC91-4D29-B2FE-CEAF03167814}"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8623" y="517599"/>
            <a:ext cx="2677835" cy="824332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45119" y="517599"/>
            <a:ext cx="7875984" cy="824332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Date Placeholder 3"/>
          <p:cNvSpPr>
            <a:spLocks noGrp="1" noChangeArrowheads="1"/>
          </p:cNvSpPr>
          <p:nvPr>
            <p:ph type="dt" sz="half" idx="10"/>
          </p:nvPr>
        </p:nvSpPr>
        <p:spPr>
          <a:ln/>
        </p:spPr>
        <p:txBody>
          <a:bodyPr/>
          <a:lstStyle>
            <a:lvl1pPr>
              <a:defRPr/>
            </a:lvl1pPr>
          </a:lstStyle>
          <a:p>
            <a:pPr>
              <a:defRPr/>
            </a:pPr>
            <a:fld id="{87108D03-CB6F-4F04-9BFB-1F77AA8636E4}" type="datetime1">
              <a:rPr lang="zh-CN" altLang="en-US"/>
              <a:pPr>
                <a:defRPr/>
              </a:pPr>
              <a:t>2019/7/26 Friday</a:t>
            </a:fld>
            <a:endParaRPr lang="zh-CN" altLang="en-US" sz="19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727B26E5-2DA5-4812-951E-75A8CE71CD96}" type="slidenum">
              <a:rPr lang="zh-CN" altLang="en-US"/>
              <a:pPr>
                <a:defRPr/>
              </a:pPr>
              <a:t>‹#›</a:t>
            </a:fld>
            <a:endParaRPr lang="zh-CN" altLang="en-US" sz="1900">
              <a:solidFill>
                <a:schemeClr val="tx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945119" y="517600"/>
            <a:ext cx="10711340" cy="1879108"/>
          </a:xfrm>
        </p:spPr>
        <p:txBody>
          <a:bodyPr/>
          <a:lstStyle/>
          <a:p>
            <a:r>
              <a:rPr lang="zh-CN" altLang="en-US" smtClean="0"/>
              <a:t>单击此处编辑母版标题样式</a:t>
            </a:r>
            <a:endParaRPr lang="zh-CN" altLang="en-US"/>
          </a:p>
        </p:txBody>
      </p:sp>
      <p:sp>
        <p:nvSpPr>
          <p:cNvPr id="3" name="Date Placeholder 3"/>
          <p:cNvSpPr>
            <a:spLocks noGrp="1" noChangeArrowheads="1"/>
          </p:cNvSpPr>
          <p:nvPr>
            <p:ph type="dt" sz="half" idx="10"/>
          </p:nvPr>
        </p:nvSpPr>
        <p:spPr>
          <a:ln/>
        </p:spPr>
        <p:txBody>
          <a:bodyPr/>
          <a:lstStyle>
            <a:lvl1pPr>
              <a:defRPr/>
            </a:lvl1pPr>
          </a:lstStyle>
          <a:p>
            <a:pPr>
              <a:defRPr/>
            </a:pPr>
            <a:fld id="{440231B2-CCA3-4E28-AF11-92E14D4C51E3}" type="datetime1">
              <a:rPr lang="zh-CN" altLang="en-US"/>
              <a:pPr>
                <a:defRPr/>
              </a:pPr>
              <a:t>2019/7/26 Friday</a:t>
            </a:fld>
            <a:endParaRPr lang="zh-CN" altLang="en-US" sz="1900">
              <a:solidFill>
                <a:schemeClr val="tx1"/>
              </a:solidFill>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zh-CN" altLang="zh-CN"/>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7CDAE5E-F69B-4764-9916-C098FF341715}" type="slidenum">
              <a:rPr lang="zh-CN" altLang="en-US"/>
              <a:pPr>
                <a:defRPr/>
              </a:pPr>
              <a:t>‹#›</a:t>
            </a:fld>
            <a:endParaRPr lang="zh-CN" altLang="en-US" sz="19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6"/>
          <p:cNvSpPr>
            <a:spLocks noChangeArrowheads="1"/>
          </p:cNvSpPr>
          <p:nvPr/>
        </p:nvSpPr>
        <p:spPr bwMode="auto">
          <a:xfrm>
            <a:off x="0" y="0"/>
            <a:ext cx="12601575" cy="9721850"/>
          </a:xfrm>
          <a:prstGeom prst="rect">
            <a:avLst/>
          </a:prstGeom>
          <a:gradFill rotWithShape="1">
            <a:gsLst>
              <a:gs pos="0">
                <a:srgbClr val="D5EAAE"/>
              </a:gs>
              <a:gs pos="45999">
                <a:srgbClr val="9ECE40"/>
              </a:gs>
              <a:gs pos="100000">
                <a:srgbClr val="5C7B20"/>
              </a:gs>
            </a:gsLst>
            <a:path path="rect">
              <a:fillToRect r="100000" b="100000"/>
            </a:path>
          </a:grad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27" name="Rectangle 8"/>
          <p:cNvSpPr>
            <a:spLocks noChangeArrowheads="1"/>
          </p:cNvSpPr>
          <p:nvPr/>
        </p:nvSpPr>
        <p:spPr bwMode="auto">
          <a:xfrm>
            <a:off x="0" y="1185863"/>
            <a:ext cx="12601575" cy="7959725"/>
          </a:xfrm>
          <a:prstGeom prst="rect">
            <a:avLst/>
          </a:prstGeom>
          <a:solidFill>
            <a:schemeClr val="bg1"/>
          </a:solid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28" name="Rectangle 7"/>
          <p:cNvSpPr>
            <a:spLocks noChangeArrowheads="1"/>
          </p:cNvSpPr>
          <p:nvPr/>
        </p:nvSpPr>
        <p:spPr bwMode="auto">
          <a:xfrm>
            <a:off x="0" y="1185863"/>
            <a:ext cx="12601575" cy="7920037"/>
          </a:xfrm>
          <a:prstGeom prst="rect">
            <a:avLst/>
          </a:prstGeom>
          <a:blipFill dpi="0" rotWithShape="1">
            <a:blip r:embed="rId14">
              <a:alphaModFix amt="47000"/>
            </a:blip>
            <a:srcRect/>
            <a:tile tx="0" ty="0" sx="100000" sy="100000" flip="none" algn="tl"/>
          </a:blip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29" name="Rectangle 9"/>
          <p:cNvSpPr>
            <a:spLocks noChangeArrowheads="1"/>
          </p:cNvSpPr>
          <p:nvPr/>
        </p:nvSpPr>
        <p:spPr bwMode="auto">
          <a:xfrm>
            <a:off x="0" y="9253538"/>
            <a:ext cx="12601575" cy="222250"/>
          </a:xfrm>
          <a:prstGeom prst="rect">
            <a:avLst/>
          </a:prstGeom>
          <a:solidFill>
            <a:schemeClr val="bg1"/>
          </a:solid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30" name="Rectangle 10"/>
          <p:cNvSpPr>
            <a:spLocks noChangeArrowheads="1"/>
          </p:cNvSpPr>
          <p:nvPr/>
        </p:nvSpPr>
        <p:spPr bwMode="auto">
          <a:xfrm>
            <a:off x="0" y="9253538"/>
            <a:ext cx="12601575" cy="222250"/>
          </a:xfrm>
          <a:prstGeom prst="rect">
            <a:avLst/>
          </a:prstGeom>
          <a:blipFill dpi="0" rotWithShape="1">
            <a:blip r:embed="rId14">
              <a:alphaModFix amt="47000"/>
            </a:blip>
            <a:srcRect/>
            <a:tile tx="0" ty="0" sx="100000" sy="100000" flip="none" algn="tl"/>
          </a:blip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31" name="Rectangle 11"/>
          <p:cNvSpPr>
            <a:spLocks noChangeArrowheads="1"/>
          </p:cNvSpPr>
          <p:nvPr/>
        </p:nvSpPr>
        <p:spPr bwMode="auto">
          <a:xfrm>
            <a:off x="0" y="9148763"/>
            <a:ext cx="12601575" cy="65087"/>
          </a:xfrm>
          <a:prstGeom prst="rect">
            <a:avLst/>
          </a:prstGeom>
          <a:solidFill>
            <a:srgbClr val="C1DF87"/>
          </a:solidFill>
          <a:ln w="12700">
            <a:noFill/>
            <a:miter lim="800000"/>
            <a:headEnd/>
            <a:tailEnd/>
          </a:ln>
        </p:spPr>
        <p:txBody>
          <a:bodyPr lIns="94485" tIns="47242" rIns="94485" bIns="47242" anchor="ctr"/>
          <a:lstStyle/>
          <a:p>
            <a:pPr algn="ctr"/>
            <a:endParaRPr lang="zh-CN" altLang="zh-CN">
              <a:solidFill>
                <a:srgbClr val="FFFFFF"/>
              </a:solidFill>
            </a:endParaRPr>
          </a:p>
        </p:txBody>
      </p:sp>
      <p:sp>
        <p:nvSpPr>
          <p:cNvPr id="1032" name="Title Placeholder 1"/>
          <p:cNvSpPr>
            <a:spLocks noGrp="1" noChangeArrowheads="1"/>
          </p:cNvSpPr>
          <p:nvPr>
            <p:ph type="title" idx="4294967295"/>
          </p:nvPr>
        </p:nvSpPr>
        <p:spPr bwMode="auto">
          <a:xfrm>
            <a:off x="866775" y="0"/>
            <a:ext cx="10868025" cy="1185863"/>
          </a:xfrm>
          <a:prstGeom prst="rect">
            <a:avLst/>
          </a:prstGeom>
          <a:noFill/>
          <a:ln w="9525">
            <a:noFill/>
            <a:miter lim="800000"/>
            <a:headEnd/>
            <a:tailEnd/>
          </a:ln>
        </p:spPr>
        <p:txBody>
          <a:bodyPr vert="horz" wrap="square" lIns="94485" tIns="47242" rIns="94485" bIns="47242" numCol="1" anchor="ctr" anchorCtr="0" compatLnSpc="1">
            <a:prstTxWarp prst="textNoShape">
              <a:avLst/>
            </a:prstTxWarp>
          </a:bodyPr>
          <a:lstStyle/>
          <a:p>
            <a:pPr lvl="0"/>
            <a:r>
              <a:rPr lang="zh-CN" altLang="zh-CN" smtClean="0">
                <a:sym typeface="Arial" charset="0"/>
              </a:rPr>
              <a:t>Click to edit Master title style</a:t>
            </a:r>
          </a:p>
        </p:txBody>
      </p:sp>
      <p:sp>
        <p:nvSpPr>
          <p:cNvPr id="1033" name="Text Placeholder 2"/>
          <p:cNvSpPr>
            <a:spLocks noGrp="1" noChangeArrowheads="1"/>
          </p:cNvSpPr>
          <p:nvPr>
            <p:ph type="body" idx="1"/>
          </p:nvPr>
        </p:nvSpPr>
        <p:spPr bwMode="auto">
          <a:xfrm>
            <a:off x="866775" y="1428750"/>
            <a:ext cx="10868025" cy="7667625"/>
          </a:xfrm>
          <a:prstGeom prst="rect">
            <a:avLst/>
          </a:prstGeom>
          <a:noFill/>
          <a:ln w="9525">
            <a:noFill/>
            <a:miter lim="800000"/>
            <a:headEnd/>
            <a:tailEnd/>
          </a:ln>
        </p:spPr>
        <p:txBody>
          <a:bodyPr vert="horz" wrap="square" lIns="94485" tIns="47242" rIns="94485" bIns="47242" numCol="1" anchor="t" anchorCtr="0" compatLnSpc="1">
            <a:prstTxWarp prst="textNoShape">
              <a:avLst/>
            </a:prstTxWarp>
          </a:bodyPr>
          <a:lstStyle/>
          <a:p>
            <a:pPr lvl="0"/>
            <a:r>
              <a:rPr lang="zh-CN" altLang="zh-CN" smtClean="0">
                <a:sym typeface="Times New Roman" pitchFamily="18" charset="0"/>
              </a:rPr>
              <a:t>Click to edit Master text styles</a:t>
            </a:r>
          </a:p>
          <a:p>
            <a:pPr lvl="1"/>
            <a:r>
              <a:rPr lang="zh-CN" altLang="zh-CN" smtClean="0">
                <a:sym typeface="Times New Roman" pitchFamily="18" charset="0"/>
              </a:rPr>
              <a:t>Second level</a:t>
            </a:r>
          </a:p>
          <a:p>
            <a:pPr lvl="2"/>
            <a:r>
              <a:rPr lang="zh-CN" altLang="zh-CN" smtClean="0">
                <a:sym typeface="Times New Roman" pitchFamily="18" charset="0"/>
              </a:rPr>
              <a:t>Third level</a:t>
            </a:r>
          </a:p>
          <a:p>
            <a:pPr lvl="3"/>
            <a:r>
              <a:rPr lang="zh-CN" altLang="zh-CN" smtClean="0">
                <a:sym typeface="Times New Roman" pitchFamily="18" charset="0"/>
              </a:rPr>
              <a:t>Fourth level</a:t>
            </a:r>
          </a:p>
          <a:p>
            <a:pPr lvl="4"/>
            <a:r>
              <a:rPr lang="zh-CN" altLang="zh-CN" smtClean="0">
                <a:sym typeface="Times New Roman" pitchFamily="18" charset="0"/>
              </a:rPr>
              <a:t>Fifth level</a:t>
            </a:r>
          </a:p>
        </p:txBody>
      </p:sp>
      <p:sp>
        <p:nvSpPr>
          <p:cNvPr id="1034" name="Date Placeholder 3"/>
          <p:cNvSpPr>
            <a:spLocks noGrp="1" noChangeArrowheads="1"/>
          </p:cNvSpPr>
          <p:nvPr>
            <p:ph type="dt" sz="half" idx="2"/>
          </p:nvPr>
        </p:nvSpPr>
        <p:spPr bwMode="auto">
          <a:xfrm>
            <a:off x="866775" y="9010650"/>
            <a:ext cx="3386138"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defRPr sz="1200">
                <a:solidFill>
                  <a:srgbClr val="898989"/>
                </a:solidFill>
                <a:latin typeface="Arial" pitchFamily="34" charset="0"/>
              </a:defRPr>
            </a:lvl1pPr>
          </a:lstStyle>
          <a:p>
            <a:pPr>
              <a:defRPr/>
            </a:pPr>
            <a:fld id="{F20D27DD-136C-4B59-B649-0890B08EBA8D}" type="datetime1">
              <a:rPr lang="zh-CN" altLang="en-US"/>
              <a:pPr>
                <a:defRPr/>
              </a:pPr>
              <a:t>2019/7/26 Friday</a:t>
            </a:fld>
            <a:endParaRPr lang="zh-CN" altLang="en-US" sz="1900">
              <a:solidFill>
                <a:schemeClr val="tx1"/>
              </a:solidFill>
            </a:endParaRPr>
          </a:p>
        </p:txBody>
      </p:sp>
      <p:sp>
        <p:nvSpPr>
          <p:cNvPr id="1035" name="Footer Placeholder 4"/>
          <p:cNvSpPr>
            <a:spLocks noGrp="1" noChangeArrowheads="1"/>
          </p:cNvSpPr>
          <p:nvPr>
            <p:ph type="ftr" sz="quarter" idx="3"/>
          </p:nvPr>
        </p:nvSpPr>
        <p:spPr bwMode="auto">
          <a:xfrm>
            <a:off x="4803775" y="9010650"/>
            <a:ext cx="2994025"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lgn="ctr">
              <a:defRPr sz="1200">
                <a:solidFill>
                  <a:srgbClr val="898989"/>
                </a:solidFill>
                <a:latin typeface="Arial" pitchFamily="34" charset="0"/>
              </a:defRPr>
            </a:lvl1pPr>
          </a:lstStyle>
          <a:p>
            <a:pPr>
              <a:defRPr/>
            </a:pPr>
            <a:endParaRPr lang="zh-CN" altLang="zh-CN"/>
          </a:p>
        </p:txBody>
      </p:sp>
      <p:sp>
        <p:nvSpPr>
          <p:cNvPr id="1036" name="Slide Number Placeholder 5"/>
          <p:cNvSpPr>
            <a:spLocks noGrp="1" noChangeArrowheads="1"/>
          </p:cNvSpPr>
          <p:nvPr>
            <p:ph type="sldNum" sz="quarter" idx="4"/>
          </p:nvPr>
        </p:nvSpPr>
        <p:spPr bwMode="auto">
          <a:xfrm>
            <a:off x="8348663" y="9010650"/>
            <a:ext cx="3386137"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lgn="r">
              <a:defRPr sz="1200">
                <a:solidFill>
                  <a:srgbClr val="898989"/>
                </a:solidFill>
                <a:latin typeface="Arial" pitchFamily="34" charset="0"/>
              </a:defRPr>
            </a:lvl1pPr>
          </a:lstStyle>
          <a:p>
            <a:pPr>
              <a:defRPr/>
            </a:pPr>
            <a:fld id="{6CCFA836-B74B-4818-A040-8BD33C83746C}" type="slidenum">
              <a:rPr lang="zh-CN" altLang="en-US"/>
              <a:pPr>
                <a:defRPr/>
              </a:pPr>
              <a:t>‹#›</a:t>
            </a:fld>
            <a:endParaRPr lang="zh-CN" altLang="en-US" sz="1900">
              <a:solidFill>
                <a:schemeClr val="tx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p:txStyles>
    <p:titleStyle>
      <a:lvl1pPr marL="944563" indent="-944563" algn="l" rtl="0" eaLnBrk="0" fontAlgn="base" hangingPunct="0">
        <a:spcBef>
          <a:spcPct val="0"/>
        </a:spcBef>
        <a:spcAft>
          <a:spcPct val="0"/>
        </a:spcAft>
        <a:defRPr sz="3700" b="1">
          <a:solidFill>
            <a:schemeClr val="bg1"/>
          </a:solidFill>
          <a:latin typeface="+mj-lt"/>
          <a:ea typeface="+mj-ea"/>
          <a:cs typeface="+mj-cs"/>
          <a:sym typeface="Arial" charset="0"/>
        </a:defRPr>
      </a:lvl1pPr>
      <a:lvl2pPr marL="944563" indent="-944563" algn="l" rtl="0" eaLnBrk="0" fontAlgn="base" hangingPunct="0">
        <a:spcBef>
          <a:spcPct val="0"/>
        </a:spcBef>
        <a:spcAft>
          <a:spcPct val="0"/>
        </a:spcAft>
        <a:defRPr sz="3700" b="1">
          <a:solidFill>
            <a:schemeClr val="bg1"/>
          </a:solidFill>
          <a:latin typeface="Arial" pitchFamily="34" charset="0"/>
          <a:ea typeface="微软雅黑" pitchFamily="34" charset="-122"/>
          <a:sym typeface="Arial" charset="0"/>
        </a:defRPr>
      </a:lvl2pPr>
      <a:lvl3pPr marL="944563" indent="-944563" algn="l" rtl="0" eaLnBrk="0" fontAlgn="base" hangingPunct="0">
        <a:spcBef>
          <a:spcPct val="0"/>
        </a:spcBef>
        <a:spcAft>
          <a:spcPct val="0"/>
        </a:spcAft>
        <a:defRPr sz="3700" b="1">
          <a:solidFill>
            <a:schemeClr val="bg1"/>
          </a:solidFill>
          <a:latin typeface="Arial" pitchFamily="34" charset="0"/>
          <a:ea typeface="微软雅黑" pitchFamily="34" charset="-122"/>
          <a:sym typeface="Arial" charset="0"/>
        </a:defRPr>
      </a:lvl3pPr>
      <a:lvl4pPr marL="944563" indent="-944563" algn="l" rtl="0" eaLnBrk="0" fontAlgn="base" hangingPunct="0">
        <a:spcBef>
          <a:spcPct val="0"/>
        </a:spcBef>
        <a:spcAft>
          <a:spcPct val="0"/>
        </a:spcAft>
        <a:defRPr sz="3700" b="1">
          <a:solidFill>
            <a:schemeClr val="bg1"/>
          </a:solidFill>
          <a:latin typeface="Arial" pitchFamily="34" charset="0"/>
          <a:ea typeface="微软雅黑" pitchFamily="34" charset="-122"/>
          <a:sym typeface="Arial" charset="0"/>
        </a:defRPr>
      </a:lvl4pPr>
      <a:lvl5pPr marL="944563" indent="-944563" algn="l" rtl="0" eaLnBrk="0" fontAlgn="base" hangingPunct="0">
        <a:spcBef>
          <a:spcPct val="0"/>
        </a:spcBef>
        <a:spcAft>
          <a:spcPct val="0"/>
        </a:spcAft>
        <a:defRPr sz="3700" b="1">
          <a:solidFill>
            <a:schemeClr val="bg1"/>
          </a:solidFill>
          <a:latin typeface="Arial" pitchFamily="34" charset="0"/>
          <a:ea typeface="微软雅黑" pitchFamily="34" charset="-122"/>
          <a:sym typeface="Arial" charset="0"/>
        </a:defRPr>
      </a:lvl5pPr>
      <a:lvl6pPr marL="1417274" indent="-944850" algn="l" rtl="0" fontAlgn="base">
        <a:spcBef>
          <a:spcPct val="0"/>
        </a:spcBef>
        <a:spcAft>
          <a:spcPct val="0"/>
        </a:spcAft>
        <a:defRPr sz="3700" b="1">
          <a:solidFill>
            <a:schemeClr val="bg1"/>
          </a:solidFill>
          <a:latin typeface="Arial" pitchFamily="34" charset="0"/>
          <a:ea typeface="微软雅黑" pitchFamily="34" charset="-122"/>
          <a:sym typeface="Arial" pitchFamily="34" charset="0"/>
        </a:defRPr>
      </a:lvl6pPr>
      <a:lvl7pPr marL="1889699" indent="-944850" algn="l" rtl="0" fontAlgn="base">
        <a:spcBef>
          <a:spcPct val="0"/>
        </a:spcBef>
        <a:spcAft>
          <a:spcPct val="0"/>
        </a:spcAft>
        <a:defRPr sz="3700" b="1">
          <a:solidFill>
            <a:schemeClr val="bg1"/>
          </a:solidFill>
          <a:latin typeface="Arial" pitchFamily="34" charset="0"/>
          <a:ea typeface="微软雅黑" pitchFamily="34" charset="-122"/>
          <a:sym typeface="Arial" pitchFamily="34" charset="0"/>
        </a:defRPr>
      </a:lvl7pPr>
      <a:lvl8pPr marL="2362124" indent="-944850" algn="l" rtl="0" fontAlgn="base">
        <a:spcBef>
          <a:spcPct val="0"/>
        </a:spcBef>
        <a:spcAft>
          <a:spcPct val="0"/>
        </a:spcAft>
        <a:defRPr sz="3700" b="1">
          <a:solidFill>
            <a:schemeClr val="bg1"/>
          </a:solidFill>
          <a:latin typeface="Arial" pitchFamily="34" charset="0"/>
          <a:ea typeface="微软雅黑" pitchFamily="34" charset="-122"/>
          <a:sym typeface="Arial" pitchFamily="34" charset="0"/>
        </a:defRPr>
      </a:lvl8pPr>
      <a:lvl9pPr marL="2834549" indent="-944850" algn="l" rtl="0" fontAlgn="base">
        <a:spcBef>
          <a:spcPct val="0"/>
        </a:spcBef>
        <a:spcAft>
          <a:spcPct val="0"/>
        </a:spcAft>
        <a:defRPr sz="3700" b="1">
          <a:solidFill>
            <a:schemeClr val="bg1"/>
          </a:solidFill>
          <a:latin typeface="Arial" pitchFamily="34" charset="0"/>
          <a:ea typeface="微软雅黑" pitchFamily="34" charset="-122"/>
          <a:sym typeface="Arial" pitchFamily="34" charset="0"/>
        </a:defRPr>
      </a:lvl9pPr>
    </p:titleStyle>
    <p:bodyStyle>
      <a:lvl1pPr marL="234950" indent="-234950" algn="l" rtl="0" eaLnBrk="0" fontAlgn="base" hangingPunct="0">
        <a:lnSpc>
          <a:spcPct val="90000"/>
        </a:lnSpc>
        <a:spcBef>
          <a:spcPct val="30000"/>
        </a:spcBef>
        <a:spcAft>
          <a:spcPct val="0"/>
        </a:spcAft>
        <a:buClr>
          <a:schemeClr val="accent1"/>
        </a:buClr>
        <a:buSzPct val="90000"/>
        <a:buFont typeface="Wingdings 2" pitchFamily="18" charset="2"/>
        <a:buChar char="¾"/>
        <a:defRPr sz="2500">
          <a:solidFill>
            <a:schemeClr val="tx1"/>
          </a:solidFill>
          <a:latin typeface="+mn-lt"/>
          <a:ea typeface="+mn-ea"/>
          <a:cs typeface="+mn-cs"/>
          <a:sym typeface="Times New Roman" pitchFamily="18" charset="0"/>
        </a:defRPr>
      </a:lvl1pPr>
      <a:lvl2pPr marL="708025" indent="-234950" algn="l" rtl="0" eaLnBrk="0" fontAlgn="base" hangingPunct="0">
        <a:lnSpc>
          <a:spcPct val="90000"/>
        </a:lnSpc>
        <a:spcBef>
          <a:spcPct val="30000"/>
        </a:spcBef>
        <a:spcAft>
          <a:spcPct val="0"/>
        </a:spcAft>
        <a:buClr>
          <a:schemeClr val="accent1"/>
        </a:buClr>
        <a:buSzPct val="90000"/>
        <a:buFont typeface="Arial" charset="0"/>
        <a:buChar char="•"/>
        <a:defRPr sz="2100">
          <a:solidFill>
            <a:schemeClr val="tx1"/>
          </a:solidFill>
          <a:latin typeface="+mn-lt"/>
          <a:ea typeface="+mn-ea"/>
          <a:sym typeface="Times New Roman" pitchFamily="18" charset="0"/>
        </a:defRPr>
      </a:lvl2pPr>
      <a:lvl3pPr marL="1179513" indent="-234950" algn="l" rtl="0" eaLnBrk="0" fontAlgn="base" hangingPunct="0">
        <a:lnSpc>
          <a:spcPct val="90000"/>
        </a:lnSpc>
        <a:spcBef>
          <a:spcPct val="30000"/>
        </a:spcBef>
        <a:spcAft>
          <a:spcPct val="0"/>
        </a:spcAft>
        <a:buClr>
          <a:schemeClr val="accent1"/>
        </a:buClr>
        <a:buSzPct val="90000"/>
        <a:buFont typeface="Arial" charset="0"/>
        <a:buChar char="•"/>
        <a:defRPr>
          <a:solidFill>
            <a:schemeClr val="tx1"/>
          </a:solidFill>
          <a:latin typeface="+mn-lt"/>
          <a:ea typeface="+mn-ea"/>
          <a:sym typeface="Times New Roman" pitchFamily="18" charset="0"/>
        </a:defRPr>
      </a:lvl3pPr>
      <a:lvl4pPr marL="1652588" indent="-234950" algn="l" rtl="0" eaLnBrk="0" fontAlgn="base" hangingPunct="0">
        <a:lnSpc>
          <a:spcPct val="90000"/>
        </a:lnSpc>
        <a:spcBef>
          <a:spcPct val="30000"/>
        </a:spcBef>
        <a:spcAft>
          <a:spcPct val="0"/>
        </a:spcAft>
        <a:buClr>
          <a:schemeClr val="accent1"/>
        </a:buClr>
        <a:buSzPct val="90000"/>
        <a:buFont typeface="Arial" charset="0"/>
        <a:buChar char="•"/>
        <a:defRPr sz="1700">
          <a:solidFill>
            <a:schemeClr val="tx1"/>
          </a:solidFill>
          <a:latin typeface="+mn-lt"/>
          <a:ea typeface="+mn-ea"/>
          <a:sym typeface="Times New Roman" pitchFamily="18" charset="0"/>
        </a:defRPr>
      </a:lvl4pPr>
      <a:lvl5pPr marL="2125663" indent="-234950" algn="l" rtl="0" eaLnBrk="0" fontAlgn="base" hangingPunct="0">
        <a:lnSpc>
          <a:spcPct val="90000"/>
        </a:lnSpc>
        <a:spcBef>
          <a:spcPct val="30000"/>
        </a:spcBef>
        <a:spcAft>
          <a:spcPct val="0"/>
        </a:spcAft>
        <a:buClr>
          <a:schemeClr val="accent1"/>
        </a:buClr>
        <a:buSzPct val="90000"/>
        <a:buFont typeface="Arial" charset="0"/>
        <a:buChar char="•"/>
        <a:defRPr sz="1700">
          <a:solidFill>
            <a:schemeClr val="tx1"/>
          </a:solidFill>
          <a:latin typeface="+mn-lt"/>
          <a:ea typeface="+mn-ea"/>
          <a:sym typeface="Times New Roman" pitchFamily="18" charset="0"/>
        </a:defRPr>
      </a:lvl5pPr>
      <a:lvl6pPr marL="2598336" indent="-236212" algn="l" rtl="0" fontAlgn="base">
        <a:lnSpc>
          <a:spcPct val="90000"/>
        </a:lnSpc>
        <a:spcBef>
          <a:spcPct val="30000"/>
        </a:spcBef>
        <a:spcAft>
          <a:spcPct val="0"/>
        </a:spcAft>
        <a:buClr>
          <a:schemeClr val="accent1"/>
        </a:buClr>
        <a:buSzPct val="90000"/>
        <a:buFont typeface="Arial" pitchFamily="34" charset="0"/>
        <a:buChar char="•"/>
        <a:defRPr sz="1700">
          <a:solidFill>
            <a:schemeClr val="tx1"/>
          </a:solidFill>
          <a:latin typeface="+mn-lt"/>
          <a:ea typeface="+mn-ea"/>
          <a:sym typeface="Times New Roman" pitchFamily="18" charset="0"/>
        </a:defRPr>
      </a:lvl6pPr>
      <a:lvl7pPr marL="3070761" indent="-236212" algn="l" rtl="0" fontAlgn="base">
        <a:lnSpc>
          <a:spcPct val="90000"/>
        </a:lnSpc>
        <a:spcBef>
          <a:spcPct val="30000"/>
        </a:spcBef>
        <a:spcAft>
          <a:spcPct val="0"/>
        </a:spcAft>
        <a:buClr>
          <a:schemeClr val="accent1"/>
        </a:buClr>
        <a:buSzPct val="90000"/>
        <a:buFont typeface="Arial" pitchFamily="34" charset="0"/>
        <a:buChar char="•"/>
        <a:defRPr sz="1700">
          <a:solidFill>
            <a:schemeClr val="tx1"/>
          </a:solidFill>
          <a:latin typeface="+mn-lt"/>
          <a:ea typeface="+mn-ea"/>
          <a:sym typeface="Times New Roman" pitchFamily="18" charset="0"/>
        </a:defRPr>
      </a:lvl7pPr>
      <a:lvl8pPr marL="3543186" indent="-236212" algn="l" rtl="0" fontAlgn="base">
        <a:lnSpc>
          <a:spcPct val="90000"/>
        </a:lnSpc>
        <a:spcBef>
          <a:spcPct val="30000"/>
        </a:spcBef>
        <a:spcAft>
          <a:spcPct val="0"/>
        </a:spcAft>
        <a:buClr>
          <a:schemeClr val="accent1"/>
        </a:buClr>
        <a:buSzPct val="90000"/>
        <a:buFont typeface="Arial" pitchFamily="34" charset="0"/>
        <a:buChar char="•"/>
        <a:defRPr sz="1700">
          <a:solidFill>
            <a:schemeClr val="tx1"/>
          </a:solidFill>
          <a:latin typeface="+mn-lt"/>
          <a:ea typeface="+mn-ea"/>
          <a:sym typeface="Times New Roman" pitchFamily="18" charset="0"/>
        </a:defRPr>
      </a:lvl8pPr>
      <a:lvl9pPr marL="4015610" indent="-236212" algn="l" rtl="0" fontAlgn="base">
        <a:lnSpc>
          <a:spcPct val="90000"/>
        </a:lnSpc>
        <a:spcBef>
          <a:spcPct val="30000"/>
        </a:spcBef>
        <a:spcAft>
          <a:spcPct val="0"/>
        </a:spcAft>
        <a:buClr>
          <a:schemeClr val="accent1"/>
        </a:buClr>
        <a:buSzPct val="90000"/>
        <a:buFont typeface="Arial" pitchFamily="34" charset="0"/>
        <a:buChar char="•"/>
        <a:defRPr sz="1700">
          <a:solidFill>
            <a:schemeClr val="tx1"/>
          </a:solidFill>
          <a:latin typeface="+mn-lt"/>
          <a:ea typeface="+mn-ea"/>
          <a:sym typeface="Times New Roman" pitchFamily="18" charset="0"/>
        </a:defRPr>
      </a:lvl9pPr>
    </p:bodyStyle>
    <p:otherStyle>
      <a:defPPr>
        <a:defRPr lang="zh-CN"/>
      </a:defPPr>
      <a:lvl1pPr marL="0" algn="l" defTabSz="944850" rtl="0" eaLnBrk="1" latinLnBrk="0" hangingPunct="1">
        <a:defRPr sz="1900" kern="1200">
          <a:solidFill>
            <a:schemeClr val="tx1"/>
          </a:solidFill>
          <a:latin typeface="+mn-lt"/>
          <a:ea typeface="+mn-ea"/>
          <a:cs typeface="+mn-cs"/>
        </a:defRPr>
      </a:lvl1pPr>
      <a:lvl2pPr marL="472425" algn="l" defTabSz="944850" rtl="0" eaLnBrk="1" latinLnBrk="0" hangingPunct="1">
        <a:defRPr sz="1900" kern="1200">
          <a:solidFill>
            <a:schemeClr val="tx1"/>
          </a:solidFill>
          <a:latin typeface="+mn-lt"/>
          <a:ea typeface="+mn-ea"/>
          <a:cs typeface="+mn-cs"/>
        </a:defRPr>
      </a:lvl2pPr>
      <a:lvl3pPr marL="944850" algn="l" defTabSz="944850" rtl="0" eaLnBrk="1" latinLnBrk="0" hangingPunct="1">
        <a:defRPr sz="1900" kern="1200">
          <a:solidFill>
            <a:schemeClr val="tx1"/>
          </a:solidFill>
          <a:latin typeface="+mn-lt"/>
          <a:ea typeface="+mn-ea"/>
          <a:cs typeface="+mn-cs"/>
        </a:defRPr>
      </a:lvl3pPr>
      <a:lvl4pPr marL="1417274" algn="l" defTabSz="944850" rtl="0" eaLnBrk="1" latinLnBrk="0" hangingPunct="1">
        <a:defRPr sz="1900" kern="1200">
          <a:solidFill>
            <a:schemeClr val="tx1"/>
          </a:solidFill>
          <a:latin typeface="+mn-lt"/>
          <a:ea typeface="+mn-ea"/>
          <a:cs typeface="+mn-cs"/>
        </a:defRPr>
      </a:lvl4pPr>
      <a:lvl5pPr marL="1889699" algn="l" defTabSz="944850" rtl="0" eaLnBrk="1" latinLnBrk="0" hangingPunct="1">
        <a:defRPr sz="1900" kern="1200">
          <a:solidFill>
            <a:schemeClr val="tx1"/>
          </a:solidFill>
          <a:latin typeface="+mn-lt"/>
          <a:ea typeface="+mn-ea"/>
          <a:cs typeface="+mn-cs"/>
        </a:defRPr>
      </a:lvl5pPr>
      <a:lvl6pPr marL="2362124" algn="l" defTabSz="944850" rtl="0" eaLnBrk="1" latinLnBrk="0" hangingPunct="1">
        <a:defRPr sz="1900" kern="1200">
          <a:solidFill>
            <a:schemeClr val="tx1"/>
          </a:solidFill>
          <a:latin typeface="+mn-lt"/>
          <a:ea typeface="+mn-ea"/>
          <a:cs typeface="+mn-cs"/>
        </a:defRPr>
      </a:lvl6pPr>
      <a:lvl7pPr marL="2834549" algn="l" defTabSz="944850" rtl="0" eaLnBrk="1" latinLnBrk="0" hangingPunct="1">
        <a:defRPr sz="1900" kern="1200">
          <a:solidFill>
            <a:schemeClr val="tx1"/>
          </a:solidFill>
          <a:latin typeface="+mn-lt"/>
          <a:ea typeface="+mn-ea"/>
          <a:cs typeface="+mn-cs"/>
        </a:defRPr>
      </a:lvl7pPr>
      <a:lvl8pPr marL="3306973" algn="l" defTabSz="944850" rtl="0" eaLnBrk="1" latinLnBrk="0" hangingPunct="1">
        <a:defRPr sz="1900" kern="1200">
          <a:solidFill>
            <a:schemeClr val="tx1"/>
          </a:solidFill>
          <a:latin typeface="+mn-lt"/>
          <a:ea typeface="+mn-ea"/>
          <a:cs typeface="+mn-cs"/>
        </a:defRPr>
      </a:lvl8pPr>
      <a:lvl9pPr marL="3779398" algn="l" defTabSz="94485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idx="4294967295"/>
          </p:nvPr>
        </p:nvSpPr>
        <p:spPr bwMode="auto">
          <a:xfrm>
            <a:off x="944563" y="517525"/>
            <a:ext cx="10712450" cy="1879600"/>
          </a:xfrm>
          <a:prstGeom prst="rect">
            <a:avLst/>
          </a:prstGeom>
          <a:noFill/>
          <a:ln w="9525">
            <a:noFill/>
            <a:miter lim="800000"/>
            <a:headEnd/>
            <a:tailEnd/>
          </a:ln>
        </p:spPr>
        <p:txBody>
          <a:bodyPr vert="horz" wrap="square" lIns="94485" tIns="47242" rIns="94485" bIns="47242" numCol="1" anchor="ctr" anchorCtr="0" compatLnSpc="1">
            <a:prstTxWarp prst="textNoShape">
              <a:avLst/>
            </a:prstTxWarp>
          </a:bodyPr>
          <a:lstStyle/>
          <a:p>
            <a:pPr lvl="0"/>
            <a:r>
              <a:rPr lang="zh-CN" altLang="zh-CN" smtClean="0">
                <a:sym typeface="Calibri Light" pitchFamily="34" charset="0"/>
              </a:rPr>
              <a:t>Click to edit Master title style</a:t>
            </a:r>
          </a:p>
        </p:txBody>
      </p:sp>
      <p:sp>
        <p:nvSpPr>
          <p:cNvPr id="2051" name="Text Placeholder 2"/>
          <p:cNvSpPr>
            <a:spLocks noGrp="1" noChangeArrowheads="1"/>
          </p:cNvSpPr>
          <p:nvPr>
            <p:ph type="body" idx="1"/>
          </p:nvPr>
        </p:nvSpPr>
        <p:spPr bwMode="auto">
          <a:xfrm>
            <a:off x="944563" y="2592388"/>
            <a:ext cx="10712450" cy="6169025"/>
          </a:xfrm>
          <a:prstGeom prst="rect">
            <a:avLst/>
          </a:prstGeom>
          <a:noFill/>
          <a:ln w="9525">
            <a:noFill/>
            <a:miter lim="800000"/>
            <a:headEnd/>
            <a:tailEnd/>
          </a:ln>
        </p:spPr>
        <p:txBody>
          <a:bodyPr vert="horz" wrap="square" lIns="94485" tIns="47242" rIns="94485" bIns="47242" numCol="1" anchor="t" anchorCtr="0" compatLnSpc="1">
            <a:prstTxWarp prst="textNoShape">
              <a:avLst/>
            </a:prstTxWarp>
          </a:bodyPr>
          <a:lstStyle/>
          <a:p>
            <a:pPr lvl="0"/>
            <a:r>
              <a:rPr lang="zh-CN" altLang="zh-CN" smtClean="0">
                <a:sym typeface="Calibri" pitchFamily="34" charset="0"/>
              </a:rPr>
              <a:t>Click to edit Master text styles</a:t>
            </a:r>
          </a:p>
          <a:p>
            <a:pPr lvl="1"/>
            <a:r>
              <a:rPr lang="zh-CN" altLang="zh-CN" smtClean="0">
                <a:sym typeface="Calibri" pitchFamily="34" charset="0"/>
              </a:rPr>
              <a:t>Second level</a:t>
            </a:r>
          </a:p>
          <a:p>
            <a:pPr lvl="2"/>
            <a:r>
              <a:rPr lang="zh-CN" altLang="zh-CN" smtClean="0">
                <a:sym typeface="Calibri" pitchFamily="34" charset="0"/>
              </a:rPr>
              <a:t>Third level</a:t>
            </a:r>
          </a:p>
          <a:p>
            <a:pPr lvl="3"/>
            <a:r>
              <a:rPr lang="zh-CN" altLang="zh-CN" smtClean="0">
                <a:sym typeface="Calibri" pitchFamily="34" charset="0"/>
              </a:rPr>
              <a:t>Fourth level</a:t>
            </a:r>
          </a:p>
          <a:p>
            <a:pPr lvl="4"/>
            <a:r>
              <a:rPr lang="zh-CN" altLang="zh-CN" smtClean="0">
                <a:sym typeface="Calibri" pitchFamily="34" charset="0"/>
              </a:rPr>
              <a:t>Fifth level</a:t>
            </a:r>
          </a:p>
        </p:txBody>
      </p:sp>
      <p:sp>
        <p:nvSpPr>
          <p:cNvPr id="2052" name="Date Placeholder 3"/>
          <p:cNvSpPr>
            <a:spLocks noGrp="1" noChangeArrowheads="1"/>
          </p:cNvSpPr>
          <p:nvPr>
            <p:ph type="dt" sz="half" idx="2"/>
          </p:nvPr>
        </p:nvSpPr>
        <p:spPr bwMode="auto">
          <a:xfrm>
            <a:off x="944563" y="9010650"/>
            <a:ext cx="2835275"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defRPr sz="1100">
                <a:solidFill>
                  <a:srgbClr val="595959"/>
                </a:solidFill>
                <a:latin typeface="Arial" pitchFamily="34" charset="0"/>
              </a:defRPr>
            </a:lvl1pPr>
          </a:lstStyle>
          <a:p>
            <a:pPr>
              <a:defRPr/>
            </a:pPr>
            <a:fld id="{C1310D90-129B-4AF0-9761-FE0B9259753A}" type="datetime1">
              <a:rPr lang="zh-CN" altLang="en-US"/>
              <a:pPr>
                <a:defRPr/>
              </a:pPr>
              <a:t>2019/7/26 Friday</a:t>
            </a:fld>
            <a:endParaRPr lang="zh-CN" altLang="en-US" sz="1900">
              <a:solidFill>
                <a:schemeClr val="tx1"/>
              </a:solidFill>
            </a:endParaRPr>
          </a:p>
        </p:txBody>
      </p:sp>
      <p:sp>
        <p:nvSpPr>
          <p:cNvPr id="2053" name="Footer Placeholder 4"/>
          <p:cNvSpPr>
            <a:spLocks noGrp="1" noChangeArrowheads="1"/>
          </p:cNvSpPr>
          <p:nvPr>
            <p:ph type="ftr" sz="quarter" idx="3"/>
          </p:nvPr>
        </p:nvSpPr>
        <p:spPr bwMode="auto">
          <a:xfrm>
            <a:off x="4178300" y="9010650"/>
            <a:ext cx="4252913"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lgn="ctr">
              <a:defRPr sz="1100">
                <a:solidFill>
                  <a:srgbClr val="595959"/>
                </a:solidFill>
                <a:latin typeface="Arial" pitchFamily="34" charset="0"/>
              </a:defRPr>
            </a:lvl1pPr>
          </a:lstStyle>
          <a:p>
            <a:pPr>
              <a:defRPr/>
            </a:pPr>
            <a:endParaRPr lang="zh-CN" altLang="zh-CN"/>
          </a:p>
        </p:txBody>
      </p:sp>
      <p:sp>
        <p:nvSpPr>
          <p:cNvPr id="2054" name="Slide Number Placeholder 5"/>
          <p:cNvSpPr>
            <a:spLocks noGrp="1" noChangeArrowheads="1"/>
          </p:cNvSpPr>
          <p:nvPr>
            <p:ph type="sldNum" sz="quarter" idx="4"/>
          </p:nvPr>
        </p:nvSpPr>
        <p:spPr bwMode="auto">
          <a:xfrm>
            <a:off x="8821738" y="9010650"/>
            <a:ext cx="2835275"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4485" tIns="47242" rIns="94485" bIns="47242" numCol="1" anchor="ctr" anchorCtr="0" compatLnSpc="1">
            <a:prstTxWarp prst="textNoShape">
              <a:avLst/>
            </a:prstTxWarp>
          </a:bodyPr>
          <a:lstStyle>
            <a:lvl1pPr algn="r">
              <a:defRPr sz="1100">
                <a:solidFill>
                  <a:srgbClr val="898989"/>
                </a:solidFill>
                <a:latin typeface="Arial" pitchFamily="34" charset="0"/>
              </a:defRPr>
            </a:lvl1pPr>
          </a:lstStyle>
          <a:p>
            <a:pPr>
              <a:defRPr/>
            </a:pPr>
            <a:fld id="{7C3368C8-2480-484F-AFC9-175566259316}" type="slidenum">
              <a:rPr lang="zh-CN" altLang="en-US"/>
              <a:pPr>
                <a:defRPr/>
              </a:pPr>
              <a:t>‹#›</a:t>
            </a:fld>
            <a:endParaRPr lang="zh-CN" altLang="en-US" sz="1900">
              <a:solidFill>
                <a:schemeClr val="tx1"/>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p:txStyles>
    <p:titleStyle>
      <a:lvl1pPr marL="944563" indent="-944563" algn="l" rtl="0" eaLnBrk="0" fontAlgn="base" hangingPunct="0">
        <a:lnSpc>
          <a:spcPct val="90000"/>
        </a:lnSpc>
        <a:spcBef>
          <a:spcPct val="0"/>
        </a:spcBef>
        <a:spcAft>
          <a:spcPct val="0"/>
        </a:spcAft>
        <a:defRPr sz="4500">
          <a:solidFill>
            <a:schemeClr val="tx1"/>
          </a:solidFill>
          <a:latin typeface="+mj-lt"/>
          <a:ea typeface="+mj-ea"/>
          <a:cs typeface="+mj-cs"/>
          <a:sym typeface="Calibri Light" pitchFamily="34" charset="0"/>
        </a:defRPr>
      </a:lvl1pPr>
      <a:lvl2pPr marL="944563" indent="-944563" algn="l" rtl="0" eaLnBrk="0" fontAlgn="base" hangingPunct="0">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2pPr>
      <a:lvl3pPr marL="944563" indent="-944563" algn="l" rtl="0" eaLnBrk="0" fontAlgn="base" hangingPunct="0">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3pPr>
      <a:lvl4pPr marL="944563" indent="-944563" algn="l" rtl="0" eaLnBrk="0" fontAlgn="base" hangingPunct="0">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4pPr>
      <a:lvl5pPr marL="944563" indent="-944563" algn="l" rtl="0" eaLnBrk="0" fontAlgn="base" hangingPunct="0">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5pPr>
      <a:lvl6pPr marL="1417274" indent="-944850" algn="l" rtl="0" fontAlgn="base">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6pPr>
      <a:lvl7pPr marL="1889699" indent="-944850" algn="l" rtl="0" fontAlgn="base">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7pPr>
      <a:lvl8pPr marL="2362124" indent="-944850" algn="l" rtl="0" fontAlgn="base">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8pPr>
      <a:lvl9pPr marL="2834549" indent="-944850" algn="l" rtl="0" fontAlgn="base">
        <a:lnSpc>
          <a:spcPct val="90000"/>
        </a:lnSpc>
        <a:spcBef>
          <a:spcPct val="0"/>
        </a:spcBef>
        <a:spcAft>
          <a:spcPct val="0"/>
        </a:spcAft>
        <a:defRPr sz="4500">
          <a:solidFill>
            <a:schemeClr val="tx1"/>
          </a:solidFill>
          <a:latin typeface="Calibri Light" pitchFamily="34" charset="0"/>
          <a:ea typeface="宋体" pitchFamily="2" charset="-122"/>
          <a:sym typeface="Calibri Light" pitchFamily="34" charset="0"/>
        </a:defRPr>
      </a:lvl9pPr>
    </p:titleStyle>
    <p:bodyStyle>
      <a:lvl1pPr marL="234950" indent="-234950" algn="l" rtl="0" eaLnBrk="0" fontAlgn="base" hangingPunct="0">
        <a:lnSpc>
          <a:spcPct val="90000"/>
        </a:lnSpc>
        <a:spcBef>
          <a:spcPts val="1038"/>
        </a:spcBef>
        <a:spcAft>
          <a:spcPct val="0"/>
        </a:spcAft>
        <a:buFont typeface="Wingdings 2" pitchFamily="18" charset="2"/>
        <a:buChar char=""/>
        <a:defRPr sz="2900">
          <a:solidFill>
            <a:schemeClr val="tx1"/>
          </a:solidFill>
          <a:latin typeface="+mn-lt"/>
          <a:ea typeface="+mn-ea"/>
          <a:cs typeface="+mn-cs"/>
          <a:sym typeface="Calibri" pitchFamily="34" charset="0"/>
        </a:defRPr>
      </a:lvl1pPr>
      <a:lvl2pPr marL="708025" indent="-234950" algn="l" rtl="0" eaLnBrk="0" fontAlgn="base" hangingPunct="0">
        <a:lnSpc>
          <a:spcPct val="90000"/>
        </a:lnSpc>
        <a:spcBef>
          <a:spcPts val="513"/>
        </a:spcBef>
        <a:spcAft>
          <a:spcPct val="0"/>
        </a:spcAft>
        <a:buFont typeface="Wingdings 2" pitchFamily="18" charset="2"/>
        <a:buChar char=""/>
        <a:defRPr sz="2500">
          <a:solidFill>
            <a:schemeClr val="tx1"/>
          </a:solidFill>
          <a:latin typeface="+mn-lt"/>
          <a:ea typeface="+mn-ea"/>
          <a:sym typeface="Calibri" pitchFamily="34" charset="0"/>
        </a:defRPr>
      </a:lvl2pPr>
      <a:lvl3pPr marL="1179513" indent="-234950" algn="l" rtl="0" eaLnBrk="0" fontAlgn="base" hangingPunct="0">
        <a:lnSpc>
          <a:spcPct val="90000"/>
        </a:lnSpc>
        <a:spcBef>
          <a:spcPts val="513"/>
        </a:spcBef>
        <a:spcAft>
          <a:spcPct val="0"/>
        </a:spcAft>
        <a:buFont typeface="Wingdings 2" pitchFamily="18" charset="2"/>
        <a:buChar char=""/>
        <a:defRPr sz="2100">
          <a:solidFill>
            <a:schemeClr val="tx1"/>
          </a:solidFill>
          <a:latin typeface="+mn-lt"/>
          <a:ea typeface="+mn-ea"/>
          <a:sym typeface="Calibri" pitchFamily="34" charset="0"/>
        </a:defRPr>
      </a:lvl3pPr>
      <a:lvl4pPr marL="1652588" indent="-234950" algn="l" rtl="0" eaLnBrk="0" fontAlgn="base" hangingPunct="0">
        <a:lnSpc>
          <a:spcPct val="90000"/>
        </a:lnSpc>
        <a:spcBef>
          <a:spcPts val="513"/>
        </a:spcBef>
        <a:spcAft>
          <a:spcPct val="0"/>
        </a:spcAft>
        <a:buFont typeface="Wingdings 2" pitchFamily="18" charset="2"/>
        <a:buChar char=""/>
        <a:defRPr>
          <a:solidFill>
            <a:schemeClr val="tx1"/>
          </a:solidFill>
          <a:latin typeface="+mn-lt"/>
          <a:ea typeface="+mn-ea"/>
          <a:sym typeface="Calibri" pitchFamily="34" charset="0"/>
        </a:defRPr>
      </a:lvl4pPr>
      <a:lvl5pPr marL="2125663" indent="-234950" algn="l" rtl="0" eaLnBrk="0" fontAlgn="base" hangingPunct="0">
        <a:lnSpc>
          <a:spcPct val="90000"/>
        </a:lnSpc>
        <a:spcBef>
          <a:spcPts val="513"/>
        </a:spcBef>
        <a:spcAft>
          <a:spcPct val="0"/>
        </a:spcAft>
        <a:buFont typeface="Wingdings 2" pitchFamily="18" charset="2"/>
        <a:buChar char=""/>
        <a:defRPr>
          <a:solidFill>
            <a:schemeClr val="tx1"/>
          </a:solidFill>
          <a:latin typeface="+mn-lt"/>
          <a:ea typeface="+mn-ea"/>
          <a:sym typeface="Calibri" pitchFamily="34" charset="0"/>
        </a:defRPr>
      </a:lvl5pPr>
      <a:lvl6pPr marL="2598336" indent="-236212" algn="l" rtl="0" fontAlgn="base">
        <a:lnSpc>
          <a:spcPct val="90000"/>
        </a:lnSpc>
        <a:spcBef>
          <a:spcPts val="517"/>
        </a:spcBef>
        <a:spcAft>
          <a:spcPct val="0"/>
        </a:spcAft>
        <a:buFont typeface="Wingdings 2" pitchFamily="18" charset="2"/>
        <a:buChar char=""/>
        <a:defRPr>
          <a:solidFill>
            <a:schemeClr val="tx1"/>
          </a:solidFill>
          <a:latin typeface="+mn-lt"/>
          <a:ea typeface="+mn-ea"/>
          <a:sym typeface="Calibri" pitchFamily="34" charset="0"/>
        </a:defRPr>
      </a:lvl6pPr>
      <a:lvl7pPr marL="3070761" indent="-236212" algn="l" rtl="0" fontAlgn="base">
        <a:lnSpc>
          <a:spcPct val="90000"/>
        </a:lnSpc>
        <a:spcBef>
          <a:spcPts val="517"/>
        </a:spcBef>
        <a:spcAft>
          <a:spcPct val="0"/>
        </a:spcAft>
        <a:buFont typeface="Wingdings 2" pitchFamily="18" charset="2"/>
        <a:buChar char=""/>
        <a:defRPr>
          <a:solidFill>
            <a:schemeClr val="tx1"/>
          </a:solidFill>
          <a:latin typeface="+mn-lt"/>
          <a:ea typeface="+mn-ea"/>
          <a:sym typeface="Calibri" pitchFamily="34" charset="0"/>
        </a:defRPr>
      </a:lvl7pPr>
      <a:lvl8pPr marL="3543186" indent="-236212" algn="l" rtl="0" fontAlgn="base">
        <a:lnSpc>
          <a:spcPct val="90000"/>
        </a:lnSpc>
        <a:spcBef>
          <a:spcPts val="517"/>
        </a:spcBef>
        <a:spcAft>
          <a:spcPct val="0"/>
        </a:spcAft>
        <a:buFont typeface="Wingdings 2" pitchFamily="18" charset="2"/>
        <a:buChar char=""/>
        <a:defRPr>
          <a:solidFill>
            <a:schemeClr val="tx1"/>
          </a:solidFill>
          <a:latin typeface="+mn-lt"/>
          <a:ea typeface="+mn-ea"/>
          <a:sym typeface="Calibri" pitchFamily="34" charset="0"/>
        </a:defRPr>
      </a:lvl8pPr>
      <a:lvl9pPr marL="4015610" indent="-236212" algn="l" rtl="0" fontAlgn="base">
        <a:lnSpc>
          <a:spcPct val="90000"/>
        </a:lnSpc>
        <a:spcBef>
          <a:spcPts val="517"/>
        </a:spcBef>
        <a:spcAft>
          <a:spcPct val="0"/>
        </a:spcAft>
        <a:buFont typeface="Wingdings 2" pitchFamily="18" charset="2"/>
        <a:buChar char=""/>
        <a:defRPr>
          <a:solidFill>
            <a:schemeClr val="tx1"/>
          </a:solidFill>
          <a:latin typeface="+mn-lt"/>
          <a:ea typeface="+mn-ea"/>
          <a:sym typeface="Calibri" pitchFamily="34" charset="0"/>
        </a:defRPr>
      </a:lvl9pPr>
    </p:bodyStyle>
    <p:otherStyle>
      <a:defPPr>
        <a:defRPr lang="zh-CN"/>
      </a:defPPr>
      <a:lvl1pPr marL="0" algn="l" defTabSz="944850" rtl="0" eaLnBrk="1" latinLnBrk="0" hangingPunct="1">
        <a:defRPr sz="1900" kern="1200">
          <a:solidFill>
            <a:schemeClr val="tx1"/>
          </a:solidFill>
          <a:latin typeface="+mn-lt"/>
          <a:ea typeface="+mn-ea"/>
          <a:cs typeface="+mn-cs"/>
        </a:defRPr>
      </a:lvl1pPr>
      <a:lvl2pPr marL="472425" algn="l" defTabSz="944850" rtl="0" eaLnBrk="1" latinLnBrk="0" hangingPunct="1">
        <a:defRPr sz="1900" kern="1200">
          <a:solidFill>
            <a:schemeClr val="tx1"/>
          </a:solidFill>
          <a:latin typeface="+mn-lt"/>
          <a:ea typeface="+mn-ea"/>
          <a:cs typeface="+mn-cs"/>
        </a:defRPr>
      </a:lvl2pPr>
      <a:lvl3pPr marL="944850" algn="l" defTabSz="944850" rtl="0" eaLnBrk="1" latinLnBrk="0" hangingPunct="1">
        <a:defRPr sz="1900" kern="1200">
          <a:solidFill>
            <a:schemeClr val="tx1"/>
          </a:solidFill>
          <a:latin typeface="+mn-lt"/>
          <a:ea typeface="+mn-ea"/>
          <a:cs typeface="+mn-cs"/>
        </a:defRPr>
      </a:lvl3pPr>
      <a:lvl4pPr marL="1417274" algn="l" defTabSz="944850" rtl="0" eaLnBrk="1" latinLnBrk="0" hangingPunct="1">
        <a:defRPr sz="1900" kern="1200">
          <a:solidFill>
            <a:schemeClr val="tx1"/>
          </a:solidFill>
          <a:latin typeface="+mn-lt"/>
          <a:ea typeface="+mn-ea"/>
          <a:cs typeface="+mn-cs"/>
        </a:defRPr>
      </a:lvl4pPr>
      <a:lvl5pPr marL="1889699" algn="l" defTabSz="944850" rtl="0" eaLnBrk="1" latinLnBrk="0" hangingPunct="1">
        <a:defRPr sz="1900" kern="1200">
          <a:solidFill>
            <a:schemeClr val="tx1"/>
          </a:solidFill>
          <a:latin typeface="+mn-lt"/>
          <a:ea typeface="+mn-ea"/>
          <a:cs typeface="+mn-cs"/>
        </a:defRPr>
      </a:lvl5pPr>
      <a:lvl6pPr marL="2362124" algn="l" defTabSz="944850" rtl="0" eaLnBrk="1" latinLnBrk="0" hangingPunct="1">
        <a:defRPr sz="1900" kern="1200">
          <a:solidFill>
            <a:schemeClr val="tx1"/>
          </a:solidFill>
          <a:latin typeface="+mn-lt"/>
          <a:ea typeface="+mn-ea"/>
          <a:cs typeface="+mn-cs"/>
        </a:defRPr>
      </a:lvl6pPr>
      <a:lvl7pPr marL="2834549" algn="l" defTabSz="944850" rtl="0" eaLnBrk="1" latinLnBrk="0" hangingPunct="1">
        <a:defRPr sz="1900" kern="1200">
          <a:solidFill>
            <a:schemeClr val="tx1"/>
          </a:solidFill>
          <a:latin typeface="+mn-lt"/>
          <a:ea typeface="+mn-ea"/>
          <a:cs typeface="+mn-cs"/>
        </a:defRPr>
      </a:lvl7pPr>
      <a:lvl8pPr marL="3306973" algn="l" defTabSz="944850" rtl="0" eaLnBrk="1" latinLnBrk="0" hangingPunct="1">
        <a:defRPr sz="1900" kern="1200">
          <a:solidFill>
            <a:schemeClr val="tx1"/>
          </a:solidFill>
          <a:latin typeface="+mn-lt"/>
          <a:ea typeface="+mn-ea"/>
          <a:cs typeface="+mn-cs"/>
        </a:defRPr>
      </a:lvl8pPr>
      <a:lvl9pPr marL="3779398" algn="l" defTabSz="94485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2.xml"/><Relationship Id="rId5" Type="http://schemas.openxmlformats.org/officeDocument/2006/relationships/image" Target="../media/image14.emf"/><Relationship Id="rId4" Type="http://schemas.openxmlformats.org/officeDocument/2006/relationships/image" Target="../media/image13.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4275" name="Content Placeholder 2"/>
          <p:cNvSpPr>
            <a:spLocks noGrp="1" noChangeArrowheads="1"/>
          </p:cNvSpPr>
          <p:nvPr>
            <p:ph idx="4294967295"/>
          </p:nvPr>
        </p:nvSpPr>
        <p:spPr/>
        <p:txBody>
          <a:bodyPr/>
          <a:lstStyle/>
          <a:p>
            <a:pPr eaLnBrk="1" hangingPunct="1">
              <a:lnSpc>
                <a:spcPct val="150000"/>
              </a:lnSpc>
              <a:spcBef>
                <a:spcPts val="1000"/>
              </a:spcBef>
              <a:spcAft>
                <a:spcPts val="1000"/>
              </a:spcAft>
              <a:defRPr/>
            </a:pPr>
            <a:r>
              <a:rPr lang="zh-CN" altLang="en-US" sz="3200" b="1" dirty="0" smtClean="0">
                <a:latin typeface="+mn-ea"/>
              </a:rPr>
              <a:t>时间序列的概念</a:t>
            </a:r>
            <a:endParaRPr lang="en-US" altLang="zh-CN" sz="3200" b="1" dirty="0" smtClean="0">
              <a:latin typeface="+mn-ea"/>
            </a:endParaRPr>
          </a:p>
          <a:p>
            <a:pPr eaLnBrk="1" hangingPunct="1">
              <a:lnSpc>
                <a:spcPct val="150000"/>
              </a:lnSpc>
              <a:spcBef>
                <a:spcPts val="1000"/>
              </a:spcBef>
              <a:spcAft>
                <a:spcPts val="1000"/>
              </a:spcAft>
              <a:defRPr/>
            </a:pPr>
            <a:r>
              <a:rPr lang="zh-CN" altLang="en-US" sz="3200" b="1" dirty="0" smtClean="0">
                <a:latin typeface="+mn-ea"/>
              </a:rPr>
              <a:t>预测的概念</a:t>
            </a:r>
            <a:endParaRPr lang="en-US" altLang="zh-CN" sz="3200" b="1" dirty="0" smtClean="0">
              <a:latin typeface="+mn-ea"/>
            </a:endParaRPr>
          </a:p>
          <a:p>
            <a:pPr eaLnBrk="1" hangingPunct="1">
              <a:lnSpc>
                <a:spcPct val="150000"/>
              </a:lnSpc>
              <a:spcBef>
                <a:spcPts val="1000"/>
              </a:spcBef>
              <a:spcAft>
                <a:spcPts val="1000"/>
              </a:spcAft>
              <a:defRPr/>
            </a:pPr>
            <a:r>
              <a:rPr lang="zh-CN" altLang="en-US" sz="3200" b="1" dirty="0" smtClean="0">
                <a:latin typeface="+mn-ea"/>
              </a:rPr>
              <a:t>马尔科夫相关概念</a:t>
            </a:r>
            <a:endParaRPr lang="en-US" altLang="zh-CN" sz="3200" b="1" dirty="0" smtClean="0">
              <a:latin typeface="+mn-ea"/>
            </a:endParaRPr>
          </a:p>
          <a:p>
            <a:pPr eaLnBrk="1" hangingPunct="1">
              <a:lnSpc>
                <a:spcPct val="150000"/>
              </a:lnSpc>
              <a:spcBef>
                <a:spcPts val="1000"/>
              </a:spcBef>
              <a:spcAft>
                <a:spcPts val="1000"/>
              </a:spcAft>
              <a:defRPr/>
            </a:pPr>
            <a:r>
              <a:rPr lang="zh-CN" altLang="en-US" sz="3200" b="1" dirty="0" smtClean="0">
                <a:latin typeface="+mn-ea"/>
              </a:rPr>
              <a:t>应用举例</a:t>
            </a:r>
            <a:endParaRPr lang="en-US" altLang="zh-CN" sz="3200" b="1" dirty="0" smtClean="0">
              <a:latin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6323" name="Content Placeholder 2"/>
          <p:cNvSpPr>
            <a:spLocks noGrp="1" noChangeArrowheads="1"/>
          </p:cNvSpPr>
          <p:nvPr>
            <p:ph idx="4294967295"/>
          </p:nvPr>
        </p:nvSpPr>
        <p:spPr/>
        <p:txBody>
          <a:bodyPr/>
          <a:lstStyle/>
          <a:p>
            <a:pPr marL="236212" indent="-236212" eaLnBrk="1" hangingPunct="1">
              <a:lnSpc>
                <a:spcPts val="3500"/>
              </a:lnSpc>
              <a:spcBef>
                <a:spcPts val="1000"/>
              </a:spcBef>
              <a:spcAft>
                <a:spcPts val="1000"/>
              </a:spcAft>
              <a:defRPr/>
            </a:pPr>
            <a:r>
              <a:rPr lang="zh-CN" altLang="en-US" sz="3200" b="1" dirty="0" smtClean="0">
                <a:latin typeface="+mn-ea"/>
              </a:rPr>
              <a:t>时间序列的概念</a:t>
            </a:r>
            <a:endParaRPr lang="en-US" altLang="zh-CN" sz="3200" b="1" dirty="0" smtClean="0">
              <a:latin typeface="+mn-ea"/>
            </a:endParaRPr>
          </a:p>
          <a:p>
            <a:pPr marL="0" indent="0" eaLnBrk="1" hangingPunct="1">
              <a:lnSpc>
                <a:spcPts val="3500"/>
              </a:lnSpc>
              <a:spcBef>
                <a:spcPts val="1000"/>
              </a:spcBef>
              <a:spcAft>
                <a:spcPts val="1000"/>
              </a:spcAft>
              <a:buFont typeface="Wingdings 2" pitchFamily="18" charset="2"/>
              <a:buNone/>
              <a:defRPr/>
            </a:pPr>
            <a:r>
              <a:rPr lang="zh-CN" altLang="en-US" dirty="0" smtClean="0">
                <a:latin typeface="+mn-ea"/>
              </a:rPr>
              <a:t>   一个随着变量</a:t>
            </a:r>
            <a:r>
              <a:rPr lang="en-US" altLang="zh-CN" dirty="0" smtClean="0">
                <a:latin typeface="+mn-ea"/>
              </a:rPr>
              <a:t>t</a:t>
            </a:r>
            <a:r>
              <a:rPr lang="zh-CN" altLang="en-US" dirty="0" smtClean="0">
                <a:latin typeface="+mn-ea"/>
              </a:rPr>
              <a:t>变化的量</a:t>
            </a:r>
            <a:r>
              <a:rPr lang="en-US" altLang="zh-CN" dirty="0">
                <a:latin typeface="+mn-ea"/>
              </a:rPr>
              <a:t>y</a:t>
            </a:r>
            <a:r>
              <a:rPr lang="en-US" altLang="zh-CN" dirty="0" smtClean="0">
                <a:latin typeface="+mn-ea"/>
              </a:rPr>
              <a:t>(t)</a:t>
            </a:r>
            <a:r>
              <a:rPr lang="zh-CN" altLang="en-US" dirty="0" smtClean="0">
                <a:latin typeface="+mn-ea"/>
              </a:rPr>
              <a:t>，在</a:t>
            </a:r>
            <a:r>
              <a:rPr lang="en-US" altLang="zh-CN" dirty="0">
                <a:latin typeface="+mn-ea"/>
              </a:rPr>
              <a:t>t</a:t>
            </a:r>
            <a:r>
              <a:rPr lang="en-US" altLang="zh-CN" baseline="-25000" dirty="0">
                <a:latin typeface="+mn-ea"/>
              </a:rPr>
              <a:t>1</a:t>
            </a:r>
            <a:r>
              <a:rPr lang="en-US" altLang="zh-CN" dirty="0">
                <a:latin typeface="+mn-ea"/>
              </a:rPr>
              <a:t>&lt;t</a:t>
            </a:r>
            <a:r>
              <a:rPr lang="en-US" altLang="zh-CN" baseline="-25000" dirty="0">
                <a:latin typeface="+mn-ea"/>
              </a:rPr>
              <a:t>2</a:t>
            </a:r>
            <a:r>
              <a:rPr lang="en-US" altLang="zh-CN" dirty="0">
                <a:latin typeface="+mn-ea"/>
              </a:rPr>
              <a:t>&lt;</a:t>
            </a:r>
            <a:r>
              <a:rPr lang="zh-CN" altLang="zh-CN" dirty="0">
                <a:latin typeface="+mn-ea"/>
              </a:rPr>
              <a:t>…</a:t>
            </a:r>
            <a:r>
              <a:rPr lang="en-US" altLang="zh-CN" dirty="0">
                <a:latin typeface="+mn-ea"/>
              </a:rPr>
              <a:t>&lt;</a:t>
            </a:r>
            <a:r>
              <a:rPr lang="en-US" altLang="zh-CN" dirty="0" err="1">
                <a:latin typeface="+mn-ea"/>
              </a:rPr>
              <a:t>t</a:t>
            </a:r>
            <a:r>
              <a:rPr lang="en-US" altLang="zh-CN" baseline="-25000" dirty="0" err="1">
                <a:latin typeface="+mn-ea"/>
              </a:rPr>
              <a:t>N</a:t>
            </a:r>
            <a:r>
              <a:rPr lang="en-US" altLang="zh-CN" dirty="0">
                <a:latin typeface="+mn-ea"/>
              </a:rPr>
              <a:t>&lt;</a:t>
            </a:r>
            <a:r>
              <a:rPr lang="zh-CN" altLang="zh-CN" dirty="0" smtClean="0">
                <a:latin typeface="+mn-ea"/>
              </a:rPr>
              <a:t>…</a:t>
            </a:r>
            <a:r>
              <a:rPr lang="zh-CN" altLang="en-US" dirty="0" smtClean="0">
                <a:latin typeface="+mn-ea"/>
              </a:rPr>
              <a:t>处的观测值</a:t>
            </a:r>
            <a:endParaRPr lang="en-US" altLang="zh-CN" dirty="0" smtClean="0">
              <a:latin typeface="+mn-ea"/>
            </a:endParaRPr>
          </a:p>
          <a:p>
            <a:pPr marL="0" indent="0" eaLnBrk="1" hangingPunct="1">
              <a:lnSpc>
                <a:spcPts val="3500"/>
              </a:lnSpc>
              <a:spcBef>
                <a:spcPts val="1000"/>
              </a:spcBef>
              <a:spcAft>
                <a:spcPts val="1000"/>
              </a:spcAft>
              <a:buFont typeface="Wingdings 2" pitchFamily="18" charset="2"/>
              <a:buNone/>
              <a:defRPr/>
            </a:pPr>
            <a:r>
              <a:rPr lang="en-US" altLang="zh-CN" dirty="0">
                <a:latin typeface="+mn-ea"/>
              </a:rPr>
              <a:t> </a:t>
            </a:r>
            <a:r>
              <a:rPr lang="en-US" altLang="zh-CN" dirty="0" smtClean="0">
                <a:latin typeface="+mn-ea"/>
              </a:rPr>
              <a:t>                y(t</a:t>
            </a:r>
            <a:r>
              <a:rPr lang="en-US" altLang="zh-CN" baseline="-25000" dirty="0" smtClean="0">
                <a:latin typeface="+mn-ea"/>
              </a:rPr>
              <a:t>1</a:t>
            </a:r>
            <a:r>
              <a:rPr lang="en-US" altLang="zh-CN" dirty="0" smtClean="0">
                <a:latin typeface="+mn-ea"/>
              </a:rPr>
              <a:t>)</a:t>
            </a:r>
            <a:r>
              <a:rPr lang="zh-CN" altLang="en-US" dirty="0" smtClean="0">
                <a:latin typeface="+mn-ea"/>
              </a:rPr>
              <a:t>，</a:t>
            </a:r>
            <a:r>
              <a:rPr lang="en-US" altLang="zh-CN" dirty="0" smtClean="0">
                <a:latin typeface="+mn-ea"/>
              </a:rPr>
              <a:t>y(t</a:t>
            </a:r>
            <a:r>
              <a:rPr lang="en-US" altLang="zh-CN" baseline="-25000" dirty="0" smtClean="0">
                <a:latin typeface="+mn-ea"/>
              </a:rPr>
              <a:t>2</a:t>
            </a:r>
            <a:r>
              <a:rPr lang="en-US" altLang="zh-CN" dirty="0" smtClean="0">
                <a:latin typeface="+mn-ea"/>
              </a:rPr>
              <a:t>)</a:t>
            </a:r>
            <a:r>
              <a:rPr lang="zh-CN" altLang="en-US" dirty="0" smtClean="0">
                <a:latin typeface="+mn-ea"/>
              </a:rPr>
              <a:t>，</a:t>
            </a:r>
            <a:r>
              <a:rPr lang="zh-CN" altLang="zh-CN" dirty="0" smtClean="0">
                <a:latin typeface="+mn-ea"/>
              </a:rPr>
              <a:t>…</a:t>
            </a:r>
            <a:r>
              <a:rPr lang="en-US" altLang="zh-CN" dirty="0" smtClean="0">
                <a:latin typeface="+mn-ea"/>
              </a:rPr>
              <a:t> </a:t>
            </a:r>
            <a:r>
              <a:rPr lang="zh-CN" altLang="en-US" dirty="0" smtClean="0">
                <a:latin typeface="+mn-ea"/>
              </a:rPr>
              <a:t>，</a:t>
            </a:r>
            <a:r>
              <a:rPr lang="en-US" altLang="zh-CN" dirty="0" smtClean="0">
                <a:latin typeface="+mn-ea"/>
              </a:rPr>
              <a:t>y(</a:t>
            </a:r>
            <a:r>
              <a:rPr lang="en-US" altLang="zh-CN" dirty="0" err="1" smtClean="0">
                <a:latin typeface="+mn-ea"/>
              </a:rPr>
              <a:t>t</a:t>
            </a:r>
            <a:r>
              <a:rPr lang="en-US" altLang="zh-CN" baseline="-25000" dirty="0" err="1" smtClean="0">
                <a:latin typeface="+mn-ea"/>
              </a:rPr>
              <a:t>N</a:t>
            </a:r>
            <a:r>
              <a:rPr lang="en-US" altLang="zh-CN" dirty="0" smtClean="0">
                <a:latin typeface="+mn-ea"/>
              </a:rPr>
              <a:t>)</a:t>
            </a:r>
            <a:r>
              <a:rPr lang="zh-CN" altLang="en-US" dirty="0" smtClean="0">
                <a:latin typeface="+mn-ea"/>
              </a:rPr>
              <a:t>，</a:t>
            </a:r>
            <a:r>
              <a:rPr lang="zh-CN" altLang="zh-CN" dirty="0" smtClean="0">
                <a:latin typeface="+mn-ea"/>
              </a:rPr>
              <a:t>…</a:t>
            </a:r>
            <a:endParaRPr lang="en-US" altLang="zh-CN" dirty="0" smtClean="0">
              <a:latin typeface="+mn-ea"/>
            </a:endParaRPr>
          </a:p>
          <a:p>
            <a:pPr marL="0" indent="0" eaLnBrk="1" hangingPunct="1">
              <a:lnSpc>
                <a:spcPts val="3500"/>
              </a:lnSpc>
              <a:spcBef>
                <a:spcPts val="1000"/>
              </a:spcBef>
              <a:spcAft>
                <a:spcPts val="1000"/>
              </a:spcAft>
              <a:buFont typeface="Wingdings 2" pitchFamily="18" charset="2"/>
              <a:buNone/>
              <a:defRPr/>
            </a:pPr>
            <a:r>
              <a:rPr lang="zh-CN" altLang="en-US" dirty="0" smtClean="0">
                <a:latin typeface="+mn-ea"/>
              </a:rPr>
              <a:t>组成的离散有序集合，称为一个</a:t>
            </a:r>
            <a:r>
              <a:rPr lang="zh-CN" altLang="en-US" dirty="0" smtClean="0">
                <a:solidFill>
                  <a:srgbClr val="E58505"/>
                </a:solidFill>
                <a:latin typeface="+mn-ea"/>
              </a:rPr>
              <a:t>时间序列</a:t>
            </a:r>
            <a:r>
              <a:rPr lang="zh-CN" altLang="en-US" dirty="0" smtClean="0">
                <a:latin typeface="+mn-ea"/>
              </a:rPr>
              <a:t>，记作</a:t>
            </a:r>
            <a:r>
              <a:rPr lang="en-US" altLang="zh-CN" dirty="0" smtClean="0">
                <a:latin typeface="+mn-ea"/>
              </a:rPr>
              <a:t>{y(t)}</a:t>
            </a:r>
            <a:r>
              <a:rPr lang="zh-CN" altLang="en-US" dirty="0" smtClean="0">
                <a:latin typeface="+mn-ea"/>
              </a:rPr>
              <a:t>。如果变量</a:t>
            </a:r>
            <a:r>
              <a:rPr lang="en-US" altLang="zh-CN" dirty="0" smtClean="0">
                <a:latin typeface="+mn-ea"/>
              </a:rPr>
              <a:t>t</a:t>
            </a:r>
            <a:r>
              <a:rPr lang="zh-CN" altLang="en-US" dirty="0" smtClean="0">
                <a:latin typeface="+mn-ea"/>
              </a:rPr>
              <a:t>表示时间，则一组按时间顺序排列的观测数据就是一个时间序列。</a:t>
            </a:r>
            <a:endParaRPr lang="en-US" altLang="zh-CN" dirty="0" smtClean="0">
              <a:latin typeface="+mn-ea"/>
            </a:endParaRPr>
          </a:p>
          <a:p>
            <a:pPr marL="0" indent="0" eaLnBrk="1" hangingPunct="1">
              <a:lnSpc>
                <a:spcPts val="3500"/>
              </a:lnSpc>
              <a:spcBef>
                <a:spcPts val="1000"/>
              </a:spcBef>
              <a:spcAft>
                <a:spcPts val="1000"/>
              </a:spcAft>
              <a:buFont typeface="Wingdings 2" pitchFamily="18" charset="2"/>
              <a:buNone/>
              <a:defRPr/>
            </a:pPr>
            <a:r>
              <a:rPr lang="zh-CN" altLang="en-US" dirty="0" smtClean="0">
                <a:latin typeface="+mn-ea"/>
              </a:rPr>
              <a:t>   例如：在电力系统中，按时间顺序排列着的过去的电力负荷资料以每小时取的一组样，记作</a:t>
            </a:r>
            <a:endParaRPr lang="en-US" altLang="zh-CN" dirty="0" smtClean="0">
              <a:latin typeface="+mn-ea"/>
            </a:endParaRPr>
          </a:p>
          <a:p>
            <a:pPr marL="0" indent="0" eaLnBrk="1" hangingPunct="1">
              <a:lnSpc>
                <a:spcPts val="3500"/>
              </a:lnSpc>
              <a:spcBef>
                <a:spcPts val="1000"/>
              </a:spcBef>
              <a:spcAft>
                <a:spcPts val="1000"/>
              </a:spcAft>
              <a:buFont typeface="Wingdings 2" pitchFamily="18" charset="2"/>
              <a:buNone/>
              <a:defRPr/>
            </a:pPr>
            <a:r>
              <a:rPr lang="en-US" altLang="zh-CN" dirty="0">
                <a:latin typeface="+mn-ea"/>
              </a:rPr>
              <a:t> </a:t>
            </a:r>
            <a:r>
              <a:rPr lang="en-US" altLang="zh-CN" dirty="0" smtClean="0">
                <a:latin typeface="+mn-ea"/>
              </a:rPr>
              <a:t>                y</a:t>
            </a:r>
            <a:r>
              <a:rPr lang="en-US" altLang="zh-CN" baseline="-25000" dirty="0" smtClean="0">
                <a:latin typeface="+mn-ea"/>
              </a:rPr>
              <a:t>1</a:t>
            </a:r>
            <a:r>
              <a:rPr lang="zh-CN" altLang="en-US" dirty="0" smtClean="0">
                <a:latin typeface="+mn-ea"/>
              </a:rPr>
              <a:t>，</a:t>
            </a:r>
            <a:r>
              <a:rPr lang="en-US" altLang="zh-CN" dirty="0">
                <a:latin typeface="+mn-ea"/>
              </a:rPr>
              <a:t>y</a:t>
            </a:r>
            <a:r>
              <a:rPr lang="en-US" altLang="zh-CN" baseline="-25000" dirty="0" smtClean="0">
                <a:latin typeface="+mn-ea"/>
              </a:rPr>
              <a:t>2</a:t>
            </a:r>
            <a:r>
              <a:rPr lang="zh-CN" altLang="en-US" dirty="0">
                <a:latin typeface="+mn-ea"/>
              </a:rPr>
              <a:t>，</a:t>
            </a:r>
            <a:r>
              <a:rPr lang="zh-CN" altLang="zh-CN" dirty="0" smtClean="0">
                <a:latin typeface="+mn-ea"/>
              </a:rPr>
              <a:t>…</a:t>
            </a:r>
            <a:r>
              <a:rPr lang="zh-CN" altLang="en-US" dirty="0" smtClean="0">
                <a:latin typeface="+mn-ea"/>
              </a:rPr>
              <a:t>，</a:t>
            </a:r>
            <a:r>
              <a:rPr lang="en-US" altLang="zh-CN" dirty="0">
                <a:latin typeface="+mn-ea"/>
              </a:rPr>
              <a:t>y</a:t>
            </a:r>
            <a:r>
              <a:rPr lang="en-US" altLang="zh-CN" baseline="-25000" dirty="0" smtClean="0">
                <a:latin typeface="+mn-ea"/>
              </a:rPr>
              <a:t>t-1</a:t>
            </a:r>
            <a:r>
              <a:rPr lang="zh-CN" altLang="en-US" dirty="0" smtClean="0">
                <a:latin typeface="+mn-ea"/>
              </a:rPr>
              <a:t>，</a:t>
            </a:r>
            <a:r>
              <a:rPr lang="en-US" altLang="zh-CN" dirty="0" err="1">
                <a:latin typeface="+mn-ea"/>
              </a:rPr>
              <a:t>y</a:t>
            </a:r>
            <a:r>
              <a:rPr lang="en-US" altLang="zh-CN" baseline="-25000" dirty="0" err="1" smtClean="0">
                <a:latin typeface="+mn-ea"/>
              </a:rPr>
              <a:t>t</a:t>
            </a:r>
            <a:r>
              <a:rPr lang="zh-CN" altLang="en-US" dirty="0" smtClean="0">
                <a:latin typeface="+mn-ea"/>
              </a:rPr>
              <a:t>，</a:t>
            </a:r>
            <a:r>
              <a:rPr lang="en-US" altLang="zh-CN" dirty="0">
                <a:latin typeface="+mn-ea"/>
              </a:rPr>
              <a:t>y</a:t>
            </a:r>
            <a:r>
              <a:rPr lang="en-US" altLang="zh-CN" baseline="-25000" dirty="0" smtClean="0">
                <a:latin typeface="+mn-ea"/>
              </a:rPr>
              <a:t>t+1</a:t>
            </a:r>
            <a:r>
              <a:rPr lang="zh-CN" altLang="en-US" dirty="0" smtClean="0">
                <a:latin typeface="+mn-ea"/>
              </a:rPr>
              <a:t>，</a:t>
            </a:r>
            <a:r>
              <a:rPr lang="zh-CN" altLang="zh-CN" dirty="0" smtClean="0">
                <a:latin typeface="+mn-ea"/>
              </a:rPr>
              <a:t>…</a:t>
            </a:r>
            <a:endParaRPr lang="en-US" altLang="zh-CN" dirty="0" smtClean="0">
              <a:latin typeface="+mn-ea"/>
            </a:endParaRPr>
          </a:p>
          <a:p>
            <a:pPr marL="0" indent="0" eaLnBrk="1" hangingPunct="1">
              <a:lnSpc>
                <a:spcPts val="3500"/>
              </a:lnSpc>
              <a:spcBef>
                <a:spcPts val="1000"/>
              </a:spcBef>
              <a:spcAft>
                <a:spcPts val="1000"/>
              </a:spcAft>
              <a:buFont typeface="Wingdings 2" pitchFamily="18" charset="2"/>
              <a:buNone/>
              <a:defRPr/>
            </a:pPr>
            <a:r>
              <a:rPr lang="zh-CN" altLang="en-US" dirty="0" smtClean="0">
                <a:latin typeface="+mn-ea"/>
              </a:rPr>
              <a:t>   这一组样就构成一个时间序列</a:t>
            </a:r>
            <a:r>
              <a:rPr lang="en-US" altLang="zh-CN" dirty="0" smtClean="0">
                <a:latin typeface="+mn-ea"/>
              </a:rPr>
              <a:t>{</a:t>
            </a:r>
            <a:r>
              <a:rPr lang="en-US" altLang="zh-CN" dirty="0" err="1">
                <a:latin typeface="+mn-ea"/>
              </a:rPr>
              <a:t>y</a:t>
            </a:r>
            <a:r>
              <a:rPr lang="en-US" altLang="zh-CN" baseline="-25000" dirty="0" err="1" smtClean="0">
                <a:latin typeface="+mn-ea"/>
              </a:rPr>
              <a:t>t</a:t>
            </a:r>
            <a:r>
              <a:rPr lang="en-US" altLang="zh-CN" dirty="0" smtClean="0">
                <a:latin typeface="+mn-ea"/>
              </a:rPr>
              <a:t>},</a:t>
            </a:r>
            <a:r>
              <a:rPr lang="zh-CN" altLang="en-US" dirty="0" smtClean="0">
                <a:latin typeface="+mn-ea"/>
              </a:rPr>
              <a:t>其中，</a:t>
            </a:r>
            <a:r>
              <a:rPr lang="en-US" altLang="zh-CN" dirty="0" smtClean="0">
                <a:latin typeface="+mn-ea"/>
              </a:rPr>
              <a:t> </a:t>
            </a:r>
            <a:r>
              <a:rPr lang="en-US" altLang="zh-CN" dirty="0" err="1">
                <a:latin typeface="+mn-ea"/>
              </a:rPr>
              <a:t>y</a:t>
            </a:r>
            <a:r>
              <a:rPr lang="en-US" altLang="zh-CN" baseline="-25000" dirty="0" err="1" smtClean="0">
                <a:latin typeface="+mn-ea"/>
              </a:rPr>
              <a:t>t</a:t>
            </a:r>
            <a:r>
              <a:rPr lang="zh-CN" altLang="en-US" dirty="0" smtClean="0">
                <a:latin typeface="+mn-ea"/>
              </a:rPr>
              <a:t>表示时间序列中第</a:t>
            </a:r>
            <a:r>
              <a:rPr lang="en-US" altLang="zh-CN" dirty="0" smtClean="0">
                <a:latin typeface="+mn-ea"/>
              </a:rPr>
              <a:t>t</a:t>
            </a:r>
            <a:r>
              <a:rPr lang="zh-CN" altLang="en-US" dirty="0" smtClean="0">
                <a:latin typeface="+mn-ea"/>
              </a:rPr>
              <a:t>次取样值，</a:t>
            </a:r>
            <a:r>
              <a:rPr lang="en-US" altLang="zh-CN" dirty="0" smtClean="0">
                <a:latin typeface="+mn-ea"/>
              </a:rPr>
              <a:t> y</a:t>
            </a:r>
            <a:r>
              <a:rPr lang="en-US" altLang="zh-CN" baseline="-25000" dirty="0" smtClean="0">
                <a:latin typeface="+mn-ea"/>
              </a:rPr>
              <a:t>t-1</a:t>
            </a:r>
            <a:r>
              <a:rPr lang="zh-CN" altLang="en-US" dirty="0" smtClean="0">
                <a:latin typeface="+mn-ea"/>
              </a:rPr>
              <a:t>表示</a:t>
            </a:r>
            <a:r>
              <a:rPr lang="en-US" altLang="zh-CN" dirty="0" err="1">
                <a:latin typeface="+mn-ea"/>
              </a:rPr>
              <a:t>y</a:t>
            </a:r>
            <a:r>
              <a:rPr lang="en-US" altLang="zh-CN" baseline="-25000" dirty="0" err="1" smtClean="0">
                <a:latin typeface="+mn-ea"/>
              </a:rPr>
              <a:t>t</a:t>
            </a:r>
            <a:r>
              <a:rPr lang="zh-CN" altLang="en-US" dirty="0" smtClean="0">
                <a:latin typeface="+mn-ea"/>
              </a:rPr>
              <a:t>以前的一次取样值，</a:t>
            </a:r>
            <a:r>
              <a:rPr lang="en-US" altLang="zh-CN" dirty="0" smtClean="0">
                <a:latin typeface="+mn-ea"/>
              </a:rPr>
              <a:t> y</a:t>
            </a:r>
            <a:r>
              <a:rPr lang="en-US" altLang="zh-CN" baseline="-25000" dirty="0" smtClean="0">
                <a:latin typeface="+mn-ea"/>
              </a:rPr>
              <a:t>t+1</a:t>
            </a:r>
            <a:r>
              <a:rPr lang="zh-CN" altLang="en-US" dirty="0" smtClean="0">
                <a:latin typeface="+mn-ea"/>
              </a:rPr>
              <a:t>表示</a:t>
            </a:r>
            <a:r>
              <a:rPr lang="en-US" altLang="zh-CN" dirty="0" err="1">
                <a:latin typeface="+mn-ea"/>
              </a:rPr>
              <a:t>y</a:t>
            </a:r>
            <a:r>
              <a:rPr lang="en-US" altLang="zh-CN" baseline="-25000" dirty="0" err="1" smtClean="0">
                <a:latin typeface="+mn-ea"/>
              </a:rPr>
              <a:t>t</a:t>
            </a:r>
            <a:r>
              <a:rPr lang="zh-CN" altLang="en-US" dirty="0" smtClean="0">
                <a:latin typeface="+mn-ea"/>
              </a:rPr>
              <a:t>以后的一次取样值。</a:t>
            </a:r>
            <a:endParaRPr lang="en-US" altLang="zh-CN" dirty="0" smtClean="0">
              <a:latin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C:\Users\pan\Desktop\工业增加值.jpg"/>
          <p:cNvPicPr>
            <a:picLocks noChangeAspect="1" noChangeArrowheads="1"/>
          </p:cNvPicPr>
          <p:nvPr/>
        </p:nvPicPr>
        <p:blipFill>
          <a:blip r:embed="rId3"/>
          <a:srcRect/>
          <a:stretch>
            <a:fillRect/>
          </a:stretch>
        </p:blipFill>
        <p:spPr bwMode="auto">
          <a:xfrm>
            <a:off x="4784725" y="1411288"/>
            <a:ext cx="7777163" cy="7710487"/>
          </a:xfrm>
          <a:prstGeom prst="rect">
            <a:avLst/>
          </a:prstGeom>
          <a:noFill/>
          <a:ln w="9525">
            <a:noFill/>
            <a:miter lim="800000"/>
            <a:headEnd/>
            <a:tailEnd/>
          </a:ln>
        </p:spPr>
      </p:pic>
      <p:sp>
        <p:nvSpPr>
          <p:cNvPr id="55299" name="标题 1"/>
          <p:cNvSpPr>
            <a:spLocks noGrp="1"/>
          </p:cNvSpPr>
          <p:nvPr>
            <p:ph type="title"/>
          </p:nvPr>
        </p:nvSpPr>
        <p:spPr>
          <a:xfrm>
            <a:off x="866775" y="0"/>
            <a:ext cx="10868025" cy="1185863"/>
          </a:xfrm>
        </p:spPr>
        <p:txBody>
          <a:bodyPr/>
          <a:lstStyle/>
          <a:p>
            <a:r>
              <a:rPr lang="zh-CN" altLang="en-US" smtClean="0"/>
              <a:t>时间序列预测方法</a:t>
            </a:r>
            <a:r>
              <a:rPr lang="en-US" altLang="zh-CN" smtClean="0"/>
              <a:t>—</a:t>
            </a:r>
            <a:r>
              <a:rPr lang="zh-CN" altLang="en-US" smtClean="0"/>
              <a:t>马尔科夫</a:t>
            </a:r>
          </a:p>
        </p:txBody>
      </p:sp>
      <p:sp>
        <p:nvSpPr>
          <p:cNvPr id="55300" name="日期占位符 2"/>
          <p:cNvSpPr>
            <a:spLocks noGrp="1"/>
          </p:cNvSpPr>
          <p:nvPr>
            <p:ph type="dt" sz="quarter" idx="10"/>
          </p:nvPr>
        </p:nvSpPr>
        <p:spPr>
          <a:noFill/>
          <a:ln>
            <a:miter lim="800000"/>
            <a:headEnd/>
            <a:tailEnd/>
          </a:ln>
        </p:spPr>
        <p:txBody>
          <a:bodyPr/>
          <a:lstStyle/>
          <a:p>
            <a:fld id="{6B8EEE77-7A3A-40ED-9183-EEC8E6DA3722}" type="datetime1">
              <a:rPr lang="zh-CN" altLang="en-US" smtClean="0">
                <a:latin typeface="Arial" charset="0"/>
              </a:rPr>
              <a:pPr/>
              <a:t>2019/7/26 Friday</a:t>
            </a:fld>
            <a:endParaRPr lang="zh-CN" altLang="en-US" sz="1900" smtClean="0">
              <a:solidFill>
                <a:schemeClr val="tx1"/>
              </a:solidFill>
              <a:latin typeface="Arial" charset="0"/>
            </a:endParaRPr>
          </a:p>
        </p:txBody>
      </p:sp>
      <p:sp>
        <p:nvSpPr>
          <p:cNvPr id="56325" name="TextBox 3"/>
          <p:cNvSpPr txBox="1">
            <a:spLocks noChangeArrowheads="1"/>
          </p:cNvSpPr>
          <p:nvPr/>
        </p:nvSpPr>
        <p:spPr bwMode="auto">
          <a:xfrm>
            <a:off x="0" y="1195388"/>
            <a:ext cx="7607300" cy="479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4485" tIns="47242" rIns="94485" bIns="47242">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en-US" sz="2500" dirty="0" smtClean="0">
                <a:latin typeface="+mn-ea"/>
                <a:ea typeface="+mn-ea"/>
              </a:rPr>
              <a:t>我国</a:t>
            </a:r>
            <a:r>
              <a:rPr lang="en-US" altLang="zh-CN" sz="2500" dirty="0" smtClean="0">
                <a:latin typeface="+mn-ea"/>
                <a:ea typeface="+mn-ea"/>
              </a:rPr>
              <a:t>2005</a:t>
            </a:r>
            <a:r>
              <a:rPr lang="zh-CN" altLang="en-US" sz="2500" dirty="0" smtClean="0">
                <a:latin typeface="+mn-ea"/>
                <a:ea typeface="+mn-ea"/>
              </a:rPr>
              <a:t>年</a:t>
            </a:r>
            <a:r>
              <a:rPr lang="en-US" altLang="zh-CN" sz="2500" dirty="0" smtClean="0">
                <a:latin typeface="+mn-ea"/>
                <a:ea typeface="+mn-ea"/>
              </a:rPr>
              <a:t>7</a:t>
            </a:r>
            <a:r>
              <a:rPr lang="zh-CN" altLang="en-US" sz="2500" dirty="0" smtClean="0">
                <a:latin typeface="+mn-ea"/>
                <a:ea typeface="+mn-ea"/>
              </a:rPr>
              <a:t>月至</a:t>
            </a:r>
            <a:r>
              <a:rPr lang="en-US" altLang="zh-CN" sz="2500" dirty="0" smtClean="0">
                <a:latin typeface="+mn-ea"/>
                <a:ea typeface="+mn-ea"/>
              </a:rPr>
              <a:t>2006</a:t>
            </a:r>
            <a:r>
              <a:rPr lang="zh-CN" altLang="en-US" sz="2500" dirty="0" smtClean="0">
                <a:latin typeface="+mn-ea"/>
                <a:ea typeface="+mn-ea"/>
              </a:rPr>
              <a:t>年</a:t>
            </a:r>
            <a:r>
              <a:rPr lang="en-US" altLang="zh-CN" sz="2500" dirty="0" smtClean="0">
                <a:latin typeface="+mn-ea"/>
                <a:ea typeface="+mn-ea"/>
              </a:rPr>
              <a:t>6</a:t>
            </a:r>
            <a:r>
              <a:rPr lang="zh-CN" altLang="en-US" sz="2500" dirty="0" smtClean="0">
                <a:latin typeface="+mn-ea"/>
                <a:ea typeface="+mn-ea"/>
              </a:rPr>
              <a:t>月工业增加值，单位：亿元</a:t>
            </a:r>
          </a:p>
        </p:txBody>
      </p:sp>
      <p:graphicFrame>
        <p:nvGraphicFramePr>
          <p:cNvPr id="5" name="表格 4"/>
          <p:cNvGraphicFramePr>
            <a:graphicFrameLocks noGrp="1"/>
          </p:cNvGraphicFramePr>
          <p:nvPr/>
        </p:nvGraphicFramePr>
        <p:xfrm>
          <a:off x="406400" y="1719263"/>
          <a:ext cx="3938588" cy="6846888"/>
        </p:xfrm>
        <a:graphic>
          <a:graphicData uri="http://schemas.openxmlformats.org/drawingml/2006/table">
            <a:tbl>
              <a:tblPr firstRow="1" bandRow="1">
                <a:tableStyleId>{5C22544A-7EE6-4342-B048-85BDC9FD1C3A}</a:tableStyleId>
              </a:tblPr>
              <a:tblGrid>
                <a:gridCol w="1969294"/>
                <a:gridCol w="1969294"/>
              </a:tblGrid>
              <a:tr h="570574">
                <a:tc>
                  <a:txBody>
                    <a:bodyPr/>
                    <a:lstStyle/>
                    <a:p>
                      <a:r>
                        <a:rPr lang="en-US" altLang="zh-CN" sz="2600" b="0" dirty="0" smtClean="0">
                          <a:solidFill>
                            <a:schemeClr val="tx1"/>
                          </a:solidFill>
                        </a:rPr>
                        <a:t>2005.7</a:t>
                      </a:r>
                      <a:endParaRPr lang="zh-CN" altLang="en-US" sz="2600" b="0" dirty="0">
                        <a:solidFill>
                          <a:schemeClr val="tx1"/>
                        </a:solidFill>
                      </a:endParaRPr>
                    </a:p>
                  </a:txBody>
                  <a:tcPr marL="94526" marR="94526" marT="64809" marB="64809">
                    <a:solidFill>
                      <a:schemeClr val="accent5">
                        <a:lumMod val="20000"/>
                        <a:lumOff val="80000"/>
                      </a:schemeClr>
                    </a:solidFill>
                  </a:tcPr>
                </a:tc>
                <a:tc>
                  <a:txBody>
                    <a:bodyPr/>
                    <a:lstStyle/>
                    <a:p>
                      <a:r>
                        <a:rPr lang="en-US" altLang="zh-CN" sz="2600" b="0" dirty="0" smtClean="0">
                          <a:solidFill>
                            <a:schemeClr val="tx1"/>
                          </a:solidFill>
                        </a:rPr>
                        <a:t>584860</a:t>
                      </a:r>
                      <a:endParaRPr lang="zh-CN" altLang="en-US" sz="2600" b="0" dirty="0">
                        <a:solidFill>
                          <a:schemeClr val="tx1"/>
                        </a:solidFill>
                      </a:endParaRPr>
                    </a:p>
                  </a:txBody>
                  <a:tcPr marL="94526" marR="94526" marT="64809" marB="64809">
                    <a:solidFill>
                      <a:schemeClr val="accent5">
                        <a:lumMod val="20000"/>
                        <a:lumOff val="80000"/>
                      </a:schemeClr>
                    </a:solidFill>
                  </a:tcPr>
                </a:tc>
              </a:tr>
              <a:tr h="570574">
                <a:tc>
                  <a:txBody>
                    <a:bodyPr/>
                    <a:lstStyle/>
                    <a:p>
                      <a:r>
                        <a:rPr lang="en-US" altLang="zh-CN" sz="2600" dirty="0" smtClean="0"/>
                        <a:t>2005.8</a:t>
                      </a:r>
                      <a:endParaRPr lang="zh-CN" altLang="en-US" sz="2600" dirty="0"/>
                    </a:p>
                  </a:txBody>
                  <a:tcPr marL="94526" marR="94526" marT="64809" marB="64809"/>
                </a:tc>
                <a:tc>
                  <a:txBody>
                    <a:bodyPr/>
                    <a:lstStyle/>
                    <a:p>
                      <a:r>
                        <a:rPr lang="en-US" altLang="zh-CN" sz="2600" dirty="0" smtClean="0"/>
                        <a:t>599260</a:t>
                      </a:r>
                      <a:endParaRPr lang="zh-CN" altLang="en-US" sz="2600" dirty="0"/>
                    </a:p>
                  </a:txBody>
                  <a:tcPr marL="94526" marR="94526" marT="64809" marB="64809"/>
                </a:tc>
              </a:tr>
              <a:tr h="570574">
                <a:tc>
                  <a:txBody>
                    <a:bodyPr/>
                    <a:lstStyle/>
                    <a:p>
                      <a:r>
                        <a:rPr lang="en-US" altLang="zh-CN" sz="2600" dirty="0" smtClean="0"/>
                        <a:t>2005.9</a:t>
                      </a:r>
                      <a:endParaRPr lang="zh-CN" altLang="en-US" sz="2600" dirty="0"/>
                    </a:p>
                  </a:txBody>
                  <a:tcPr marL="94526" marR="94526" marT="64809" marB="64809"/>
                </a:tc>
                <a:tc>
                  <a:txBody>
                    <a:bodyPr/>
                    <a:lstStyle/>
                    <a:p>
                      <a:r>
                        <a:rPr lang="en-US" altLang="zh-CN" sz="2600" dirty="0" smtClean="0"/>
                        <a:t>633451</a:t>
                      </a:r>
                      <a:endParaRPr lang="zh-CN" altLang="en-US" sz="2600" dirty="0"/>
                    </a:p>
                  </a:txBody>
                  <a:tcPr marL="94526" marR="94526" marT="64809" marB="64809"/>
                </a:tc>
              </a:tr>
              <a:tr h="570574">
                <a:tc>
                  <a:txBody>
                    <a:bodyPr/>
                    <a:lstStyle/>
                    <a:p>
                      <a:r>
                        <a:rPr lang="en-US" altLang="zh-CN" sz="2600" dirty="0" smtClean="0"/>
                        <a:t>2005.10</a:t>
                      </a:r>
                      <a:endParaRPr lang="zh-CN" altLang="en-US" sz="2600" dirty="0"/>
                    </a:p>
                  </a:txBody>
                  <a:tcPr marL="94526" marR="94526" marT="64809" marB="64809"/>
                </a:tc>
                <a:tc>
                  <a:txBody>
                    <a:bodyPr/>
                    <a:lstStyle/>
                    <a:p>
                      <a:r>
                        <a:rPr lang="en-US" altLang="zh-CN" sz="2600" dirty="0" smtClean="0"/>
                        <a:t>645614</a:t>
                      </a:r>
                      <a:endParaRPr lang="zh-CN" altLang="en-US" sz="2600" dirty="0"/>
                    </a:p>
                  </a:txBody>
                  <a:tcPr marL="94526" marR="94526" marT="64809" marB="64809"/>
                </a:tc>
              </a:tr>
              <a:tr h="570574">
                <a:tc>
                  <a:txBody>
                    <a:bodyPr/>
                    <a:lstStyle/>
                    <a:p>
                      <a:r>
                        <a:rPr lang="en-US" altLang="zh-CN" sz="2600" dirty="0" smtClean="0"/>
                        <a:t>2005.11</a:t>
                      </a:r>
                      <a:endParaRPr lang="zh-CN" altLang="en-US" sz="2600" dirty="0"/>
                    </a:p>
                  </a:txBody>
                  <a:tcPr marL="94526" marR="94526" marT="64809" marB="64809"/>
                </a:tc>
                <a:tc>
                  <a:txBody>
                    <a:bodyPr/>
                    <a:lstStyle/>
                    <a:p>
                      <a:r>
                        <a:rPr lang="en-US" altLang="zh-CN" sz="2600" dirty="0" smtClean="0"/>
                        <a:t>658523</a:t>
                      </a:r>
                      <a:endParaRPr lang="zh-CN" altLang="en-US" sz="2600" dirty="0"/>
                    </a:p>
                  </a:txBody>
                  <a:tcPr marL="94526" marR="94526" marT="64809" marB="64809"/>
                </a:tc>
              </a:tr>
              <a:tr h="570574">
                <a:tc>
                  <a:txBody>
                    <a:bodyPr/>
                    <a:lstStyle/>
                    <a:p>
                      <a:r>
                        <a:rPr lang="en-US" altLang="zh-CN" sz="2600" dirty="0" smtClean="0"/>
                        <a:t>2005.12</a:t>
                      </a:r>
                      <a:endParaRPr lang="zh-CN" altLang="en-US" sz="2600" dirty="0"/>
                    </a:p>
                  </a:txBody>
                  <a:tcPr marL="94526" marR="94526" marT="64809" marB="64809"/>
                </a:tc>
                <a:tc>
                  <a:txBody>
                    <a:bodyPr/>
                    <a:lstStyle/>
                    <a:p>
                      <a:r>
                        <a:rPr lang="en-US" altLang="zh-CN" sz="2600" dirty="0" smtClean="0"/>
                        <a:t>293397</a:t>
                      </a:r>
                      <a:endParaRPr lang="zh-CN" altLang="en-US" sz="2600" dirty="0"/>
                    </a:p>
                  </a:txBody>
                  <a:tcPr marL="94526" marR="94526" marT="64809" marB="64809"/>
                </a:tc>
              </a:tr>
              <a:tr h="570574">
                <a:tc>
                  <a:txBody>
                    <a:bodyPr/>
                    <a:lstStyle/>
                    <a:p>
                      <a:r>
                        <a:rPr lang="en-US" altLang="zh-CN" sz="2600" dirty="0" smtClean="0"/>
                        <a:t>2006.1</a:t>
                      </a:r>
                      <a:endParaRPr lang="zh-CN" altLang="en-US" sz="2600" dirty="0"/>
                    </a:p>
                  </a:txBody>
                  <a:tcPr marL="94526" marR="94526" marT="64809" marB="64809"/>
                </a:tc>
                <a:tc>
                  <a:txBody>
                    <a:bodyPr/>
                    <a:lstStyle/>
                    <a:p>
                      <a:r>
                        <a:rPr lang="en-US" altLang="zh-CN" sz="2600" dirty="0" smtClean="0"/>
                        <a:t>563961</a:t>
                      </a:r>
                      <a:endParaRPr lang="zh-CN" altLang="en-US" sz="2600" dirty="0"/>
                    </a:p>
                  </a:txBody>
                  <a:tcPr marL="94526" marR="94526" marT="64809" marB="64809"/>
                </a:tc>
              </a:tr>
              <a:tr h="570574">
                <a:tc>
                  <a:txBody>
                    <a:bodyPr/>
                    <a:lstStyle/>
                    <a:p>
                      <a:r>
                        <a:rPr lang="en-US" altLang="zh-CN" sz="2600" dirty="0" smtClean="0"/>
                        <a:t>2006.2</a:t>
                      </a:r>
                      <a:endParaRPr lang="zh-CN" altLang="en-US" sz="2600" dirty="0"/>
                    </a:p>
                  </a:txBody>
                  <a:tcPr marL="94526" marR="94526" marT="64809" marB="64809"/>
                </a:tc>
                <a:tc>
                  <a:txBody>
                    <a:bodyPr/>
                    <a:lstStyle/>
                    <a:p>
                      <a:r>
                        <a:rPr lang="en-US" altLang="zh-CN" sz="2600" dirty="0" smtClean="0"/>
                        <a:t>547309</a:t>
                      </a:r>
                      <a:endParaRPr lang="zh-CN" altLang="en-US" sz="2600" dirty="0"/>
                    </a:p>
                  </a:txBody>
                  <a:tcPr marL="94526" marR="94526" marT="64809" marB="64809"/>
                </a:tc>
              </a:tr>
              <a:tr h="570574">
                <a:tc>
                  <a:txBody>
                    <a:bodyPr/>
                    <a:lstStyle/>
                    <a:p>
                      <a:r>
                        <a:rPr lang="en-US" altLang="zh-CN" sz="2600" dirty="0" smtClean="0"/>
                        <a:t>2006.3</a:t>
                      </a:r>
                      <a:endParaRPr lang="zh-CN" altLang="en-US" sz="2600" dirty="0"/>
                    </a:p>
                  </a:txBody>
                  <a:tcPr marL="94526" marR="94526" marT="64809" marB="64809"/>
                </a:tc>
                <a:tc>
                  <a:txBody>
                    <a:bodyPr/>
                    <a:lstStyle/>
                    <a:p>
                      <a:r>
                        <a:rPr lang="en-US" altLang="zh-CN" sz="2600" dirty="0" smtClean="0"/>
                        <a:t>670972</a:t>
                      </a:r>
                      <a:endParaRPr lang="zh-CN" altLang="en-US" sz="2600" dirty="0"/>
                    </a:p>
                  </a:txBody>
                  <a:tcPr marL="94526" marR="94526" marT="64809" marB="64809"/>
                </a:tc>
              </a:tr>
              <a:tr h="570574">
                <a:tc>
                  <a:txBody>
                    <a:bodyPr/>
                    <a:lstStyle/>
                    <a:p>
                      <a:r>
                        <a:rPr lang="en-US" altLang="zh-CN" sz="2600" dirty="0" smtClean="0"/>
                        <a:t>2006.4</a:t>
                      </a:r>
                      <a:endParaRPr lang="zh-CN" altLang="en-US" sz="2600" dirty="0"/>
                    </a:p>
                  </a:txBody>
                  <a:tcPr marL="94526" marR="94526" marT="64809" marB="64809"/>
                </a:tc>
                <a:tc>
                  <a:txBody>
                    <a:bodyPr/>
                    <a:lstStyle/>
                    <a:p>
                      <a:r>
                        <a:rPr lang="en-US" altLang="zh-CN" sz="2600" dirty="0" smtClean="0"/>
                        <a:t>678869</a:t>
                      </a:r>
                      <a:endParaRPr lang="zh-CN" altLang="en-US" sz="2600" dirty="0"/>
                    </a:p>
                  </a:txBody>
                  <a:tcPr marL="94526" marR="94526" marT="64809" marB="64809"/>
                </a:tc>
              </a:tr>
              <a:tr h="570574">
                <a:tc>
                  <a:txBody>
                    <a:bodyPr/>
                    <a:lstStyle/>
                    <a:p>
                      <a:r>
                        <a:rPr lang="en-US" altLang="zh-CN" sz="2600" dirty="0" smtClean="0"/>
                        <a:t>2006.5</a:t>
                      </a:r>
                      <a:endParaRPr lang="zh-CN" altLang="en-US" sz="2600" dirty="0"/>
                    </a:p>
                  </a:txBody>
                  <a:tcPr marL="94526" marR="94526" marT="64809" marB="64809"/>
                </a:tc>
                <a:tc>
                  <a:txBody>
                    <a:bodyPr/>
                    <a:lstStyle/>
                    <a:p>
                      <a:r>
                        <a:rPr lang="en-US" altLang="zh-CN" sz="2600" dirty="0" smtClean="0"/>
                        <a:t>713678</a:t>
                      </a:r>
                      <a:endParaRPr lang="zh-CN" altLang="en-US" sz="2600" dirty="0"/>
                    </a:p>
                  </a:txBody>
                  <a:tcPr marL="94526" marR="94526" marT="64809" marB="64809"/>
                </a:tc>
              </a:tr>
              <a:tr h="570574">
                <a:tc>
                  <a:txBody>
                    <a:bodyPr/>
                    <a:lstStyle/>
                    <a:p>
                      <a:r>
                        <a:rPr lang="en-US" altLang="zh-CN" sz="2600" dirty="0" smtClean="0"/>
                        <a:t>2006.6</a:t>
                      </a:r>
                      <a:endParaRPr lang="zh-CN" altLang="en-US" sz="2600" dirty="0"/>
                    </a:p>
                  </a:txBody>
                  <a:tcPr marL="94526" marR="94526" marT="64809" marB="64809"/>
                </a:tc>
                <a:tc>
                  <a:txBody>
                    <a:bodyPr/>
                    <a:lstStyle/>
                    <a:p>
                      <a:r>
                        <a:rPr lang="en-US" altLang="zh-CN" sz="2600" dirty="0" smtClean="0"/>
                        <a:t>793247</a:t>
                      </a:r>
                      <a:endParaRPr lang="zh-CN" altLang="en-US" sz="2600" dirty="0"/>
                    </a:p>
                  </a:txBody>
                  <a:tcPr marL="94526" marR="94526" marT="64809" marB="64809"/>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7347" name="Content Placeholder 2"/>
          <p:cNvSpPr>
            <a:spLocks noGrp="1" noChangeArrowheads="1"/>
          </p:cNvSpPr>
          <p:nvPr>
            <p:ph idx="4294967295"/>
          </p:nvPr>
        </p:nvSpPr>
        <p:spPr/>
        <p:txBody>
          <a:bodyPr/>
          <a:lstStyle/>
          <a:p>
            <a:pPr marL="236212" indent="-236212" eaLnBrk="1" hangingPunct="1">
              <a:lnSpc>
                <a:spcPts val="3000"/>
              </a:lnSpc>
              <a:spcBef>
                <a:spcPts val="1000"/>
              </a:spcBef>
              <a:spcAft>
                <a:spcPts val="1000"/>
              </a:spcAft>
              <a:defRPr/>
            </a:pPr>
            <a:r>
              <a:rPr lang="zh-CN" altLang="en-US" sz="3200" b="1" dirty="0" smtClean="0">
                <a:latin typeface="+mn-ea"/>
              </a:rPr>
              <a:t>预测的概念</a:t>
            </a:r>
            <a:endParaRPr lang="en-US" altLang="zh-CN" sz="3200" b="1" dirty="0" smtClean="0">
              <a:latin typeface="+mn-ea"/>
            </a:endParaRPr>
          </a:p>
          <a:p>
            <a:pPr marL="0" indent="0" eaLnBrk="1" hangingPunct="1">
              <a:lnSpc>
                <a:spcPts val="3000"/>
              </a:lnSpc>
              <a:spcBef>
                <a:spcPts val="1000"/>
              </a:spcBef>
              <a:spcAft>
                <a:spcPts val="1000"/>
              </a:spcAft>
              <a:buFont typeface="Wingdings 2" pitchFamily="18" charset="2"/>
              <a:buNone/>
              <a:defRPr/>
            </a:pPr>
            <a:r>
              <a:rPr lang="zh-CN" altLang="en-US" dirty="0" smtClean="0">
                <a:latin typeface="+mn-ea"/>
              </a:rPr>
              <a:t>  </a:t>
            </a:r>
            <a:r>
              <a:rPr lang="zh-CN" altLang="en-US" dirty="0" smtClean="0">
                <a:solidFill>
                  <a:srgbClr val="E58505"/>
                </a:solidFill>
                <a:latin typeface="+mn-ea"/>
              </a:rPr>
              <a:t>预测</a:t>
            </a:r>
            <a:r>
              <a:rPr lang="zh-CN" altLang="en-US" dirty="0" smtClean="0">
                <a:latin typeface="+mn-ea"/>
              </a:rPr>
              <a:t>是指根据客观事物的发展趋势和变化规律对特定的对象未来发展趋势或状态作出科学的推断与判断。</a:t>
            </a:r>
            <a:endParaRPr lang="en-US" altLang="zh-CN" dirty="0" smtClean="0">
              <a:latin typeface="+mn-ea"/>
            </a:endParaRPr>
          </a:p>
          <a:p>
            <a:pPr marL="0" indent="0" eaLnBrk="1" hangingPunct="1">
              <a:lnSpc>
                <a:spcPts val="3000"/>
              </a:lnSpc>
              <a:spcBef>
                <a:spcPts val="1000"/>
              </a:spcBef>
              <a:spcAft>
                <a:spcPts val="1000"/>
              </a:spcAft>
              <a:buFont typeface="Wingdings 2" pitchFamily="18" charset="2"/>
              <a:buNone/>
              <a:defRPr/>
            </a:pPr>
            <a:r>
              <a:rPr lang="zh-CN" altLang="en-US" dirty="0" smtClean="0">
                <a:latin typeface="+mn-ea"/>
              </a:rPr>
              <a:t>  即预测就是根据过去和现在估计未来、预测未来。</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n"/>
              <a:defRPr/>
            </a:pPr>
            <a:r>
              <a:rPr lang="zh-CN" altLang="en-US" sz="3200" b="1" dirty="0" smtClean="0">
                <a:latin typeface="+mn-ea"/>
              </a:rPr>
              <a:t>预测的一般步骤</a:t>
            </a:r>
            <a:endParaRPr lang="en-US" altLang="zh-CN" sz="3200" b="1"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确定预测目标</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收集、整理有关资料</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选择预测方法</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建立预测模型</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评价预测模型</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利用模型进行预测</a:t>
            </a:r>
            <a:endParaRPr lang="en-US" altLang="zh-CN" dirty="0" smtClean="0">
              <a:latin typeface="+mn-ea"/>
            </a:endParaRPr>
          </a:p>
          <a:p>
            <a:pPr marL="236212" indent="-236212" eaLnBrk="1" hangingPunct="1">
              <a:lnSpc>
                <a:spcPts val="3000"/>
              </a:lnSpc>
              <a:spcBef>
                <a:spcPts val="1000"/>
              </a:spcBef>
              <a:spcAft>
                <a:spcPts val="1000"/>
              </a:spcAft>
              <a:buFont typeface="Wingdings" pitchFamily="2" charset="2"/>
              <a:buChar char="l"/>
              <a:defRPr/>
            </a:pPr>
            <a:r>
              <a:rPr lang="zh-CN" altLang="en-US" dirty="0" smtClean="0">
                <a:latin typeface="+mn-ea"/>
              </a:rPr>
              <a:t>分析预测结果</a:t>
            </a:r>
            <a:endParaRPr lang="en-US" altLang="zh-CN" dirty="0" smtClean="0">
              <a:latin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8371" name="Content Placeholder 2"/>
          <p:cNvSpPr>
            <a:spLocks noGrp="1" noChangeArrowheads="1"/>
          </p:cNvSpPr>
          <p:nvPr>
            <p:ph idx="4294967295"/>
          </p:nvPr>
        </p:nvSpPr>
        <p:spPr/>
        <p:txBody>
          <a:bodyPr/>
          <a:lstStyle/>
          <a:p>
            <a:pPr eaLnBrk="1" hangingPunct="1">
              <a:lnSpc>
                <a:spcPct val="150000"/>
              </a:lnSpc>
              <a:spcBef>
                <a:spcPts val="1000"/>
              </a:spcBef>
              <a:spcAft>
                <a:spcPts val="1000"/>
              </a:spcAft>
              <a:defRPr/>
            </a:pPr>
            <a:r>
              <a:rPr lang="zh-CN" altLang="en-US" sz="3200" b="1" dirty="0" smtClean="0">
                <a:latin typeface="+mn-ea"/>
              </a:rPr>
              <a:t>马尔科夫相关概念</a:t>
            </a:r>
            <a:endParaRPr lang="en-US" altLang="zh-CN" sz="3200" b="1"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适用条件</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马尔科夫链</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转移概率</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转移概率矩阵</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初始分布</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r>
              <a:rPr lang="zh-CN" altLang="en-US" dirty="0" smtClean="0">
                <a:latin typeface="+mn-ea"/>
              </a:rPr>
              <a:t>青蛙的随机跳跃</a:t>
            </a:r>
            <a:endParaRPr lang="en-US" altLang="zh-CN" dirty="0" smtClean="0">
              <a:latin typeface="+mn-ea"/>
            </a:endParaRPr>
          </a:p>
          <a:p>
            <a:pPr eaLnBrk="1" hangingPunct="1">
              <a:lnSpc>
                <a:spcPct val="150000"/>
              </a:lnSpc>
              <a:spcBef>
                <a:spcPts val="1000"/>
              </a:spcBef>
              <a:spcAft>
                <a:spcPts val="1000"/>
              </a:spcAft>
              <a:buFont typeface="Wingdings" pitchFamily="2" charset="2"/>
              <a:buChar char="l"/>
              <a:defRPr/>
            </a:pPr>
            <a:endParaRPr lang="en-US" altLang="zh-CN" dirty="0" smtClean="0">
              <a:latin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Rot="1" noChangeAspect="1" noMove="1" noResize="1" noEditPoints="1" noAdjustHandles="1" noChangeArrowheads="1" noChangeShapeType="1" noTextEdit="1"/>
          </p:cNvSpPr>
          <p:nvPr>
            <p:ph idx="4294967295"/>
          </p:nvPr>
        </p:nvSpPr>
        <p:spPr>
          <a:xfrm>
            <a:off x="866360" y="1429024"/>
            <a:ext cx="10868858" cy="7667208"/>
          </a:xfrm>
          <a:blipFill rotWithShape="1">
            <a:blip r:embed="rId2"/>
            <a:stretch>
              <a:fillRect l="-897" t="-1272" r="-1963"/>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Rot="1" noChangeAspect="1" noMove="1" noResize="1" noEditPoints="1" noAdjustHandles="1" noChangeArrowheads="1" noChangeShapeType="1" noTextEdit="1"/>
          </p:cNvSpPr>
          <p:nvPr>
            <p:ph idx="4294967295"/>
          </p:nvPr>
        </p:nvSpPr>
        <p:spPr>
          <a:xfrm>
            <a:off x="866360" y="1429024"/>
            <a:ext cx="10868858" cy="7667208"/>
          </a:xfrm>
          <a:blipFill rotWithShape="1">
            <a:blip r:embed="rId3"/>
            <a:stretch>
              <a:fillRect l="-897" t="-1272"/>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graphicFrame>
        <p:nvGraphicFramePr>
          <p:cNvPr id="59396" name="对象 1"/>
          <p:cNvGraphicFramePr>
            <a:graphicFrameLocks noChangeAspect="1"/>
          </p:cNvGraphicFramePr>
          <p:nvPr/>
        </p:nvGraphicFramePr>
        <p:xfrm>
          <a:off x="2482850" y="5197475"/>
          <a:ext cx="3221038" cy="646113"/>
        </p:xfrm>
        <a:graphic>
          <a:graphicData uri="http://schemas.openxmlformats.org/presentationml/2006/ole">
            <p:oleObj spid="_x0000_s59396" name="Equation" r:id="rId4" imgW="1651000" imgH="241300" progId="Equation.DSMT4">
              <p:embed/>
            </p:oleObj>
          </a:graphicData>
        </a:graphic>
      </p:graphicFrame>
      <p:graphicFrame>
        <p:nvGraphicFramePr>
          <p:cNvPr id="59397" name="对象 2"/>
          <p:cNvGraphicFramePr>
            <a:graphicFrameLocks noChangeAspect="1"/>
          </p:cNvGraphicFramePr>
          <p:nvPr/>
        </p:nvGraphicFramePr>
        <p:xfrm>
          <a:off x="2525713" y="5884863"/>
          <a:ext cx="3913187" cy="1185862"/>
        </p:xfrm>
        <a:graphic>
          <a:graphicData uri="http://schemas.openxmlformats.org/presentationml/2006/ole">
            <p:oleObj spid="_x0000_s59397" name="Equation" r:id="rId5" imgW="1511300" imgH="444500" progId="Equation.DSMT4">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Rot="1" noChangeAspect="1" noMove="1" noResize="1" noEditPoints="1" noAdjustHandles="1" noChangeArrowheads="1" noChangeShapeType="1" noTextEdit="1"/>
          </p:cNvSpPr>
          <p:nvPr>
            <p:ph idx="4294967295"/>
          </p:nvPr>
        </p:nvSpPr>
        <p:spPr>
          <a:xfrm>
            <a:off x="866360" y="1429024"/>
            <a:ext cx="10868858" cy="7667208"/>
          </a:xfrm>
          <a:blipFill rotWithShape="1">
            <a:blip r:embed="rId2"/>
            <a:stretch>
              <a:fillRect l="-897" t="-1272"/>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Rot="1" noChangeAspect="1" noMove="1" noResize="1" noEditPoints="1" noAdjustHandles="1" noChangeArrowheads="1" noChangeShapeType="1" noTextEdit="1"/>
          </p:cNvSpPr>
          <p:nvPr>
            <p:ph idx="4294967295"/>
          </p:nvPr>
        </p:nvSpPr>
        <p:spPr>
          <a:xfrm>
            <a:off x="866360" y="1429024"/>
            <a:ext cx="10868858" cy="7667208"/>
          </a:xfrm>
          <a:blipFill rotWithShape="1">
            <a:blip r:embed="rId2"/>
            <a:stretch>
              <a:fillRect l="-897" t="-1113" r="-337"/>
            </a:stretch>
          </a:blipFill>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62467" name="Content Placeholder 2"/>
          <p:cNvSpPr>
            <a:spLocks noGrp="1" noChangeArrowheads="1"/>
          </p:cNvSpPr>
          <p:nvPr>
            <p:ph idx="4294967295"/>
          </p:nvPr>
        </p:nvSpPr>
        <p:spPr/>
        <p:txBody>
          <a:bodyPr/>
          <a:lstStyle/>
          <a:p>
            <a:pPr marL="0" indent="0" eaLnBrk="1" hangingPunct="1">
              <a:buFont typeface="Wingdings 2" pitchFamily="18" charset="2"/>
              <a:buNone/>
            </a:pPr>
            <a:endParaRPr lang="en-US" altLang="zh-CN" smtClean="0"/>
          </a:p>
        </p:txBody>
      </p:sp>
      <p:pic>
        <p:nvPicPr>
          <p:cNvPr id="4" name="Picture 9"/>
          <p:cNvPicPr>
            <a:picLocks noChangeAspect="1" noChangeArrowheads="1"/>
          </p:cNvPicPr>
          <p:nvPr/>
        </p:nvPicPr>
        <p:blipFill>
          <a:blip r:embed="rId2"/>
          <a:srcRect/>
          <a:stretch>
            <a:fillRect/>
          </a:stretch>
        </p:blipFill>
        <p:spPr bwMode="auto">
          <a:xfrm>
            <a:off x="2632075" y="5167313"/>
            <a:ext cx="1339850" cy="1817687"/>
          </a:xfrm>
          <a:prstGeom prst="rect">
            <a:avLst/>
          </a:prstGeom>
          <a:noFill/>
          <a:ln w="9525">
            <a:noFill/>
            <a:miter lim="800000"/>
            <a:headEnd/>
            <a:tailEnd/>
          </a:ln>
        </p:spPr>
      </p:pic>
      <p:sp>
        <p:nvSpPr>
          <p:cNvPr id="62469" name="AutoShape 11"/>
          <p:cNvSpPr>
            <a:spLocks noChangeArrowheads="1"/>
          </p:cNvSpPr>
          <p:nvPr/>
        </p:nvSpPr>
        <p:spPr bwMode="auto">
          <a:xfrm>
            <a:off x="2335213" y="6800850"/>
            <a:ext cx="2306637" cy="1735138"/>
          </a:xfrm>
          <a:prstGeom prst="cloudCallout">
            <a:avLst>
              <a:gd name="adj1" fmla="val -45731"/>
              <a:gd name="adj2" fmla="val 6681"/>
            </a:avLst>
          </a:prstGeom>
          <a:solidFill>
            <a:srgbClr val="00FF00"/>
          </a:solidFill>
          <a:ln w="9525">
            <a:solidFill>
              <a:schemeClr val="tx1"/>
            </a:solidFill>
            <a:miter lim="800000"/>
            <a:headEnd/>
            <a:tailEnd/>
          </a:ln>
        </p:spPr>
        <p:txBody>
          <a:bodyPr lIns="94485" tIns="47242" rIns="94485" bIns="47242"/>
          <a:lstStyle/>
          <a:p>
            <a:pPr algn="ctr"/>
            <a:endParaRPr lang="zh-CN" altLang="zh-CN"/>
          </a:p>
        </p:txBody>
      </p:sp>
      <p:sp>
        <p:nvSpPr>
          <p:cNvPr id="62470" name="AutoShape 12"/>
          <p:cNvSpPr>
            <a:spLocks noChangeArrowheads="1"/>
          </p:cNvSpPr>
          <p:nvPr/>
        </p:nvSpPr>
        <p:spPr bwMode="auto">
          <a:xfrm>
            <a:off x="4865688" y="1595438"/>
            <a:ext cx="2306637" cy="1735137"/>
          </a:xfrm>
          <a:prstGeom prst="cloudCallout">
            <a:avLst>
              <a:gd name="adj1" fmla="val -10667"/>
              <a:gd name="adj2" fmla="val 51685"/>
            </a:avLst>
          </a:prstGeom>
          <a:solidFill>
            <a:srgbClr val="00FF00"/>
          </a:solidFill>
          <a:ln w="9525">
            <a:solidFill>
              <a:schemeClr val="tx1"/>
            </a:solidFill>
            <a:miter lim="800000"/>
            <a:headEnd/>
            <a:tailEnd/>
          </a:ln>
        </p:spPr>
        <p:txBody>
          <a:bodyPr lIns="94485" tIns="47242" rIns="94485" bIns="47242"/>
          <a:lstStyle/>
          <a:p>
            <a:pPr algn="ctr"/>
            <a:endParaRPr lang="zh-CN" altLang="zh-CN"/>
          </a:p>
        </p:txBody>
      </p:sp>
      <p:sp>
        <p:nvSpPr>
          <p:cNvPr id="62471" name="AutoShape 13"/>
          <p:cNvSpPr>
            <a:spLocks noChangeArrowheads="1"/>
          </p:cNvSpPr>
          <p:nvPr/>
        </p:nvSpPr>
        <p:spPr bwMode="auto">
          <a:xfrm>
            <a:off x="8140700" y="5473700"/>
            <a:ext cx="2306638" cy="1735138"/>
          </a:xfrm>
          <a:prstGeom prst="cloudCallout">
            <a:avLst>
              <a:gd name="adj1" fmla="val -30014"/>
              <a:gd name="adj2" fmla="val -43125"/>
            </a:avLst>
          </a:prstGeom>
          <a:solidFill>
            <a:srgbClr val="00FF00"/>
          </a:solidFill>
          <a:ln w="9525">
            <a:solidFill>
              <a:schemeClr val="tx1"/>
            </a:solidFill>
            <a:miter lim="800000"/>
            <a:headEnd/>
            <a:tailEnd/>
          </a:ln>
        </p:spPr>
        <p:txBody>
          <a:bodyPr lIns="94485" tIns="47242" rIns="94485" bIns="47242"/>
          <a:lstStyle/>
          <a:p>
            <a:pPr algn="ctr"/>
            <a:endParaRPr lang="zh-CN" altLang="zh-CN"/>
          </a:p>
        </p:txBody>
      </p:sp>
      <p:sp>
        <p:nvSpPr>
          <p:cNvPr id="62472" name="Text Box 18"/>
          <p:cNvSpPr txBox="1">
            <a:spLocks noChangeArrowheads="1"/>
          </p:cNvSpPr>
          <p:nvPr/>
        </p:nvSpPr>
        <p:spPr bwMode="auto">
          <a:xfrm>
            <a:off x="3227388" y="7275513"/>
            <a:ext cx="377825" cy="415925"/>
          </a:xfrm>
          <a:prstGeom prst="rect">
            <a:avLst/>
          </a:prstGeom>
          <a:noFill/>
          <a:ln w="9525">
            <a:noFill/>
            <a:miter lim="800000"/>
            <a:headEnd/>
            <a:tailEnd/>
          </a:ln>
        </p:spPr>
        <p:txBody>
          <a:bodyPr wrap="none" lIns="94485" tIns="47242" rIns="94485" bIns="47242">
            <a:spAutoFit/>
          </a:bodyPr>
          <a:lstStyle/>
          <a:p>
            <a:r>
              <a:rPr lang="en-US" altLang="zh-CN" sz="2100" b="1">
                <a:solidFill>
                  <a:srgbClr val="0000CC"/>
                </a:solidFill>
                <a:latin typeface="Verdana" pitchFamily="34" charset="0"/>
              </a:rPr>
              <a:t>1</a:t>
            </a:r>
          </a:p>
        </p:txBody>
      </p:sp>
      <p:sp>
        <p:nvSpPr>
          <p:cNvPr id="62473" name="Text Box 19"/>
          <p:cNvSpPr txBox="1">
            <a:spLocks noChangeArrowheads="1"/>
          </p:cNvSpPr>
          <p:nvPr/>
        </p:nvSpPr>
        <p:spPr bwMode="auto">
          <a:xfrm>
            <a:off x="5757863" y="2171700"/>
            <a:ext cx="377825" cy="415925"/>
          </a:xfrm>
          <a:prstGeom prst="rect">
            <a:avLst/>
          </a:prstGeom>
          <a:noFill/>
          <a:ln w="9525">
            <a:noFill/>
            <a:miter lim="800000"/>
            <a:headEnd/>
            <a:tailEnd/>
          </a:ln>
        </p:spPr>
        <p:txBody>
          <a:bodyPr wrap="none" lIns="94485" tIns="47242" rIns="94485" bIns="47242">
            <a:spAutoFit/>
          </a:bodyPr>
          <a:lstStyle/>
          <a:p>
            <a:r>
              <a:rPr lang="en-US" altLang="zh-CN" sz="2100" b="1">
                <a:solidFill>
                  <a:srgbClr val="0000CC"/>
                </a:solidFill>
                <a:latin typeface="Verdana" pitchFamily="34" charset="0"/>
              </a:rPr>
              <a:t>2</a:t>
            </a:r>
          </a:p>
        </p:txBody>
      </p:sp>
      <p:sp>
        <p:nvSpPr>
          <p:cNvPr id="62474" name="Text Box 20"/>
          <p:cNvSpPr txBox="1">
            <a:spLocks noChangeArrowheads="1"/>
          </p:cNvSpPr>
          <p:nvPr/>
        </p:nvSpPr>
        <p:spPr bwMode="auto">
          <a:xfrm>
            <a:off x="9105900" y="5948363"/>
            <a:ext cx="379413" cy="414337"/>
          </a:xfrm>
          <a:prstGeom prst="rect">
            <a:avLst/>
          </a:prstGeom>
          <a:noFill/>
          <a:ln w="9525">
            <a:noFill/>
            <a:miter lim="800000"/>
            <a:headEnd/>
            <a:tailEnd/>
          </a:ln>
        </p:spPr>
        <p:txBody>
          <a:bodyPr wrap="none" lIns="94485" tIns="47242" rIns="94485" bIns="47242">
            <a:spAutoFit/>
          </a:bodyPr>
          <a:lstStyle/>
          <a:p>
            <a:r>
              <a:rPr lang="en-US" altLang="zh-CN" sz="2100" b="1">
                <a:solidFill>
                  <a:srgbClr val="0000CC"/>
                </a:solidFill>
                <a:latin typeface="Verdana" pitchFamily="34" charset="0"/>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290">
                                          <p:stCondLst>
                                            <p:cond delay="0"/>
                                          </p:stCondLst>
                                        </p:cTn>
                                        <p:tgtEl>
                                          <p:spTgt spid="4"/>
                                        </p:tgtEl>
                                      </p:cBhvr>
                                    </p:animEffect>
                                    <p:anim calcmode="lin" valueType="num">
                                      <p:cBhvr>
                                        <p:cTn id="8"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13" dur="13">
                                          <p:stCondLst>
                                            <p:cond delay="325"/>
                                          </p:stCondLst>
                                        </p:cTn>
                                        <p:tgtEl>
                                          <p:spTgt spid="4"/>
                                        </p:tgtEl>
                                      </p:cBhvr>
                                      <p:to x="100000" y="60000"/>
                                    </p:animScale>
                                    <p:animScale>
                                      <p:cBhvr>
                                        <p:cTn id="14" dur="83" decel="50000">
                                          <p:stCondLst>
                                            <p:cond delay="338"/>
                                          </p:stCondLst>
                                        </p:cTn>
                                        <p:tgtEl>
                                          <p:spTgt spid="4"/>
                                        </p:tgtEl>
                                      </p:cBhvr>
                                      <p:to x="100000" y="100000"/>
                                    </p:animScale>
                                    <p:animScale>
                                      <p:cBhvr>
                                        <p:cTn id="15" dur="13">
                                          <p:stCondLst>
                                            <p:cond delay="656"/>
                                          </p:stCondLst>
                                        </p:cTn>
                                        <p:tgtEl>
                                          <p:spTgt spid="4"/>
                                        </p:tgtEl>
                                      </p:cBhvr>
                                      <p:to x="100000" y="80000"/>
                                    </p:animScale>
                                    <p:animScale>
                                      <p:cBhvr>
                                        <p:cTn id="16" dur="83" decel="50000">
                                          <p:stCondLst>
                                            <p:cond delay="669"/>
                                          </p:stCondLst>
                                        </p:cTn>
                                        <p:tgtEl>
                                          <p:spTgt spid="4"/>
                                        </p:tgtEl>
                                      </p:cBhvr>
                                      <p:to x="100000" y="100000"/>
                                    </p:animScale>
                                    <p:animScale>
                                      <p:cBhvr>
                                        <p:cTn id="17" dur="13">
                                          <p:stCondLst>
                                            <p:cond delay="821"/>
                                          </p:stCondLst>
                                        </p:cTn>
                                        <p:tgtEl>
                                          <p:spTgt spid="4"/>
                                        </p:tgtEl>
                                      </p:cBhvr>
                                      <p:to x="100000" y="90000"/>
                                    </p:animScale>
                                    <p:animScale>
                                      <p:cBhvr>
                                        <p:cTn id="18" dur="83" decel="50000">
                                          <p:stCondLst>
                                            <p:cond delay="834"/>
                                          </p:stCondLst>
                                        </p:cTn>
                                        <p:tgtEl>
                                          <p:spTgt spid="4"/>
                                        </p:tgtEl>
                                      </p:cBhvr>
                                      <p:to x="100000" y="100000"/>
                                    </p:animScale>
                                    <p:animScale>
                                      <p:cBhvr>
                                        <p:cTn id="19" dur="13">
                                          <p:stCondLst>
                                            <p:cond delay="904"/>
                                          </p:stCondLst>
                                        </p:cTn>
                                        <p:tgtEl>
                                          <p:spTgt spid="4"/>
                                        </p:tgtEl>
                                      </p:cBhvr>
                                      <p:to x="100000" y="95000"/>
                                    </p:animScale>
                                    <p:animScale>
                                      <p:cBhvr>
                                        <p:cTn id="20" dur="83" decel="50000">
                                          <p:stCondLst>
                                            <p:cond delay="917"/>
                                          </p:stCondLst>
                                        </p:cTn>
                                        <p:tgtEl>
                                          <p:spTgt spid="4"/>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0" presetClass="path" presetSubtype="0" accel="50000" decel="50000" fill="hold" nodeType="clickEffect">
                                  <p:stCondLst>
                                    <p:cond delay="0"/>
                                  </p:stCondLst>
                                  <p:childTnLst>
                                    <p:animMotion origin="layout" path="M -4.44444E-6 1.11022E-16 C -0.00937 -0.02593 -0.01336 -0.05116 -0.01527 -0.0787 C -0.01527 -0.08171 -0.02395 -0.16296 -4.44444E-6 -0.17755 C 0.00695 -0.17546 0.00504 -0.17245 0.00695 -0.16597 C 0.00764 -0.16343 0.00903 -0.16088 0.00973 -0.15833 C 0.01059 -0.15509 0.01164 -0.15139 0.0125 -0.14815 C 0.01337 -0.14468 0.01441 -0.1412 0.01528 -0.13773 C 0.0158 -0.13611 0.01667 -0.13264 0.01667 -0.13241 C 0.01615 -0.09699 0.01615 -0.06134 0.01528 -0.02593 C 0.01511 -0.01528 0.01164 -0.00278 -4.44444E-6 1.11022E-16 Z " pathEditMode="relative" rAng="0" ptsTypes="ffffffffff">
                                      <p:cBhvr>
                                        <p:cTn id="24" dur="1000" fill="hold"/>
                                        <p:tgtEl>
                                          <p:spTgt spid="4"/>
                                        </p:tgtEl>
                                        <p:attrNameLst>
                                          <p:attrName>ppt_x</p:attrName>
                                          <p:attrName>ppt_y</p:attrName>
                                        </p:attrNameLst>
                                      </p:cBhvr>
                                      <p:rCtr x="-4" y="-89"/>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0" presetClass="path" presetSubtype="0" accel="50000" decel="50000" fill="hold" nodeType="clickEffect">
                                  <p:stCondLst>
                                    <p:cond delay="0"/>
                                  </p:stCondLst>
                                  <p:childTnLst>
                                    <p:animMotion origin="layout" path="M -0.05313 0.00556 C -0.0526 -0.08449 -0.0526 -0.17477 -0.05169 -0.26481 C -0.05156 -0.2831 -0.05052 -0.30301 -0.04622 -0.32037 C -0.04492 -0.33542 -0.0418 -0.34977 -0.04063 -0.36481 C -0.03893 -0.38773 -0.04063 -0.38519 -0.03503 -0.4 C -0.03138 -0.40972 -0.03399 -0.41759 -0.02669 -0.42407 C -0.02487 -0.43935 -0.02031 -0.47245 -0.01003 -0.48148 C -0.00729 -0.49282 0.00104 -0.49491 0.00794 -0.5 C 0.0224 -0.51065 0.01107 -0.50509 0.02044 -0.50926 C 0.02565 -0.5162 0.03034 -0.51829 0.03711 -0.52222 C 0.03906 -0.52338 0.04101 -0.52431 0.04271 -0.52593 C 0.04427 -0.52755 0.04518 -0.53009 0.04687 -0.53148 C 0.04987 -0.5338 0.05365 -0.5331 0.05664 -0.53519 C 0.0625 -0.53912 0.06771 -0.54329 0.07331 -0.54815 C 0.07643 -0.55093 0.08216 -0.5544 0.08581 -0.55556 C 0.09023 -0.55694 0.09961 -0.55926 0.09961 -0.55903 C 0.1293 -0.55856 0.15898 -0.55972 0.18854 -0.55741 C 0.19023 -0.55718 0.18997 -0.55324 0.19128 -0.55185 C 0.19258 -0.55069 0.19414 -0.55069 0.19544 -0.55 C 0.19635 -0.54815 0.19753 -0.54653 0.19831 -0.54444 C 0.19896 -0.54213 0.19844 -0.53912 0.19961 -0.53704 C 0.2056 -0.52708 0.20378 -0.5463 0.20378 -0.52778 " pathEditMode="relative" rAng="0" ptsTypes="fffffffffffffffffffffA">
                                      <p:cBhvr>
                                        <p:cTn id="28" dur="1000" fill="hold"/>
                                        <p:tgtEl>
                                          <p:spTgt spid="4"/>
                                        </p:tgtEl>
                                        <p:attrNameLst>
                                          <p:attrName>ppt_x</p:attrName>
                                          <p:attrName>ppt_y</p:attrName>
                                        </p:attrNameLst>
                                      </p:cBhvr>
                                      <p:rCtr x="129" y="-2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63491" name="Content Placeholder 2"/>
          <p:cNvSpPr>
            <a:spLocks noGrp="1" noChangeArrowheads="1"/>
          </p:cNvSpPr>
          <p:nvPr>
            <p:ph idx="4294967295"/>
          </p:nvPr>
        </p:nvSpPr>
        <p:spPr/>
        <p:txBody>
          <a:bodyPr/>
          <a:lstStyle/>
          <a:p>
            <a:pPr eaLnBrk="1" hangingPunct="1"/>
            <a:endParaRPr lang="en-US" altLang="zh-CN" smtClean="0"/>
          </a:p>
        </p:txBody>
      </p:sp>
      <p:pic>
        <p:nvPicPr>
          <p:cNvPr id="4" name="Picture 2"/>
          <p:cNvPicPr>
            <a:picLocks noChangeAspect="1" noChangeArrowheads="1"/>
          </p:cNvPicPr>
          <p:nvPr/>
        </p:nvPicPr>
        <p:blipFill>
          <a:blip r:embed="rId2"/>
          <a:srcRect/>
          <a:stretch>
            <a:fillRect/>
          </a:stretch>
        </p:blipFill>
        <p:spPr bwMode="auto">
          <a:xfrm>
            <a:off x="2644775" y="5167313"/>
            <a:ext cx="1341438" cy="1817687"/>
          </a:xfrm>
          <a:prstGeom prst="rect">
            <a:avLst/>
          </a:prstGeom>
          <a:noFill/>
          <a:ln w="9525">
            <a:noFill/>
            <a:miter lim="800000"/>
            <a:headEnd/>
            <a:tailEnd/>
          </a:ln>
        </p:spPr>
      </p:pic>
      <p:sp>
        <p:nvSpPr>
          <p:cNvPr id="63493" name="AutoShape 3"/>
          <p:cNvSpPr>
            <a:spLocks noChangeArrowheads="1"/>
          </p:cNvSpPr>
          <p:nvPr/>
        </p:nvSpPr>
        <p:spPr bwMode="auto">
          <a:xfrm>
            <a:off x="2347913" y="6800850"/>
            <a:ext cx="2306637" cy="1735138"/>
          </a:xfrm>
          <a:prstGeom prst="cloudCallout">
            <a:avLst>
              <a:gd name="adj1" fmla="val -45731"/>
              <a:gd name="adj2" fmla="val 6681"/>
            </a:avLst>
          </a:prstGeom>
          <a:solidFill>
            <a:srgbClr val="00FF00"/>
          </a:solidFill>
          <a:ln w="9525">
            <a:solidFill>
              <a:srgbClr val="0000FF"/>
            </a:solidFill>
            <a:miter lim="800000"/>
            <a:headEnd/>
            <a:tailEnd/>
          </a:ln>
        </p:spPr>
        <p:txBody>
          <a:bodyPr lIns="94485" tIns="47242" rIns="94485" bIns="47242"/>
          <a:lstStyle/>
          <a:p>
            <a:pPr algn="ctr"/>
            <a:endParaRPr lang="zh-CN" altLang="zh-CN"/>
          </a:p>
        </p:txBody>
      </p:sp>
      <p:sp>
        <p:nvSpPr>
          <p:cNvPr id="63494" name="AutoShape 4"/>
          <p:cNvSpPr>
            <a:spLocks noChangeArrowheads="1"/>
          </p:cNvSpPr>
          <p:nvPr/>
        </p:nvSpPr>
        <p:spPr bwMode="auto">
          <a:xfrm>
            <a:off x="4878388" y="1595438"/>
            <a:ext cx="2306637" cy="1735137"/>
          </a:xfrm>
          <a:prstGeom prst="cloudCallout">
            <a:avLst>
              <a:gd name="adj1" fmla="val -10667"/>
              <a:gd name="adj2" fmla="val 51685"/>
            </a:avLst>
          </a:prstGeom>
          <a:solidFill>
            <a:srgbClr val="00FF00"/>
          </a:solidFill>
          <a:ln w="9525">
            <a:solidFill>
              <a:schemeClr val="tx1"/>
            </a:solidFill>
            <a:miter lim="800000"/>
            <a:headEnd/>
            <a:tailEnd/>
          </a:ln>
        </p:spPr>
        <p:txBody>
          <a:bodyPr lIns="94485" tIns="47242" rIns="94485" bIns="47242"/>
          <a:lstStyle/>
          <a:p>
            <a:pPr algn="ctr"/>
            <a:endParaRPr lang="zh-CN" altLang="zh-CN"/>
          </a:p>
        </p:txBody>
      </p:sp>
      <p:sp>
        <p:nvSpPr>
          <p:cNvPr id="63495" name="AutoShape 5"/>
          <p:cNvSpPr>
            <a:spLocks noChangeArrowheads="1"/>
          </p:cNvSpPr>
          <p:nvPr/>
        </p:nvSpPr>
        <p:spPr bwMode="auto">
          <a:xfrm>
            <a:off x="8153400" y="5372100"/>
            <a:ext cx="2306638" cy="1735138"/>
          </a:xfrm>
          <a:prstGeom prst="cloudCallout">
            <a:avLst>
              <a:gd name="adj1" fmla="val -30014"/>
              <a:gd name="adj2" fmla="val -43125"/>
            </a:avLst>
          </a:prstGeom>
          <a:solidFill>
            <a:srgbClr val="00FF00"/>
          </a:solidFill>
          <a:ln w="9525">
            <a:solidFill>
              <a:schemeClr val="tx1"/>
            </a:solidFill>
            <a:miter lim="800000"/>
            <a:headEnd/>
            <a:tailEnd/>
          </a:ln>
        </p:spPr>
        <p:txBody>
          <a:bodyPr lIns="94485" tIns="47242" rIns="94485" bIns="47242"/>
          <a:lstStyle/>
          <a:p>
            <a:pPr algn="ctr"/>
            <a:endParaRPr lang="zh-CN" altLang="zh-CN"/>
          </a:p>
        </p:txBody>
      </p:sp>
      <p:sp>
        <p:nvSpPr>
          <p:cNvPr id="63496" name="Text Box 6"/>
          <p:cNvSpPr txBox="1">
            <a:spLocks noChangeArrowheads="1"/>
          </p:cNvSpPr>
          <p:nvPr/>
        </p:nvSpPr>
        <p:spPr bwMode="auto">
          <a:xfrm>
            <a:off x="3240088" y="7312025"/>
            <a:ext cx="342900" cy="382588"/>
          </a:xfrm>
          <a:prstGeom prst="rect">
            <a:avLst/>
          </a:prstGeom>
          <a:noFill/>
          <a:ln w="9525">
            <a:noFill/>
            <a:miter lim="800000"/>
            <a:headEnd/>
            <a:tailEnd/>
          </a:ln>
        </p:spPr>
        <p:txBody>
          <a:bodyPr wrap="none" lIns="94485" tIns="47242" rIns="94485" bIns="47242">
            <a:spAutoFit/>
          </a:bodyPr>
          <a:lstStyle/>
          <a:p>
            <a:r>
              <a:rPr lang="en-US" altLang="zh-CN">
                <a:solidFill>
                  <a:srgbClr val="0000CC"/>
                </a:solidFill>
                <a:latin typeface="Verdana" pitchFamily="34" charset="0"/>
              </a:rPr>
              <a:t>1</a:t>
            </a:r>
          </a:p>
        </p:txBody>
      </p:sp>
      <p:sp>
        <p:nvSpPr>
          <p:cNvPr id="63497" name="Text Box 7"/>
          <p:cNvSpPr txBox="1">
            <a:spLocks noChangeArrowheads="1"/>
          </p:cNvSpPr>
          <p:nvPr/>
        </p:nvSpPr>
        <p:spPr bwMode="auto">
          <a:xfrm>
            <a:off x="5770563" y="2208213"/>
            <a:ext cx="342900" cy="382587"/>
          </a:xfrm>
          <a:prstGeom prst="rect">
            <a:avLst/>
          </a:prstGeom>
          <a:noFill/>
          <a:ln w="9525">
            <a:noFill/>
            <a:miter lim="800000"/>
            <a:headEnd/>
            <a:tailEnd/>
          </a:ln>
        </p:spPr>
        <p:txBody>
          <a:bodyPr wrap="none" lIns="94485" tIns="47242" rIns="94485" bIns="47242">
            <a:spAutoFit/>
          </a:bodyPr>
          <a:lstStyle/>
          <a:p>
            <a:r>
              <a:rPr lang="en-US" altLang="zh-CN">
                <a:solidFill>
                  <a:srgbClr val="0000CC"/>
                </a:solidFill>
                <a:latin typeface="Verdana" pitchFamily="34" charset="0"/>
              </a:rPr>
              <a:t>2</a:t>
            </a:r>
          </a:p>
        </p:txBody>
      </p:sp>
      <p:sp>
        <p:nvSpPr>
          <p:cNvPr id="63498" name="Text Box 8"/>
          <p:cNvSpPr txBox="1">
            <a:spLocks noChangeArrowheads="1"/>
          </p:cNvSpPr>
          <p:nvPr/>
        </p:nvSpPr>
        <p:spPr bwMode="auto">
          <a:xfrm>
            <a:off x="9120188" y="5983288"/>
            <a:ext cx="341312" cy="384175"/>
          </a:xfrm>
          <a:prstGeom prst="rect">
            <a:avLst/>
          </a:prstGeom>
          <a:noFill/>
          <a:ln w="9525">
            <a:noFill/>
            <a:miter lim="800000"/>
            <a:headEnd/>
            <a:tailEnd/>
          </a:ln>
        </p:spPr>
        <p:txBody>
          <a:bodyPr wrap="none" lIns="94485" tIns="47242" rIns="94485" bIns="47242">
            <a:spAutoFit/>
          </a:bodyPr>
          <a:lstStyle/>
          <a:p>
            <a:r>
              <a:rPr lang="en-US" altLang="zh-CN">
                <a:solidFill>
                  <a:srgbClr val="0000CC"/>
                </a:solidFill>
                <a:latin typeface="Verdana" pitchFamily="34" charset="0"/>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0.10521 -0.02407 C -0.1 -0.03843 -0.09219 -0.04931 -0.08568 -0.0625 C -0.08476 -0.06412 -0.08281 -0.06458 -0.08177 -0.06597 C -0.07669 -0.07153 -0.07148 -0.07847 -0.06601 -0.08333 C -0.0543 -0.09375 -0.07057 -0.07477 -0.0582 -0.08866 C -0.0543 -0.09282 -0.05039 -0.09884 -0.04635 -0.10255 C -0.04362 -0.10486 -0.03997 -0.10532 -0.03724 -0.10764 C -0.03164 -0.11227 -0.0293 -0.11597 -0.02292 -0.11806 C -0.01862 -0.12176 -0.01406 -0.12361 -0.00976 -0.12685 C 0.00208 -0.13565 0.0069 -0.1463 0.02162 -0.15116 C 0.04909 -0.17546 0.08737 -0.17384 0.11849 -0.17546 C 0.12695 -0.17708 0.13503 -0.18056 0.14336 -0.18264 C 0.15638 -0.18542 0.16979 -0.18657 0.18229 -0.1912 C 0.21992 -0.20486 0.25768 -0.21875 0.29636 -0.22593 C 0.3263 -0.22546 0.35651 -0.22546 0.38672 -0.22431 C 0.39596 -0.22384 0.40729 -0.21852 0.41667 -0.21736 C 0.4181 -0.21667 0.41927 -0.21644 0.42057 -0.21551 C 0.42214 -0.21481 0.42305 -0.21296 0.42461 -0.21204 C 0.42695 -0.21065 0.43242 -0.20856 0.43242 -0.20833 C 0.43646 -0.20324 0.43945 -0.20162 0.44414 -0.19815 C 0.44701 -0.1963 0.45208 -0.1912 0.45208 -0.19097 C 0.45951 -0.17616 0.44961 -0.19375 0.45846 -0.18426 C 0.4599 -0.18287 0.46003 -0.18056 0.4612 -0.17917 C 0.46237 -0.17755 0.4638 -0.17662 0.46511 -0.17546 C 0.46732 -0.16644 0.46914 -0.16713 0.46914 -0.15648 " pathEditMode="relative" rAng="0" ptsTypes="ffffffffffffffffffffffffA">
                                      <p:cBhvr>
                                        <p:cTn id="10" dur="1000" fill="hold"/>
                                        <p:tgtEl>
                                          <p:spTgt spid="4"/>
                                        </p:tgtEl>
                                        <p:attrNameLst>
                                          <p:attrName>ppt_x</p:attrName>
                                          <p:attrName>ppt_y</p:attrName>
                                        </p:attrNameLst>
                                      </p:cBhvr>
                                      <p:rCtr x="287" y="-1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65539" name="Content Placeholder 2"/>
          <p:cNvSpPr>
            <a:spLocks noGrp="1" noChangeArrowheads="1"/>
          </p:cNvSpPr>
          <p:nvPr>
            <p:ph idx="4294967295"/>
          </p:nvPr>
        </p:nvSpPr>
        <p:spPr/>
        <p:txBody>
          <a:bodyPr/>
          <a:lstStyle/>
          <a:p>
            <a:pPr marL="0" indent="0" eaLnBrk="1" hangingPunct="1">
              <a:buFont typeface="Wingdings 2" pitchFamily="18" charset="2"/>
              <a:buNone/>
              <a:defRPr/>
            </a:pPr>
            <a:r>
              <a:rPr lang="zh-CN" altLang="en-US" dirty="0" smtClean="0">
                <a:latin typeface="+mn-ea"/>
              </a:rPr>
              <a:t>  设青蛙的转移矩阵为</a:t>
            </a:r>
            <a:endParaRPr lang="en-US" altLang="zh-CN" dirty="0" smtClean="0">
              <a:latin typeface="+mn-ea"/>
            </a:endParaRPr>
          </a:p>
          <a:p>
            <a:pPr marL="0" indent="0" eaLnBrk="1" hangingPunct="1">
              <a:buFont typeface="Wingdings 2" pitchFamily="18" charset="2"/>
              <a:buNone/>
              <a:defRPr/>
            </a:pPr>
            <a:endParaRPr lang="en-US" altLang="zh-CN" dirty="0" smtClean="0">
              <a:latin typeface="+mn-ea"/>
            </a:endParaRPr>
          </a:p>
          <a:p>
            <a:pPr marL="0" indent="0" eaLnBrk="1" hangingPunct="1">
              <a:buFont typeface="Wingdings 2" pitchFamily="18" charset="2"/>
              <a:buNone/>
              <a:defRPr/>
            </a:pPr>
            <a:endParaRPr lang="en-US" altLang="zh-CN" dirty="0" smtClean="0">
              <a:latin typeface="+mn-ea"/>
            </a:endParaRPr>
          </a:p>
        </p:txBody>
      </p:sp>
      <p:graphicFrame>
        <p:nvGraphicFramePr>
          <p:cNvPr id="64516" name="对象 1"/>
          <p:cNvGraphicFramePr>
            <a:graphicFrameLocks noChangeAspect="1"/>
          </p:cNvGraphicFramePr>
          <p:nvPr/>
        </p:nvGraphicFramePr>
        <p:xfrm>
          <a:off x="4086225" y="1958975"/>
          <a:ext cx="2647950" cy="1952625"/>
        </p:xfrm>
        <a:graphic>
          <a:graphicData uri="http://schemas.openxmlformats.org/presentationml/2006/ole">
            <p:oleObj spid="_x0000_s64516" name="Equation" r:id="rId4" imgW="1308100" imgH="698500" progId="Equation.3">
              <p:embed/>
            </p:oleObj>
          </a:graphicData>
        </a:graphic>
      </p:graphicFrame>
      <p:sp>
        <p:nvSpPr>
          <p:cNvPr id="64517" name="TextBox 2"/>
          <p:cNvSpPr txBox="1">
            <a:spLocks noChangeArrowheads="1"/>
          </p:cNvSpPr>
          <p:nvPr/>
        </p:nvSpPr>
        <p:spPr bwMode="auto">
          <a:xfrm>
            <a:off x="1119188" y="4267200"/>
            <a:ext cx="6770687" cy="479425"/>
          </a:xfrm>
          <a:prstGeom prst="rect">
            <a:avLst/>
          </a:prstGeom>
          <a:noFill/>
          <a:ln w="9525">
            <a:noFill/>
            <a:miter lim="800000"/>
            <a:headEnd/>
            <a:tailEnd/>
          </a:ln>
        </p:spPr>
        <p:txBody>
          <a:bodyPr lIns="94485" tIns="47242" rIns="94485" bIns="47242">
            <a:spAutoFit/>
          </a:bodyPr>
          <a:lstStyle/>
          <a:p>
            <a:r>
              <a:rPr kumimoji="1" lang="zh-CN" altLang="en-US" sz="2500">
                <a:latin typeface="Times New Roman" pitchFamily="18" charset="0"/>
              </a:rPr>
              <a:t> 初始状态为(1,0,0),以后各步的状态概率为</a:t>
            </a:r>
            <a:endParaRPr lang="zh-CN" altLang="en-US" sz="2500"/>
          </a:p>
        </p:txBody>
      </p:sp>
      <p:graphicFrame>
        <p:nvGraphicFramePr>
          <p:cNvPr id="2" name="表格 1"/>
          <p:cNvGraphicFramePr>
            <a:graphicFrameLocks noGrp="1"/>
          </p:cNvGraphicFramePr>
          <p:nvPr/>
        </p:nvGraphicFramePr>
        <p:xfrm>
          <a:off x="1025525" y="4913313"/>
          <a:ext cx="10655300" cy="3481388"/>
        </p:xfrm>
        <a:graphic>
          <a:graphicData uri="http://schemas.openxmlformats.org/drawingml/2006/table">
            <a:tbl>
              <a:tblPr/>
              <a:tblGrid>
                <a:gridCol w="1314450"/>
                <a:gridCol w="933450"/>
                <a:gridCol w="935038"/>
                <a:gridCol w="933450"/>
                <a:gridCol w="935037"/>
                <a:gridCol w="933450"/>
                <a:gridCol w="933450"/>
                <a:gridCol w="935038"/>
                <a:gridCol w="933450"/>
                <a:gridCol w="935037"/>
                <a:gridCol w="933450"/>
              </a:tblGrid>
              <a:tr h="1204913">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　</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0</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2</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3</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4</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5</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6</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7</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8</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9</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75882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0.2</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0.311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0.3028</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0.3068</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0.3054</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0.3058</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0.3057</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0.30574</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75882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2</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0.5</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0.27</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0.35</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0.3261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0.3325</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0.3309</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0.3313</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0.3312</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0.33121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75882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宋体" pitchFamily="2" charset="-122"/>
                          <a:ea typeface="宋体" pitchFamily="2" charset="-122"/>
                        </a:rPr>
                        <a:t>3</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0.42</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0.339</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0.3711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0.3607</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0.3637</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0.3629</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0.3631</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0.36305</a:t>
                      </a:r>
                    </a:p>
                  </a:txBody>
                  <a:tcPr marL="0" marR="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bl>
          </a:graphicData>
        </a:graphic>
      </p:graphicFrame>
      <p:cxnSp>
        <p:nvCxnSpPr>
          <p:cNvPr id="72" name="直接连接符 71"/>
          <p:cNvCxnSpPr/>
          <p:nvPr/>
        </p:nvCxnSpPr>
        <p:spPr>
          <a:xfrm>
            <a:off x="1008063" y="4989513"/>
            <a:ext cx="1277937" cy="1093787"/>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68"/>
          <p:cNvSpPr txBox="1"/>
          <p:nvPr/>
        </p:nvSpPr>
        <p:spPr>
          <a:xfrm>
            <a:off x="1739900" y="5180013"/>
            <a:ext cx="493713" cy="35560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defRPr/>
            </a:pPr>
            <a:r>
              <a:rPr lang="en-US" altLang="zh-CN" sz="2400" b="1" dirty="0">
                <a:latin typeface="+mn-ea"/>
              </a:rPr>
              <a:t>t</a:t>
            </a:r>
            <a:endParaRPr lang="zh-CN" altLang="en-US" sz="2400" b="1" dirty="0">
              <a:latin typeface="+mn-ea"/>
            </a:endParaRPr>
          </a:p>
        </p:txBody>
      </p:sp>
      <p:sp>
        <p:nvSpPr>
          <p:cNvPr id="74" name="TextBox 69"/>
          <p:cNvSpPr txBox="1"/>
          <p:nvPr/>
        </p:nvSpPr>
        <p:spPr>
          <a:xfrm>
            <a:off x="1141413" y="5689600"/>
            <a:ext cx="623887" cy="3667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defRPr/>
            </a:pPr>
            <a:r>
              <a:rPr lang="zh-CN" altLang="en-US" sz="1600" b="1" dirty="0"/>
              <a:t>状态</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ChangeArrowheads="1"/>
          </p:cNvSpPr>
          <p:nvPr>
            <p:ph idx="4294967295"/>
          </p:nvPr>
        </p:nvSpPr>
        <p:spPr>
          <a:xfrm>
            <a:off x="866775" y="1320800"/>
            <a:ext cx="11376025" cy="7577138"/>
          </a:xfrm>
        </p:spPr>
        <p:txBody>
          <a:bodyPr/>
          <a:lstStyle/>
          <a:p>
            <a:pPr marL="236212" indent="-236212" eaLnBrk="1" hangingPunct="1">
              <a:defRPr/>
            </a:pPr>
            <a:r>
              <a:rPr lang="zh-CN" altLang="en-US" sz="3200" b="1" dirty="0" smtClean="0">
                <a:latin typeface="+mn-ea"/>
              </a:rPr>
              <a:t>应用举例     股票价格走势预测</a:t>
            </a:r>
            <a:endParaRPr lang="en-US" altLang="zh-CN" sz="3200" b="1" dirty="0" smtClean="0">
              <a:latin typeface="+mn-ea"/>
            </a:endParaRPr>
          </a:p>
          <a:p>
            <a:pPr marL="0" indent="0" eaLnBrk="1" hangingPunct="1">
              <a:buFont typeface="Wingdings 2" pitchFamily="18" charset="2"/>
              <a:buNone/>
              <a:defRPr/>
            </a:pPr>
            <a:r>
              <a:rPr lang="zh-CN" altLang="en-US" dirty="0" smtClean="0">
                <a:latin typeface="+mn-ea"/>
              </a:rPr>
              <a:t>    青岛啤酒</a:t>
            </a:r>
            <a:r>
              <a:rPr lang="en-US" altLang="zh-CN" dirty="0" smtClean="0">
                <a:latin typeface="+mn-ea"/>
              </a:rPr>
              <a:t>2007</a:t>
            </a:r>
            <a:r>
              <a:rPr lang="zh-CN" altLang="en-US" dirty="0" smtClean="0">
                <a:latin typeface="+mn-ea"/>
              </a:rPr>
              <a:t>年</a:t>
            </a:r>
            <a:r>
              <a:rPr lang="en-US" altLang="zh-CN" dirty="0" smtClean="0">
                <a:latin typeface="+mn-ea"/>
              </a:rPr>
              <a:t>2</a:t>
            </a:r>
            <a:r>
              <a:rPr lang="zh-CN" altLang="en-US" dirty="0" smtClean="0">
                <a:latin typeface="+mn-ea"/>
              </a:rPr>
              <a:t>月</a:t>
            </a:r>
            <a:r>
              <a:rPr lang="en-US" altLang="zh-CN" dirty="0" smtClean="0">
                <a:latin typeface="+mn-ea"/>
              </a:rPr>
              <a:t>1</a:t>
            </a:r>
            <a:r>
              <a:rPr lang="zh-CN" altLang="en-US" dirty="0" smtClean="0">
                <a:latin typeface="+mn-ea"/>
              </a:rPr>
              <a:t>日至</a:t>
            </a:r>
            <a:r>
              <a:rPr lang="en-US" altLang="zh-CN" dirty="0" smtClean="0">
                <a:latin typeface="+mn-ea"/>
              </a:rPr>
              <a:t>4</a:t>
            </a:r>
            <a:r>
              <a:rPr lang="zh-CN" altLang="en-US" dirty="0" smtClean="0">
                <a:latin typeface="+mn-ea"/>
              </a:rPr>
              <a:t>月</a:t>
            </a:r>
            <a:r>
              <a:rPr lang="en-US" altLang="zh-CN" dirty="0" smtClean="0">
                <a:latin typeface="+mn-ea"/>
              </a:rPr>
              <a:t>26</a:t>
            </a:r>
            <a:r>
              <a:rPr lang="zh-CN" altLang="en-US" dirty="0" smtClean="0">
                <a:latin typeface="+mn-ea"/>
              </a:rPr>
              <a:t>日的交易日收盘价数据如表所示，试用马尔科夫链预测</a:t>
            </a:r>
            <a:r>
              <a:rPr lang="en-US" altLang="zh-CN" dirty="0" smtClean="0">
                <a:latin typeface="+mn-ea"/>
              </a:rPr>
              <a:t>4</a:t>
            </a:r>
            <a:r>
              <a:rPr lang="zh-CN" altLang="en-US" dirty="0" smtClean="0">
                <a:latin typeface="+mn-ea"/>
              </a:rPr>
              <a:t>月</a:t>
            </a:r>
            <a:r>
              <a:rPr lang="en-US" altLang="zh-CN" dirty="0" smtClean="0">
                <a:latin typeface="+mn-ea"/>
              </a:rPr>
              <a:t>27</a:t>
            </a:r>
            <a:r>
              <a:rPr lang="zh-CN" altLang="en-US" dirty="0" smtClean="0">
                <a:latin typeface="+mn-ea"/>
              </a:rPr>
              <a:t>日和</a:t>
            </a:r>
            <a:r>
              <a:rPr lang="en-US" altLang="zh-CN" dirty="0" smtClean="0">
                <a:latin typeface="+mn-ea"/>
              </a:rPr>
              <a:t>4</a:t>
            </a:r>
            <a:r>
              <a:rPr lang="zh-CN" altLang="en-US" dirty="0" smtClean="0">
                <a:latin typeface="+mn-ea"/>
              </a:rPr>
              <a:t>月</a:t>
            </a:r>
            <a:r>
              <a:rPr lang="en-US" altLang="zh-CN" dirty="0" smtClean="0">
                <a:latin typeface="+mn-ea"/>
              </a:rPr>
              <a:t>30</a:t>
            </a:r>
            <a:r>
              <a:rPr lang="zh-CN" altLang="en-US" dirty="0" smtClean="0">
                <a:latin typeface="+mn-ea"/>
              </a:rPr>
              <a:t>日的收盘价区间</a:t>
            </a:r>
            <a:r>
              <a:rPr lang="zh-CN" altLang="en-US" dirty="0" smtClean="0"/>
              <a:t>。</a:t>
            </a:r>
            <a:endParaRPr lang="en-US" altLang="zh-CN" dirty="0" smtClean="0"/>
          </a:p>
          <a:p>
            <a:pPr marL="0" indent="0" eaLnBrk="1" hangingPunct="1">
              <a:buFont typeface="Wingdings 2" pitchFamily="18" charset="2"/>
              <a:buNone/>
              <a:defRPr/>
            </a:pPr>
            <a:endParaRPr lang="en-US" altLang="zh-CN" dirty="0" smtClean="0"/>
          </a:p>
        </p:txBody>
      </p:sp>
      <p:graphicFrame>
        <p:nvGraphicFramePr>
          <p:cNvPr id="4" name="表格 3"/>
          <p:cNvGraphicFramePr>
            <a:graphicFrameLocks noGrp="1"/>
          </p:cNvGraphicFramePr>
          <p:nvPr/>
        </p:nvGraphicFramePr>
        <p:xfrm>
          <a:off x="368300" y="2628900"/>
          <a:ext cx="11976100" cy="6400802"/>
        </p:xfrm>
        <a:graphic>
          <a:graphicData uri="http://schemas.openxmlformats.org/drawingml/2006/table">
            <a:tbl>
              <a:tblPr/>
              <a:tblGrid>
                <a:gridCol w="798513"/>
                <a:gridCol w="798512"/>
                <a:gridCol w="798513"/>
                <a:gridCol w="798512"/>
                <a:gridCol w="798513"/>
                <a:gridCol w="798512"/>
                <a:gridCol w="798513"/>
                <a:gridCol w="796925"/>
                <a:gridCol w="798512"/>
                <a:gridCol w="798513"/>
                <a:gridCol w="798512"/>
                <a:gridCol w="798513"/>
                <a:gridCol w="798512"/>
                <a:gridCol w="798513"/>
                <a:gridCol w="798512"/>
              </a:tblGrid>
              <a:tr h="452438">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日期</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收盘价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日期</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收盘价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日期</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收盘价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日期</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收盘价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日期</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收盘价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16.88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19.39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17.25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30</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17.05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49</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15.91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17.45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17.04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17.41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50</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18.86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15.92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28</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17.48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39</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17.48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18.67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16.28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40</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18.03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20</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19.23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29</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20</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16.21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18.95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8</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16.87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15.65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30</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21</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16.16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20.24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16.39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18.76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19.65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8577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17.35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20</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16.35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16.24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10</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18.29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19.63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515938">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9</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8</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16.91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17.04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11</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544513">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10</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17.94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16.57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27</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17.24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18.61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58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30</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530225">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11</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15</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18.52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23</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16.42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35</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28</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16.97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47</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18.83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71488">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12</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18.62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24</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17.32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36</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3</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29</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16.84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48</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4</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月</a:t>
                      </a: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16</a:t>
                      </a:r>
                      <a:r>
                        <a:rPr kumimoji="0" lang="zh-CN" altLang="en-US" sz="1600" b="0" i="0" u="none" strike="noStrike" cap="none" normalizeH="0" baseline="0" smtClean="0">
                          <a:ln>
                            <a:noFill/>
                          </a:ln>
                          <a:solidFill>
                            <a:srgbClr val="000000"/>
                          </a:solidFill>
                          <a:effectLst/>
                          <a:latin typeface="宋体" pitchFamily="2" charset="-122"/>
                          <a:ea typeface="宋体" pitchFamily="2" charset="-122"/>
                        </a:rPr>
                        <a:t>日</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宋体" pitchFamily="2" charset="-122"/>
                          <a:ea typeface="宋体" pitchFamily="2" charset="-122"/>
                        </a:rPr>
                        <a:t>19.18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itchFamily="2" charset="-122"/>
                          <a:ea typeface="宋体" pitchFamily="2" charset="-122"/>
                        </a:rPr>
                        <a:t>　</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6E8"/>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67587" name="Content Placeholder 2"/>
          <p:cNvSpPr>
            <a:spLocks noGrp="1" noChangeArrowheads="1"/>
          </p:cNvSpPr>
          <p:nvPr>
            <p:ph idx="4294967295"/>
          </p:nvPr>
        </p:nvSpPr>
        <p:spPr/>
        <p:txBody>
          <a:bodyPr/>
          <a:lstStyle/>
          <a:p>
            <a:pPr marL="0" indent="0" eaLnBrk="1" hangingPunct="1">
              <a:lnSpc>
                <a:spcPct val="100000"/>
              </a:lnSpc>
              <a:spcBef>
                <a:spcPts val="1000"/>
              </a:spcBef>
              <a:spcAft>
                <a:spcPts val="1000"/>
              </a:spcAft>
              <a:buFont typeface="Wingdings 2" pitchFamily="18" charset="2"/>
              <a:buNone/>
              <a:defRPr/>
            </a:pPr>
            <a:r>
              <a:rPr lang="zh-CN" altLang="en-US" b="1" dirty="0" smtClean="0">
                <a:latin typeface="+mn-ea"/>
              </a:rPr>
              <a:t>（</a:t>
            </a:r>
            <a:r>
              <a:rPr lang="en-US" altLang="zh-CN" b="1" dirty="0" smtClean="0">
                <a:latin typeface="+mn-ea"/>
              </a:rPr>
              <a:t>1</a:t>
            </a:r>
            <a:r>
              <a:rPr lang="zh-CN" altLang="en-US" b="1" dirty="0" smtClean="0">
                <a:latin typeface="+mn-ea"/>
              </a:rPr>
              <a:t>）先划分区间，确定状态：</a:t>
            </a:r>
            <a:endParaRPr lang="en-US" altLang="zh-CN" b="1" dirty="0" smtClean="0">
              <a:latin typeface="+mn-ea"/>
            </a:endParaRPr>
          </a:p>
          <a:p>
            <a:pPr marL="0" indent="0" eaLnBrk="1" hangingPunct="1">
              <a:lnSpc>
                <a:spcPct val="100000"/>
              </a:lnSpc>
              <a:spcBef>
                <a:spcPts val="1000"/>
              </a:spcBef>
              <a:spcAft>
                <a:spcPts val="1000"/>
              </a:spcAft>
              <a:buFont typeface="Wingdings 2" pitchFamily="18" charset="2"/>
              <a:buNone/>
              <a:defRPr/>
            </a:pPr>
            <a:r>
              <a:rPr lang="zh-CN" altLang="en-US" dirty="0" smtClean="0">
                <a:latin typeface="+mn-ea"/>
              </a:rPr>
              <a:t>将价格按从小到大划分为</a:t>
            </a:r>
            <a:r>
              <a:rPr lang="en-US" altLang="zh-CN" dirty="0" smtClean="0">
                <a:latin typeface="+mn-ea"/>
              </a:rPr>
              <a:t>5</a:t>
            </a:r>
            <a:r>
              <a:rPr lang="zh-CN" altLang="en-US" dirty="0" smtClean="0">
                <a:latin typeface="+mn-ea"/>
              </a:rPr>
              <a:t>个区间：低于</a:t>
            </a:r>
            <a:r>
              <a:rPr lang="en-US" altLang="zh-CN" dirty="0" smtClean="0">
                <a:latin typeface="+mn-ea"/>
              </a:rPr>
              <a:t>16</a:t>
            </a:r>
            <a:r>
              <a:rPr lang="zh-CN" altLang="en-US" dirty="0" smtClean="0">
                <a:latin typeface="+mn-ea"/>
              </a:rPr>
              <a:t>元的为状态</a:t>
            </a:r>
            <a:r>
              <a:rPr lang="en-US" altLang="zh-CN" dirty="0" smtClean="0">
                <a:latin typeface="+mn-ea"/>
              </a:rPr>
              <a:t>a</a:t>
            </a:r>
            <a:r>
              <a:rPr lang="zh-CN" altLang="en-US" dirty="0" smtClean="0">
                <a:latin typeface="+mn-ea"/>
              </a:rPr>
              <a:t>，</a:t>
            </a:r>
            <a:r>
              <a:rPr lang="en-US" altLang="zh-CN" dirty="0" smtClean="0">
                <a:latin typeface="+mn-ea"/>
              </a:rPr>
              <a:t>16</a:t>
            </a:r>
            <a:r>
              <a:rPr lang="zh-CN" altLang="en-US" dirty="0" smtClean="0">
                <a:latin typeface="+mn-ea"/>
              </a:rPr>
              <a:t>元（含）至</a:t>
            </a:r>
            <a:r>
              <a:rPr lang="en-US" altLang="zh-CN" dirty="0" smtClean="0">
                <a:latin typeface="+mn-ea"/>
              </a:rPr>
              <a:t>17</a:t>
            </a:r>
            <a:r>
              <a:rPr lang="zh-CN" altLang="en-US" dirty="0" smtClean="0">
                <a:latin typeface="+mn-ea"/>
              </a:rPr>
              <a:t>元的为状态</a:t>
            </a:r>
            <a:r>
              <a:rPr lang="en-US" altLang="zh-CN" dirty="0" smtClean="0">
                <a:latin typeface="+mn-ea"/>
              </a:rPr>
              <a:t>b</a:t>
            </a:r>
            <a:r>
              <a:rPr lang="zh-CN" altLang="en-US" dirty="0" smtClean="0">
                <a:latin typeface="+mn-ea"/>
              </a:rPr>
              <a:t>，</a:t>
            </a:r>
            <a:r>
              <a:rPr lang="en-US" altLang="zh-CN" dirty="0" smtClean="0">
                <a:latin typeface="+mn-ea"/>
              </a:rPr>
              <a:t>17</a:t>
            </a:r>
            <a:r>
              <a:rPr lang="zh-CN" altLang="en-US" dirty="0" smtClean="0">
                <a:latin typeface="+mn-ea"/>
              </a:rPr>
              <a:t>元（含）至</a:t>
            </a:r>
            <a:r>
              <a:rPr lang="en-US" altLang="zh-CN" dirty="0" smtClean="0">
                <a:latin typeface="+mn-ea"/>
              </a:rPr>
              <a:t>18</a:t>
            </a:r>
            <a:r>
              <a:rPr lang="zh-CN" altLang="en-US" dirty="0" smtClean="0">
                <a:latin typeface="+mn-ea"/>
              </a:rPr>
              <a:t>元的为状态</a:t>
            </a:r>
            <a:r>
              <a:rPr lang="en-US" altLang="zh-CN" dirty="0" smtClean="0">
                <a:latin typeface="+mn-ea"/>
              </a:rPr>
              <a:t>c</a:t>
            </a:r>
            <a:r>
              <a:rPr lang="zh-CN" altLang="en-US" dirty="0" smtClean="0">
                <a:latin typeface="+mn-ea"/>
              </a:rPr>
              <a:t>，</a:t>
            </a:r>
            <a:r>
              <a:rPr lang="en-US" altLang="zh-CN" dirty="0" smtClean="0">
                <a:latin typeface="+mn-ea"/>
              </a:rPr>
              <a:t>18</a:t>
            </a:r>
            <a:r>
              <a:rPr lang="zh-CN" altLang="en-US" dirty="0" smtClean="0">
                <a:latin typeface="+mn-ea"/>
              </a:rPr>
              <a:t>元（含）至</a:t>
            </a:r>
            <a:r>
              <a:rPr lang="en-US" altLang="zh-CN" dirty="0" smtClean="0">
                <a:latin typeface="+mn-ea"/>
              </a:rPr>
              <a:t>19</a:t>
            </a:r>
            <a:r>
              <a:rPr lang="zh-CN" altLang="en-US" dirty="0" smtClean="0">
                <a:latin typeface="+mn-ea"/>
              </a:rPr>
              <a:t>元的为状态</a:t>
            </a:r>
            <a:r>
              <a:rPr lang="en-US" altLang="zh-CN" dirty="0" smtClean="0">
                <a:latin typeface="+mn-ea"/>
              </a:rPr>
              <a:t>d</a:t>
            </a:r>
            <a:r>
              <a:rPr lang="zh-CN" altLang="en-US" dirty="0" smtClean="0">
                <a:latin typeface="+mn-ea"/>
              </a:rPr>
              <a:t>，</a:t>
            </a:r>
            <a:r>
              <a:rPr lang="en-US" altLang="zh-CN" dirty="0" smtClean="0">
                <a:latin typeface="+mn-ea"/>
              </a:rPr>
              <a:t>19</a:t>
            </a:r>
            <a:r>
              <a:rPr lang="zh-CN" altLang="en-US" dirty="0" smtClean="0">
                <a:latin typeface="+mn-ea"/>
              </a:rPr>
              <a:t>元（含）以上的股价为状态</a:t>
            </a:r>
            <a:r>
              <a:rPr lang="en-US" altLang="zh-CN" smtClean="0">
                <a:latin typeface="+mn-ea"/>
              </a:rPr>
              <a:t>e</a:t>
            </a:r>
            <a:r>
              <a:rPr lang="zh-CN" altLang="en-US" smtClean="0">
                <a:latin typeface="+mn-ea"/>
              </a:rPr>
              <a:t>。</a:t>
            </a:r>
            <a:endParaRPr lang="en-US" altLang="zh-CN" dirty="0" smtClean="0">
              <a:latin typeface="+mn-ea"/>
            </a:endParaRPr>
          </a:p>
        </p:txBody>
      </p:sp>
      <p:graphicFrame>
        <p:nvGraphicFramePr>
          <p:cNvPr id="2" name="表格 1"/>
          <p:cNvGraphicFramePr>
            <a:graphicFrameLocks noGrp="1"/>
          </p:cNvGraphicFramePr>
          <p:nvPr/>
        </p:nvGraphicFramePr>
        <p:xfrm>
          <a:off x="1016000" y="3479800"/>
          <a:ext cx="9829800" cy="5530850"/>
        </p:xfrm>
        <a:graphic>
          <a:graphicData uri="http://schemas.openxmlformats.org/drawingml/2006/table">
            <a:tbl>
              <a:tblPr/>
              <a:tblGrid>
                <a:gridCol w="982663"/>
                <a:gridCol w="982662"/>
                <a:gridCol w="984250"/>
                <a:gridCol w="982663"/>
                <a:gridCol w="982662"/>
                <a:gridCol w="982663"/>
                <a:gridCol w="982662"/>
                <a:gridCol w="984250"/>
                <a:gridCol w="982663"/>
                <a:gridCol w="982662"/>
              </a:tblGrid>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状态</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状态</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状态</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状态</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序号</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itchFamily="2" charset="-122"/>
                          <a:ea typeface="宋体" pitchFamily="2" charset="-122"/>
                        </a:rPr>
                        <a:t>状态</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a</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a</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a</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a</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9</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10</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58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11</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23</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35</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47</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r h="425450">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12</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d</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24</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c</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36</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b</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48</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itchFamily="2" charset="-122"/>
                          <a:ea typeface="宋体" pitchFamily="2" charset="-122"/>
                        </a:rPr>
                        <a:t>e</a:t>
                      </a: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c>
                  <a:txBody>
                    <a:bodyPr/>
                    <a:lstStyle/>
                    <a:p>
                      <a:pPr marL="0" marR="0" lvl="0" indent="0" algn="ctr" defTabSz="944563" rtl="0" eaLnBrk="1" fontAlgn="b" latinLnBrk="0" hangingPunct="1">
                        <a:lnSpc>
                          <a:spcPct val="100000"/>
                        </a:lnSpc>
                        <a:spcBef>
                          <a:spcPct val="0"/>
                        </a:spcBef>
                        <a:spcAft>
                          <a:spcPct val="0"/>
                        </a:spcAft>
                        <a:buClrTx/>
                        <a:buSzTx/>
                        <a:buFontTx/>
                        <a:buNone/>
                        <a:tabLst/>
                      </a:pPr>
                      <a:endParaRPr kumimoji="0" lang="zh-CN" altLang="en-US" sz="2000" b="0" i="0" u="none" strike="noStrike" cap="none" normalizeH="0" baseline="0" smtClean="0">
                        <a:ln>
                          <a:noFill/>
                        </a:ln>
                        <a:solidFill>
                          <a:srgbClr val="000000"/>
                        </a:solidFill>
                        <a:effectLst/>
                        <a:latin typeface="宋体" pitchFamily="2" charset="-122"/>
                        <a:ea typeface="宋体" pitchFamily="2" charset="-122"/>
                      </a:endParaRPr>
                    </a:p>
                  </a:txBody>
                  <a:tcPr marL="9525" marR="9525" marT="9525"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F6E8"/>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59395" name="Content Placeholder 2"/>
          <p:cNvSpPr>
            <a:spLocks noGrp="1" noChangeArrowheads="1"/>
          </p:cNvSpPr>
          <p:nvPr>
            <p:ph idx="4294967295"/>
          </p:nvPr>
        </p:nvSpPr>
        <p:spPr>
          <a:xfrm>
            <a:off x="841375" y="1276350"/>
            <a:ext cx="11147425" cy="8274050"/>
          </a:xfrm>
        </p:spPr>
        <p:txBody>
          <a:bodyPr/>
          <a:lstStyle/>
          <a:p>
            <a:pPr marL="0" indent="0" eaLnBrk="1" hangingPunct="1">
              <a:buFont typeface="Wingdings 2" pitchFamily="18" charset="2"/>
              <a:buNone/>
              <a:defRPr/>
            </a:pPr>
            <a:r>
              <a:rPr lang="en-US" altLang="zh-CN" b="1" dirty="0" smtClean="0">
                <a:latin typeface="+mn-ea"/>
              </a:rPr>
              <a:t>(</a:t>
            </a:r>
            <a:r>
              <a:rPr lang="en-US" altLang="zh-CN" b="1" dirty="0">
                <a:latin typeface="+mn-ea"/>
              </a:rPr>
              <a:t>2</a:t>
            </a:r>
            <a:r>
              <a:rPr lang="en-US" altLang="zh-CN" b="1" dirty="0" smtClean="0">
                <a:latin typeface="+mn-ea"/>
              </a:rPr>
              <a:t>)</a:t>
            </a:r>
            <a:r>
              <a:rPr lang="zh-CN" altLang="en-US" b="1" dirty="0" smtClean="0">
                <a:latin typeface="+mn-ea"/>
              </a:rPr>
              <a:t>计算一步转移概率矩阵</a:t>
            </a:r>
            <a:r>
              <a:rPr lang="en-US" altLang="zh-CN" b="1" dirty="0" smtClean="0">
                <a:latin typeface="+mn-ea"/>
              </a:rPr>
              <a:t>P</a:t>
            </a: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a→</a:t>
            </a:r>
            <a:r>
              <a:rPr lang="zh-CN" altLang="en-US" dirty="0" smtClean="0">
                <a:latin typeface="+mn-ea"/>
              </a:rPr>
              <a:t>状态</a:t>
            </a:r>
            <a:r>
              <a:rPr lang="en-US" altLang="zh-CN" dirty="0" smtClean="0">
                <a:latin typeface="+mn-ea"/>
              </a:rPr>
              <a:t>a</a:t>
            </a:r>
            <a:r>
              <a:rPr lang="zh-CN" altLang="en-US" dirty="0" smtClean="0">
                <a:latin typeface="+mn-ea"/>
              </a:rPr>
              <a:t>的个数为</a:t>
            </a:r>
            <a:r>
              <a:rPr lang="en-US" altLang="zh-CN" dirty="0" smtClean="0">
                <a:latin typeface="+mn-ea"/>
              </a:rPr>
              <a:t>2</a:t>
            </a:r>
            <a:r>
              <a:rPr lang="zh-CN" altLang="en-US" dirty="0" smtClean="0">
                <a:latin typeface="+mn-ea"/>
              </a:rPr>
              <a:t>；由状态</a:t>
            </a:r>
            <a:r>
              <a:rPr lang="en-US" altLang="zh-CN" dirty="0" smtClean="0">
                <a:latin typeface="+mn-ea"/>
              </a:rPr>
              <a:t>a→</a:t>
            </a:r>
            <a:r>
              <a:rPr lang="zh-CN" altLang="en-US" dirty="0" smtClean="0">
                <a:latin typeface="+mn-ea"/>
              </a:rPr>
              <a:t>状态</a:t>
            </a:r>
            <a:r>
              <a:rPr lang="en-US" altLang="zh-CN" dirty="0">
                <a:latin typeface="+mn-ea"/>
              </a:rPr>
              <a:t>b</a:t>
            </a:r>
            <a:r>
              <a:rPr lang="zh-CN" altLang="en-US" dirty="0" smtClean="0">
                <a:latin typeface="+mn-ea"/>
              </a:rPr>
              <a:t>的个数为</a:t>
            </a:r>
            <a:r>
              <a:rPr lang="en-US" altLang="zh-CN" dirty="0" smtClean="0">
                <a:latin typeface="+mn-ea"/>
              </a:rPr>
              <a:t>2</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a→</a:t>
            </a:r>
            <a:r>
              <a:rPr lang="zh-CN" altLang="en-US" dirty="0" smtClean="0">
                <a:latin typeface="+mn-ea"/>
              </a:rPr>
              <a:t>状态</a:t>
            </a:r>
            <a:r>
              <a:rPr lang="en-US" altLang="zh-CN" dirty="0">
                <a:latin typeface="+mn-ea"/>
              </a:rPr>
              <a:t>c</a:t>
            </a:r>
            <a:r>
              <a:rPr lang="zh-CN" altLang="en-US" dirty="0" smtClean="0">
                <a:latin typeface="+mn-ea"/>
              </a:rPr>
              <a:t>的个数为</a:t>
            </a:r>
            <a:r>
              <a:rPr lang="en-US" altLang="zh-CN" dirty="0" smtClean="0">
                <a:latin typeface="+mn-ea"/>
              </a:rPr>
              <a:t>0</a:t>
            </a:r>
            <a:r>
              <a:rPr lang="zh-CN" altLang="en-US" dirty="0" smtClean="0">
                <a:latin typeface="+mn-ea"/>
              </a:rPr>
              <a:t>；由状态</a:t>
            </a:r>
            <a:r>
              <a:rPr lang="en-US" altLang="zh-CN" dirty="0" smtClean="0">
                <a:latin typeface="+mn-ea"/>
              </a:rPr>
              <a:t>a→</a:t>
            </a:r>
            <a:r>
              <a:rPr lang="zh-CN" altLang="en-US" dirty="0" smtClean="0">
                <a:latin typeface="+mn-ea"/>
              </a:rPr>
              <a:t>状态</a:t>
            </a:r>
            <a:r>
              <a:rPr lang="en-US" altLang="zh-CN" dirty="0">
                <a:latin typeface="+mn-ea"/>
              </a:rPr>
              <a:t>d</a:t>
            </a:r>
            <a:r>
              <a:rPr lang="zh-CN" altLang="en-US" dirty="0" smtClean="0">
                <a:latin typeface="+mn-ea"/>
              </a:rPr>
              <a:t>的个数为</a:t>
            </a:r>
            <a:r>
              <a:rPr lang="en-US" altLang="zh-CN" dirty="0" smtClean="0">
                <a:latin typeface="+mn-ea"/>
              </a:rPr>
              <a:t>0</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a→</a:t>
            </a:r>
            <a:r>
              <a:rPr lang="zh-CN" altLang="en-US" dirty="0" smtClean="0">
                <a:latin typeface="+mn-ea"/>
              </a:rPr>
              <a:t>状态</a:t>
            </a:r>
            <a:r>
              <a:rPr lang="en-US" altLang="zh-CN" dirty="0">
                <a:latin typeface="+mn-ea"/>
              </a:rPr>
              <a:t>e</a:t>
            </a:r>
            <a:r>
              <a:rPr lang="zh-CN" altLang="en-US" dirty="0" smtClean="0">
                <a:latin typeface="+mn-ea"/>
              </a:rPr>
              <a:t>的个数为</a:t>
            </a:r>
            <a:r>
              <a:rPr lang="en-US" altLang="zh-CN" dirty="0" smtClean="0">
                <a:latin typeface="+mn-ea"/>
              </a:rPr>
              <a:t>0</a:t>
            </a:r>
            <a:r>
              <a:rPr lang="zh-CN" altLang="en-US" dirty="0" smtClean="0">
                <a:latin typeface="+mn-ea"/>
              </a:rPr>
              <a:t>；</a:t>
            </a:r>
            <a:r>
              <a:rPr lang="zh-CN" altLang="en-US" dirty="0" smtClean="0">
                <a:solidFill>
                  <a:srgbClr val="FF0000"/>
                </a:solidFill>
                <a:latin typeface="+mn-ea"/>
              </a:rPr>
              <a:t>状态</a:t>
            </a:r>
            <a:r>
              <a:rPr lang="en-US" altLang="zh-CN" dirty="0" smtClean="0">
                <a:solidFill>
                  <a:srgbClr val="FF0000"/>
                </a:solidFill>
                <a:latin typeface="+mn-ea"/>
              </a:rPr>
              <a:t>a</a:t>
            </a:r>
            <a:r>
              <a:rPr lang="zh-CN" altLang="en-US" dirty="0" smtClean="0">
                <a:solidFill>
                  <a:srgbClr val="FF0000"/>
                </a:solidFill>
                <a:latin typeface="+mn-ea"/>
              </a:rPr>
              <a:t>共有</a:t>
            </a:r>
            <a:r>
              <a:rPr lang="en-US" altLang="zh-CN" dirty="0" smtClean="0">
                <a:solidFill>
                  <a:srgbClr val="FF0000"/>
                </a:solidFill>
                <a:latin typeface="+mn-ea"/>
              </a:rPr>
              <a:t>4</a:t>
            </a:r>
            <a:r>
              <a:rPr lang="zh-CN" altLang="en-US" dirty="0" smtClean="0">
                <a:solidFill>
                  <a:srgbClr val="FF0000"/>
                </a:solidFill>
                <a:latin typeface="+mn-ea"/>
              </a:rPr>
              <a:t>个。</a:t>
            </a:r>
            <a:endParaRPr lang="en-US" altLang="zh-CN" dirty="0" smtClean="0">
              <a:solidFill>
                <a:srgbClr val="FF0000"/>
              </a:solidFill>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b</a:t>
            </a:r>
            <a:r>
              <a:rPr lang="en-US" altLang="zh-CN" dirty="0" smtClean="0">
                <a:latin typeface="+mn-ea"/>
              </a:rPr>
              <a:t>→</a:t>
            </a:r>
            <a:r>
              <a:rPr lang="zh-CN" altLang="en-US" dirty="0" smtClean="0">
                <a:latin typeface="+mn-ea"/>
              </a:rPr>
              <a:t>状态</a:t>
            </a:r>
            <a:r>
              <a:rPr lang="en-US" altLang="zh-CN" dirty="0" smtClean="0">
                <a:latin typeface="+mn-ea"/>
              </a:rPr>
              <a:t>a</a:t>
            </a:r>
            <a:r>
              <a:rPr lang="zh-CN" altLang="en-US" dirty="0" smtClean="0">
                <a:latin typeface="+mn-ea"/>
              </a:rPr>
              <a:t>的个数为</a:t>
            </a:r>
            <a:r>
              <a:rPr lang="en-US" altLang="zh-CN" dirty="0" smtClean="0">
                <a:latin typeface="+mn-ea"/>
              </a:rPr>
              <a:t>2</a:t>
            </a:r>
            <a:r>
              <a:rPr lang="zh-CN" altLang="en-US" dirty="0" smtClean="0">
                <a:latin typeface="+mn-ea"/>
              </a:rPr>
              <a:t>；由状态</a:t>
            </a:r>
            <a:r>
              <a:rPr lang="en-US" altLang="zh-CN" dirty="0" smtClean="0">
                <a:latin typeface="+mn-ea"/>
              </a:rPr>
              <a:t>b→</a:t>
            </a:r>
            <a:r>
              <a:rPr lang="zh-CN" altLang="en-US" dirty="0" smtClean="0">
                <a:latin typeface="+mn-ea"/>
              </a:rPr>
              <a:t>状态</a:t>
            </a:r>
            <a:r>
              <a:rPr lang="en-US" altLang="zh-CN" dirty="0">
                <a:latin typeface="+mn-ea"/>
              </a:rPr>
              <a:t>b</a:t>
            </a:r>
            <a:r>
              <a:rPr lang="zh-CN" altLang="en-US" dirty="0" smtClean="0">
                <a:latin typeface="+mn-ea"/>
              </a:rPr>
              <a:t>的个数为</a:t>
            </a:r>
            <a:r>
              <a:rPr lang="en-US" altLang="zh-CN" dirty="0" smtClean="0">
                <a:latin typeface="+mn-ea"/>
              </a:rPr>
              <a:t>12</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b→</a:t>
            </a:r>
            <a:r>
              <a:rPr lang="zh-CN" altLang="en-US" dirty="0" smtClean="0">
                <a:latin typeface="+mn-ea"/>
              </a:rPr>
              <a:t>状态</a:t>
            </a:r>
            <a:r>
              <a:rPr lang="en-US" altLang="zh-CN" dirty="0">
                <a:latin typeface="+mn-ea"/>
              </a:rPr>
              <a:t>c</a:t>
            </a:r>
            <a:r>
              <a:rPr lang="zh-CN" altLang="en-US" dirty="0" smtClean="0">
                <a:latin typeface="+mn-ea"/>
              </a:rPr>
              <a:t>的个数为</a:t>
            </a:r>
            <a:r>
              <a:rPr lang="en-US" altLang="zh-CN" dirty="0" smtClean="0">
                <a:latin typeface="+mn-ea"/>
              </a:rPr>
              <a:t>4</a:t>
            </a:r>
            <a:r>
              <a:rPr lang="zh-CN" altLang="en-US" dirty="0" smtClean="0">
                <a:latin typeface="+mn-ea"/>
              </a:rPr>
              <a:t>；由状态</a:t>
            </a:r>
            <a:r>
              <a:rPr lang="en-US" altLang="zh-CN" dirty="0" smtClean="0">
                <a:latin typeface="+mn-ea"/>
              </a:rPr>
              <a:t>b→</a:t>
            </a:r>
            <a:r>
              <a:rPr lang="zh-CN" altLang="en-US" dirty="0" smtClean="0">
                <a:latin typeface="+mn-ea"/>
              </a:rPr>
              <a:t>状态</a:t>
            </a:r>
            <a:r>
              <a:rPr lang="en-US" altLang="zh-CN" dirty="0">
                <a:latin typeface="+mn-ea"/>
              </a:rPr>
              <a:t>d</a:t>
            </a:r>
            <a:r>
              <a:rPr lang="zh-CN" altLang="en-US" dirty="0" smtClean="0">
                <a:latin typeface="+mn-ea"/>
              </a:rPr>
              <a:t>的个数为</a:t>
            </a:r>
            <a:r>
              <a:rPr lang="en-US" altLang="zh-CN" dirty="0" smtClean="0">
                <a:latin typeface="+mn-ea"/>
              </a:rPr>
              <a:t>0</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b→</a:t>
            </a:r>
            <a:r>
              <a:rPr lang="zh-CN" altLang="en-US" dirty="0" smtClean="0">
                <a:latin typeface="+mn-ea"/>
              </a:rPr>
              <a:t>状态</a:t>
            </a:r>
            <a:r>
              <a:rPr lang="en-US" altLang="zh-CN" dirty="0">
                <a:latin typeface="+mn-ea"/>
              </a:rPr>
              <a:t>e</a:t>
            </a:r>
            <a:r>
              <a:rPr lang="zh-CN" altLang="en-US" dirty="0" smtClean="0">
                <a:latin typeface="+mn-ea"/>
              </a:rPr>
              <a:t>的个数为</a:t>
            </a:r>
            <a:r>
              <a:rPr lang="en-US" altLang="zh-CN" dirty="0" smtClean="0">
                <a:latin typeface="+mn-ea"/>
              </a:rPr>
              <a:t>0</a:t>
            </a:r>
            <a:r>
              <a:rPr lang="zh-CN" altLang="en-US" dirty="0" smtClean="0">
                <a:latin typeface="+mn-ea"/>
              </a:rPr>
              <a:t>；</a:t>
            </a:r>
            <a:r>
              <a:rPr lang="zh-CN" altLang="en-US" dirty="0" smtClean="0">
                <a:solidFill>
                  <a:srgbClr val="FF0000"/>
                </a:solidFill>
                <a:latin typeface="+mn-ea"/>
              </a:rPr>
              <a:t>状态</a:t>
            </a:r>
            <a:r>
              <a:rPr lang="en-US" altLang="zh-CN" dirty="0" smtClean="0">
                <a:solidFill>
                  <a:srgbClr val="FF0000"/>
                </a:solidFill>
                <a:latin typeface="+mn-ea"/>
              </a:rPr>
              <a:t>b</a:t>
            </a:r>
            <a:r>
              <a:rPr lang="zh-CN" altLang="en-US" dirty="0" smtClean="0">
                <a:solidFill>
                  <a:srgbClr val="FF0000"/>
                </a:solidFill>
                <a:latin typeface="+mn-ea"/>
              </a:rPr>
              <a:t>共有</a:t>
            </a:r>
            <a:r>
              <a:rPr lang="en-US" altLang="zh-CN" dirty="0" smtClean="0">
                <a:solidFill>
                  <a:srgbClr val="FF0000"/>
                </a:solidFill>
                <a:latin typeface="+mn-ea"/>
              </a:rPr>
              <a:t>18</a:t>
            </a:r>
            <a:r>
              <a:rPr lang="zh-CN" altLang="en-US" dirty="0" smtClean="0">
                <a:solidFill>
                  <a:srgbClr val="FF0000"/>
                </a:solidFill>
                <a:latin typeface="+mn-ea"/>
              </a:rPr>
              <a:t>个。</a:t>
            </a:r>
            <a:endParaRPr lang="en-US" altLang="zh-CN" dirty="0" smtClean="0">
              <a:solidFill>
                <a:srgbClr val="FF0000"/>
              </a:solidFill>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c</a:t>
            </a:r>
            <a:r>
              <a:rPr lang="en-US" altLang="zh-CN" dirty="0" smtClean="0">
                <a:latin typeface="+mn-ea"/>
              </a:rPr>
              <a:t>→</a:t>
            </a:r>
            <a:r>
              <a:rPr lang="zh-CN" altLang="en-US" dirty="0" smtClean="0">
                <a:latin typeface="+mn-ea"/>
              </a:rPr>
              <a:t>状态</a:t>
            </a:r>
            <a:r>
              <a:rPr lang="en-US" altLang="zh-CN" dirty="0" smtClean="0">
                <a:latin typeface="+mn-ea"/>
              </a:rPr>
              <a:t>a</a:t>
            </a:r>
            <a:r>
              <a:rPr lang="zh-CN" altLang="en-US" dirty="0" smtClean="0">
                <a:latin typeface="+mn-ea"/>
              </a:rPr>
              <a:t>的个数为</a:t>
            </a:r>
            <a:r>
              <a:rPr lang="en-US" altLang="zh-CN" dirty="0" smtClean="0">
                <a:latin typeface="+mn-ea"/>
              </a:rPr>
              <a:t>0</a:t>
            </a:r>
            <a:r>
              <a:rPr lang="zh-CN" altLang="en-US" dirty="0" smtClean="0">
                <a:latin typeface="+mn-ea"/>
              </a:rPr>
              <a:t>；由状态</a:t>
            </a:r>
            <a:r>
              <a:rPr lang="en-US" altLang="zh-CN" dirty="0">
                <a:latin typeface="+mn-ea"/>
              </a:rPr>
              <a:t>c</a:t>
            </a:r>
            <a:r>
              <a:rPr lang="en-US" altLang="zh-CN" dirty="0" smtClean="0">
                <a:latin typeface="+mn-ea"/>
              </a:rPr>
              <a:t>→</a:t>
            </a:r>
            <a:r>
              <a:rPr lang="zh-CN" altLang="en-US" dirty="0" smtClean="0">
                <a:latin typeface="+mn-ea"/>
              </a:rPr>
              <a:t>状态</a:t>
            </a:r>
            <a:r>
              <a:rPr lang="en-US" altLang="zh-CN" dirty="0">
                <a:latin typeface="+mn-ea"/>
              </a:rPr>
              <a:t>b</a:t>
            </a:r>
            <a:r>
              <a:rPr lang="zh-CN" altLang="en-US" dirty="0" smtClean="0">
                <a:latin typeface="+mn-ea"/>
              </a:rPr>
              <a:t>的个数为</a:t>
            </a:r>
            <a:r>
              <a:rPr lang="en-US" altLang="zh-CN" dirty="0" smtClean="0">
                <a:latin typeface="+mn-ea"/>
              </a:rPr>
              <a:t>3</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c→</a:t>
            </a:r>
            <a:r>
              <a:rPr lang="zh-CN" altLang="en-US" dirty="0" smtClean="0">
                <a:latin typeface="+mn-ea"/>
              </a:rPr>
              <a:t>状态</a:t>
            </a:r>
            <a:r>
              <a:rPr lang="en-US" altLang="zh-CN" dirty="0">
                <a:latin typeface="+mn-ea"/>
              </a:rPr>
              <a:t>c</a:t>
            </a:r>
            <a:r>
              <a:rPr lang="zh-CN" altLang="en-US" dirty="0" smtClean="0">
                <a:latin typeface="+mn-ea"/>
              </a:rPr>
              <a:t>的个数为</a:t>
            </a:r>
            <a:r>
              <a:rPr lang="en-US" altLang="zh-CN" dirty="0" smtClean="0">
                <a:latin typeface="+mn-ea"/>
              </a:rPr>
              <a:t>9</a:t>
            </a:r>
            <a:r>
              <a:rPr lang="zh-CN" altLang="en-US" dirty="0" smtClean="0">
                <a:latin typeface="+mn-ea"/>
              </a:rPr>
              <a:t>；由状态</a:t>
            </a:r>
            <a:r>
              <a:rPr lang="en-US" altLang="zh-CN" dirty="0" smtClean="0">
                <a:latin typeface="+mn-ea"/>
              </a:rPr>
              <a:t>c→</a:t>
            </a:r>
            <a:r>
              <a:rPr lang="zh-CN" altLang="en-US" dirty="0" smtClean="0">
                <a:latin typeface="+mn-ea"/>
              </a:rPr>
              <a:t>状态</a:t>
            </a:r>
            <a:r>
              <a:rPr lang="en-US" altLang="zh-CN" dirty="0">
                <a:latin typeface="+mn-ea"/>
              </a:rPr>
              <a:t>d</a:t>
            </a:r>
            <a:r>
              <a:rPr lang="zh-CN" altLang="en-US" dirty="0" smtClean="0">
                <a:latin typeface="+mn-ea"/>
              </a:rPr>
              <a:t>的个数为</a:t>
            </a:r>
            <a:r>
              <a:rPr lang="en-US" altLang="zh-CN" dirty="0" smtClean="0">
                <a:latin typeface="+mn-ea"/>
              </a:rPr>
              <a:t>2</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c→</a:t>
            </a:r>
            <a:r>
              <a:rPr lang="zh-CN" altLang="en-US" dirty="0" smtClean="0">
                <a:latin typeface="+mn-ea"/>
              </a:rPr>
              <a:t>状态</a:t>
            </a:r>
            <a:r>
              <a:rPr lang="en-US" altLang="zh-CN" dirty="0" smtClean="0">
                <a:latin typeface="+mn-ea"/>
              </a:rPr>
              <a:t>e</a:t>
            </a:r>
            <a:r>
              <a:rPr lang="zh-CN" altLang="en-US" dirty="0" smtClean="0">
                <a:latin typeface="+mn-ea"/>
              </a:rPr>
              <a:t>的个数为</a:t>
            </a:r>
            <a:r>
              <a:rPr lang="en-US" altLang="zh-CN" dirty="0" smtClean="0">
                <a:latin typeface="+mn-ea"/>
              </a:rPr>
              <a:t>0</a:t>
            </a:r>
            <a:r>
              <a:rPr lang="zh-CN" altLang="en-US" dirty="0" smtClean="0">
                <a:latin typeface="+mn-ea"/>
              </a:rPr>
              <a:t>；</a:t>
            </a:r>
            <a:r>
              <a:rPr lang="zh-CN" altLang="en-US" dirty="0" smtClean="0">
                <a:solidFill>
                  <a:srgbClr val="FF0000"/>
                </a:solidFill>
                <a:latin typeface="+mn-ea"/>
              </a:rPr>
              <a:t>状态</a:t>
            </a:r>
            <a:r>
              <a:rPr lang="en-US" altLang="zh-CN" dirty="0" smtClean="0">
                <a:solidFill>
                  <a:srgbClr val="FF0000"/>
                </a:solidFill>
                <a:latin typeface="+mn-ea"/>
              </a:rPr>
              <a:t>c</a:t>
            </a:r>
            <a:r>
              <a:rPr lang="zh-CN" altLang="en-US" dirty="0" smtClean="0">
                <a:solidFill>
                  <a:srgbClr val="FF0000"/>
                </a:solidFill>
                <a:latin typeface="+mn-ea"/>
              </a:rPr>
              <a:t>共有</a:t>
            </a:r>
            <a:r>
              <a:rPr lang="en-US" altLang="zh-CN" dirty="0" smtClean="0">
                <a:solidFill>
                  <a:srgbClr val="FF0000"/>
                </a:solidFill>
                <a:latin typeface="+mn-ea"/>
              </a:rPr>
              <a:t>14</a:t>
            </a:r>
            <a:r>
              <a:rPr lang="zh-CN" altLang="en-US" dirty="0" smtClean="0">
                <a:solidFill>
                  <a:srgbClr val="FF0000"/>
                </a:solidFill>
                <a:latin typeface="+mn-ea"/>
              </a:rPr>
              <a:t>个。</a:t>
            </a:r>
            <a:endParaRPr lang="en-US" altLang="zh-CN" dirty="0" smtClean="0">
              <a:solidFill>
                <a:srgbClr val="FF0000"/>
              </a:solidFill>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d</a:t>
            </a:r>
            <a:r>
              <a:rPr lang="en-US" altLang="zh-CN" dirty="0" smtClean="0">
                <a:latin typeface="+mn-ea"/>
              </a:rPr>
              <a:t>→</a:t>
            </a:r>
            <a:r>
              <a:rPr lang="zh-CN" altLang="en-US" dirty="0" smtClean="0">
                <a:latin typeface="+mn-ea"/>
              </a:rPr>
              <a:t>状态</a:t>
            </a:r>
            <a:r>
              <a:rPr lang="en-US" altLang="zh-CN" dirty="0" smtClean="0">
                <a:latin typeface="+mn-ea"/>
              </a:rPr>
              <a:t>a</a:t>
            </a:r>
            <a:r>
              <a:rPr lang="zh-CN" altLang="en-US" dirty="0" smtClean="0">
                <a:latin typeface="+mn-ea"/>
              </a:rPr>
              <a:t>的个数为</a:t>
            </a:r>
            <a:r>
              <a:rPr lang="en-US" altLang="zh-CN" dirty="0" smtClean="0">
                <a:latin typeface="+mn-ea"/>
              </a:rPr>
              <a:t>0</a:t>
            </a:r>
            <a:r>
              <a:rPr lang="zh-CN" altLang="en-US" dirty="0" smtClean="0">
                <a:latin typeface="+mn-ea"/>
              </a:rPr>
              <a:t>；由状态</a:t>
            </a:r>
            <a:r>
              <a:rPr lang="en-US" altLang="zh-CN" dirty="0">
                <a:latin typeface="+mn-ea"/>
              </a:rPr>
              <a:t>d</a:t>
            </a:r>
            <a:r>
              <a:rPr lang="en-US" altLang="zh-CN" dirty="0" smtClean="0">
                <a:latin typeface="+mn-ea"/>
              </a:rPr>
              <a:t>→</a:t>
            </a:r>
            <a:r>
              <a:rPr lang="zh-CN" altLang="en-US" dirty="0" smtClean="0">
                <a:latin typeface="+mn-ea"/>
              </a:rPr>
              <a:t>状态</a:t>
            </a:r>
            <a:r>
              <a:rPr lang="en-US" altLang="zh-CN" dirty="0" smtClean="0">
                <a:latin typeface="+mn-ea"/>
              </a:rPr>
              <a:t>b</a:t>
            </a:r>
            <a:r>
              <a:rPr lang="zh-CN" altLang="en-US" dirty="0" smtClean="0">
                <a:latin typeface="+mn-ea"/>
              </a:rPr>
              <a:t>的个数为</a:t>
            </a:r>
            <a:r>
              <a:rPr lang="en-US" altLang="zh-CN" dirty="0" smtClean="0">
                <a:latin typeface="+mn-ea"/>
              </a:rPr>
              <a:t>0</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d</a:t>
            </a:r>
            <a:r>
              <a:rPr lang="en-US" altLang="zh-CN" dirty="0" smtClean="0">
                <a:latin typeface="+mn-ea"/>
              </a:rPr>
              <a:t>→</a:t>
            </a:r>
            <a:r>
              <a:rPr lang="zh-CN" altLang="en-US" dirty="0" smtClean="0">
                <a:latin typeface="+mn-ea"/>
              </a:rPr>
              <a:t>状态</a:t>
            </a:r>
            <a:r>
              <a:rPr lang="en-US" altLang="zh-CN" dirty="0">
                <a:latin typeface="+mn-ea"/>
              </a:rPr>
              <a:t>c</a:t>
            </a:r>
            <a:r>
              <a:rPr lang="zh-CN" altLang="en-US" dirty="0" smtClean="0">
                <a:latin typeface="+mn-ea"/>
              </a:rPr>
              <a:t>的个数为</a:t>
            </a:r>
            <a:r>
              <a:rPr lang="en-US" altLang="zh-CN" dirty="0" smtClean="0">
                <a:latin typeface="+mn-ea"/>
              </a:rPr>
              <a:t>0</a:t>
            </a:r>
            <a:r>
              <a:rPr lang="zh-CN" altLang="en-US" dirty="0" smtClean="0">
                <a:latin typeface="+mn-ea"/>
              </a:rPr>
              <a:t>；由状态</a:t>
            </a:r>
            <a:r>
              <a:rPr lang="en-US" altLang="zh-CN" dirty="0">
                <a:latin typeface="+mn-ea"/>
              </a:rPr>
              <a:t>d</a:t>
            </a:r>
            <a:r>
              <a:rPr lang="en-US" altLang="zh-CN" dirty="0" smtClean="0">
                <a:latin typeface="+mn-ea"/>
              </a:rPr>
              <a:t>→</a:t>
            </a:r>
            <a:r>
              <a:rPr lang="zh-CN" altLang="en-US" dirty="0" smtClean="0">
                <a:latin typeface="+mn-ea"/>
              </a:rPr>
              <a:t>状态</a:t>
            </a:r>
            <a:r>
              <a:rPr lang="en-US" altLang="zh-CN" dirty="0">
                <a:latin typeface="+mn-ea"/>
              </a:rPr>
              <a:t>d</a:t>
            </a:r>
            <a:r>
              <a:rPr lang="zh-CN" altLang="en-US" dirty="0" smtClean="0">
                <a:latin typeface="+mn-ea"/>
              </a:rPr>
              <a:t>的个数为</a:t>
            </a:r>
            <a:r>
              <a:rPr lang="en-US" altLang="zh-CN" dirty="0" smtClean="0">
                <a:latin typeface="+mn-ea"/>
              </a:rPr>
              <a:t>9</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smtClean="0">
                <a:latin typeface="+mn-ea"/>
              </a:rPr>
              <a:t>d→</a:t>
            </a:r>
            <a:r>
              <a:rPr lang="zh-CN" altLang="en-US" dirty="0" smtClean="0">
                <a:latin typeface="+mn-ea"/>
              </a:rPr>
              <a:t>状态</a:t>
            </a:r>
            <a:r>
              <a:rPr lang="en-US" altLang="zh-CN" dirty="0">
                <a:latin typeface="+mn-ea"/>
              </a:rPr>
              <a:t>e</a:t>
            </a:r>
            <a:r>
              <a:rPr lang="zh-CN" altLang="en-US" dirty="0" smtClean="0">
                <a:latin typeface="+mn-ea"/>
              </a:rPr>
              <a:t>的个数为</a:t>
            </a:r>
            <a:r>
              <a:rPr lang="en-US" altLang="zh-CN" dirty="0" smtClean="0">
                <a:latin typeface="+mn-ea"/>
              </a:rPr>
              <a:t>3</a:t>
            </a:r>
            <a:r>
              <a:rPr lang="zh-CN" altLang="en-US" dirty="0" smtClean="0">
                <a:latin typeface="+mn-ea"/>
              </a:rPr>
              <a:t>；</a:t>
            </a:r>
            <a:r>
              <a:rPr lang="zh-CN" altLang="en-US" dirty="0" smtClean="0">
                <a:solidFill>
                  <a:srgbClr val="FF0000"/>
                </a:solidFill>
                <a:latin typeface="+mn-ea"/>
              </a:rPr>
              <a:t>状态</a:t>
            </a:r>
            <a:r>
              <a:rPr lang="en-US" altLang="zh-CN" dirty="0" smtClean="0">
                <a:solidFill>
                  <a:srgbClr val="FF0000"/>
                </a:solidFill>
                <a:latin typeface="+mn-ea"/>
              </a:rPr>
              <a:t>d</a:t>
            </a:r>
            <a:r>
              <a:rPr lang="zh-CN" altLang="en-US" dirty="0" smtClean="0">
                <a:solidFill>
                  <a:srgbClr val="FF0000"/>
                </a:solidFill>
                <a:latin typeface="+mn-ea"/>
              </a:rPr>
              <a:t>共有</a:t>
            </a:r>
            <a:r>
              <a:rPr lang="en-US" altLang="zh-CN" dirty="0" smtClean="0">
                <a:solidFill>
                  <a:srgbClr val="FF0000"/>
                </a:solidFill>
                <a:latin typeface="+mn-ea"/>
              </a:rPr>
              <a:t>12</a:t>
            </a:r>
            <a:r>
              <a:rPr lang="zh-CN" altLang="en-US" dirty="0" smtClean="0">
                <a:solidFill>
                  <a:srgbClr val="FF0000"/>
                </a:solidFill>
                <a:latin typeface="+mn-ea"/>
              </a:rPr>
              <a:t>个。</a:t>
            </a:r>
            <a:endParaRPr lang="en-US" altLang="zh-CN" dirty="0" smtClean="0">
              <a:solidFill>
                <a:srgbClr val="FF0000"/>
              </a:solidFill>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e</a:t>
            </a:r>
            <a:r>
              <a:rPr lang="en-US" altLang="zh-CN" dirty="0" smtClean="0">
                <a:latin typeface="+mn-ea"/>
              </a:rPr>
              <a:t>→</a:t>
            </a:r>
            <a:r>
              <a:rPr lang="zh-CN" altLang="en-US" dirty="0" smtClean="0">
                <a:latin typeface="+mn-ea"/>
              </a:rPr>
              <a:t>状态</a:t>
            </a:r>
            <a:r>
              <a:rPr lang="en-US" altLang="zh-CN" dirty="0" smtClean="0">
                <a:latin typeface="+mn-ea"/>
              </a:rPr>
              <a:t>a</a:t>
            </a:r>
            <a:r>
              <a:rPr lang="zh-CN" altLang="en-US" dirty="0" smtClean="0">
                <a:latin typeface="+mn-ea"/>
              </a:rPr>
              <a:t>的个数为</a:t>
            </a:r>
            <a:r>
              <a:rPr lang="en-US" altLang="zh-CN" dirty="0" smtClean="0">
                <a:latin typeface="+mn-ea"/>
              </a:rPr>
              <a:t>0</a:t>
            </a:r>
            <a:r>
              <a:rPr lang="zh-CN" altLang="en-US" dirty="0" smtClean="0">
                <a:latin typeface="+mn-ea"/>
              </a:rPr>
              <a:t>；由状态</a:t>
            </a:r>
            <a:r>
              <a:rPr lang="en-US" altLang="zh-CN" dirty="0">
                <a:latin typeface="+mn-ea"/>
              </a:rPr>
              <a:t>e</a:t>
            </a:r>
            <a:r>
              <a:rPr lang="en-US" altLang="zh-CN" dirty="0" smtClean="0">
                <a:latin typeface="+mn-ea"/>
              </a:rPr>
              <a:t>→</a:t>
            </a:r>
            <a:r>
              <a:rPr lang="zh-CN" altLang="en-US" dirty="0" smtClean="0">
                <a:latin typeface="+mn-ea"/>
              </a:rPr>
              <a:t>状态</a:t>
            </a:r>
            <a:r>
              <a:rPr lang="en-US" altLang="zh-CN" dirty="0" smtClean="0">
                <a:latin typeface="+mn-ea"/>
              </a:rPr>
              <a:t>b</a:t>
            </a:r>
            <a:r>
              <a:rPr lang="zh-CN" altLang="en-US" dirty="0" smtClean="0">
                <a:latin typeface="+mn-ea"/>
              </a:rPr>
              <a:t>的个数为</a:t>
            </a:r>
            <a:r>
              <a:rPr lang="en-US" altLang="zh-CN" dirty="0" smtClean="0">
                <a:latin typeface="+mn-ea"/>
              </a:rPr>
              <a:t>0</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e</a:t>
            </a:r>
            <a:r>
              <a:rPr lang="en-US" altLang="zh-CN" dirty="0" smtClean="0">
                <a:latin typeface="+mn-ea"/>
              </a:rPr>
              <a:t>→</a:t>
            </a:r>
            <a:r>
              <a:rPr lang="zh-CN" altLang="en-US" dirty="0" smtClean="0">
                <a:latin typeface="+mn-ea"/>
              </a:rPr>
              <a:t>状态</a:t>
            </a:r>
            <a:r>
              <a:rPr lang="en-US" altLang="zh-CN" dirty="0" smtClean="0">
                <a:latin typeface="+mn-ea"/>
              </a:rPr>
              <a:t>c</a:t>
            </a:r>
            <a:r>
              <a:rPr lang="zh-CN" altLang="en-US" dirty="0" smtClean="0">
                <a:latin typeface="+mn-ea"/>
              </a:rPr>
              <a:t>的个数为</a:t>
            </a:r>
            <a:r>
              <a:rPr lang="en-US" altLang="zh-CN" dirty="0" smtClean="0">
                <a:latin typeface="+mn-ea"/>
              </a:rPr>
              <a:t>1</a:t>
            </a:r>
            <a:r>
              <a:rPr lang="zh-CN" altLang="en-US" dirty="0" smtClean="0">
                <a:latin typeface="+mn-ea"/>
              </a:rPr>
              <a:t>；由状态</a:t>
            </a:r>
            <a:r>
              <a:rPr lang="en-US" altLang="zh-CN" dirty="0">
                <a:latin typeface="+mn-ea"/>
              </a:rPr>
              <a:t>e</a:t>
            </a:r>
            <a:r>
              <a:rPr lang="en-US" altLang="zh-CN" dirty="0" smtClean="0">
                <a:latin typeface="+mn-ea"/>
              </a:rPr>
              <a:t>→</a:t>
            </a:r>
            <a:r>
              <a:rPr lang="zh-CN" altLang="en-US" dirty="0" smtClean="0">
                <a:latin typeface="+mn-ea"/>
              </a:rPr>
              <a:t>状态</a:t>
            </a:r>
            <a:r>
              <a:rPr lang="en-US" altLang="zh-CN" dirty="0" smtClean="0">
                <a:latin typeface="+mn-ea"/>
              </a:rPr>
              <a:t>d</a:t>
            </a:r>
            <a:r>
              <a:rPr lang="zh-CN" altLang="en-US" dirty="0" smtClean="0">
                <a:latin typeface="+mn-ea"/>
              </a:rPr>
              <a:t>的个数为</a:t>
            </a:r>
            <a:r>
              <a:rPr lang="en-US" altLang="zh-CN" dirty="0" smtClean="0">
                <a:latin typeface="+mn-ea"/>
              </a:rPr>
              <a:t>1</a:t>
            </a:r>
            <a:r>
              <a:rPr lang="zh-CN" altLang="en-US" dirty="0" smtClean="0">
                <a:latin typeface="+mn-ea"/>
              </a:rPr>
              <a:t>；</a:t>
            </a:r>
            <a:endParaRPr lang="en-US" altLang="zh-CN" dirty="0" smtClean="0">
              <a:latin typeface="+mn-ea"/>
            </a:endParaRPr>
          </a:p>
          <a:p>
            <a:pPr marL="0" indent="0" eaLnBrk="1" hangingPunct="1">
              <a:buFont typeface="Wingdings 2" pitchFamily="18" charset="2"/>
              <a:buNone/>
              <a:defRPr/>
            </a:pPr>
            <a:r>
              <a:rPr lang="zh-CN" altLang="en-US" dirty="0" smtClean="0">
                <a:latin typeface="+mn-ea"/>
              </a:rPr>
              <a:t>由状态</a:t>
            </a:r>
            <a:r>
              <a:rPr lang="en-US" altLang="zh-CN" dirty="0">
                <a:latin typeface="+mn-ea"/>
              </a:rPr>
              <a:t>e</a:t>
            </a:r>
            <a:r>
              <a:rPr lang="en-US" altLang="zh-CN" dirty="0" smtClean="0">
                <a:latin typeface="+mn-ea"/>
              </a:rPr>
              <a:t>→</a:t>
            </a:r>
            <a:r>
              <a:rPr lang="zh-CN" altLang="en-US" dirty="0" smtClean="0">
                <a:latin typeface="+mn-ea"/>
              </a:rPr>
              <a:t>状态</a:t>
            </a:r>
            <a:r>
              <a:rPr lang="en-US" altLang="zh-CN" dirty="0" smtClean="0">
                <a:latin typeface="+mn-ea"/>
              </a:rPr>
              <a:t>e</a:t>
            </a:r>
            <a:r>
              <a:rPr lang="zh-CN" altLang="en-US" dirty="0" smtClean="0">
                <a:latin typeface="+mn-ea"/>
              </a:rPr>
              <a:t>的个数为</a:t>
            </a:r>
            <a:r>
              <a:rPr lang="en-US" altLang="zh-CN" dirty="0" smtClean="0">
                <a:latin typeface="+mn-ea"/>
              </a:rPr>
              <a:t>5</a:t>
            </a:r>
            <a:r>
              <a:rPr lang="zh-CN" altLang="en-US" dirty="0" smtClean="0">
                <a:latin typeface="+mn-ea"/>
              </a:rPr>
              <a:t>；</a:t>
            </a:r>
            <a:r>
              <a:rPr lang="zh-CN" altLang="en-US" dirty="0" smtClean="0">
                <a:solidFill>
                  <a:srgbClr val="FF0000"/>
                </a:solidFill>
                <a:latin typeface="+mn-ea"/>
              </a:rPr>
              <a:t>状态</a:t>
            </a:r>
            <a:r>
              <a:rPr lang="en-US" altLang="zh-CN" dirty="0" smtClean="0">
                <a:solidFill>
                  <a:srgbClr val="FF0000"/>
                </a:solidFill>
                <a:latin typeface="+mn-ea"/>
              </a:rPr>
              <a:t>e</a:t>
            </a:r>
            <a:r>
              <a:rPr lang="zh-CN" altLang="en-US" dirty="0" smtClean="0">
                <a:solidFill>
                  <a:srgbClr val="FF0000"/>
                </a:solidFill>
                <a:latin typeface="+mn-ea"/>
              </a:rPr>
              <a:t>共有</a:t>
            </a:r>
            <a:r>
              <a:rPr lang="en-US" altLang="zh-CN" dirty="0" smtClean="0">
                <a:solidFill>
                  <a:srgbClr val="FF0000"/>
                </a:solidFill>
                <a:latin typeface="+mn-ea"/>
              </a:rPr>
              <a:t>7</a:t>
            </a:r>
            <a:r>
              <a:rPr lang="zh-CN" altLang="en-US" dirty="0" smtClean="0">
                <a:solidFill>
                  <a:srgbClr val="FF0000"/>
                </a:solidFill>
                <a:latin typeface="+mn-ea"/>
              </a:rPr>
              <a:t>个</a:t>
            </a:r>
            <a:r>
              <a:rPr lang="en-US" altLang="zh-CN" dirty="0" smtClean="0">
                <a:solidFill>
                  <a:srgbClr val="FF0000"/>
                </a:solidFill>
                <a:latin typeface="+mn-ea"/>
              </a:rPr>
              <a:t>(</a:t>
            </a:r>
            <a:r>
              <a:rPr lang="zh-CN" altLang="en-US" dirty="0" smtClean="0">
                <a:solidFill>
                  <a:srgbClr val="FF0000"/>
                </a:solidFill>
                <a:latin typeface="+mn-ea"/>
              </a:rPr>
              <a:t>最后一个无法转移，不计入</a:t>
            </a:r>
            <a:r>
              <a:rPr lang="en-US" altLang="zh-CN" dirty="0" smtClean="0">
                <a:solidFill>
                  <a:srgbClr val="FF0000"/>
                </a:solidFill>
                <a:latin typeface="+mn-ea"/>
              </a:rPr>
              <a:t>)</a:t>
            </a:r>
            <a:r>
              <a:rPr lang="zh-CN" altLang="en-US" dirty="0" smtClean="0">
                <a:solidFill>
                  <a:srgbClr val="FF0000"/>
                </a:solidFill>
                <a:latin typeface="+mn-ea"/>
              </a:rPr>
              <a:t>。</a:t>
            </a:r>
            <a:endParaRPr lang="en-US" altLang="zh-CN" dirty="0" smtClean="0">
              <a:solidFill>
                <a:srgbClr val="FF0000"/>
              </a:solidFill>
              <a:latin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idx="4294967295"/>
          </p:nvPr>
        </p:nvSpPr>
        <p:spPr/>
        <p:txBody>
          <a:bodyPr/>
          <a:lstStyle/>
          <a:p>
            <a:pPr eaLnBrk="1" hangingPunct="1"/>
            <a:r>
              <a:rPr lang="zh-CN" altLang="en-US" smtClean="0"/>
              <a:t>时间序列预测方法</a:t>
            </a:r>
            <a:r>
              <a:rPr lang="en-US" altLang="zh-CN" smtClean="0"/>
              <a:t>—</a:t>
            </a:r>
            <a:r>
              <a:rPr lang="zh-CN" altLang="en-US" smtClean="0"/>
              <a:t>马尔科夫</a:t>
            </a:r>
            <a:endParaRPr lang="zh-CN" smtClean="0"/>
          </a:p>
        </p:txBody>
      </p:sp>
      <p:sp>
        <p:nvSpPr>
          <p:cNvPr id="68611" name="Content Placeholder 2"/>
          <p:cNvSpPr>
            <a:spLocks noGrp="1" noChangeArrowheads="1"/>
          </p:cNvSpPr>
          <p:nvPr>
            <p:ph idx="4294967295"/>
          </p:nvPr>
        </p:nvSpPr>
        <p:spPr/>
        <p:txBody>
          <a:bodyPr/>
          <a:lstStyle/>
          <a:p>
            <a:pPr marL="0" indent="0" eaLnBrk="1" hangingPunct="1">
              <a:buFont typeface="Wingdings 2" pitchFamily="18" charset="2"/>
              <a:buNone/>
            </a:pPr>
            <a:r>
              <a:rPr lang="zh-CN" altLang="en-US" smtClean="0"/>
              <a:t>一步转移概率矩阵</a:t>
            </a:r>
            <a:r>
              <a:rPr lang="en-US" altLang="zh-CN" smtClean="0"/>
              <a:t>P</a:t>
            </a:r>
            <a:r>
              <a:rPr lang="zh-CN" altLang="en-US" smtClean="0"/>
              <a:t>为</a:t>
            </a: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smtClean="0"/>
          </a:p>
          <a:p>
            <a:pPr marL="0" indent="0" eaLnBrk="1" hangingPunct="1">
              <a:buFont typeface="Wingdings 2" pitchFamily="18" charset="2"/>
              <a:buNone/>
            </a:pPr>
            <a:endParaRPr lang="en-US" altLang="zh-CN" b="1" smtClean="0"/>
          </a:p>
        </p:txBody>
      </p:sp>
      <p:pic>
        <p:nvPicPr>
          <p:cNvPr id="68612" name="Picture 3"/>
          <p:cNvPicPr>
            <a:picLocks noChangeAspect="1" noChangeArrowheads="1"/>
          </p:cNvPicPr>
          <p:nvPr/>
        </p:nvPicPr>
        <p:blipFill>
          <a:blip r:embed="rId2"/>
          <a:srcRect/>
          <a:stretch>
            <a:fillRect/>
          </a:stretch>
        </p:blipFill>
        <p:spPr bwMode="auto">
          <a:xfrm>
            <a:off x="1193800" y="1874838"/>
            <a:ext cx="5981700" cy="4060825"/>
          </a:xfrm>
          <a:prstGeom prst="rect">
            <a:avLst/>
          </a:prstGeom>
          <a:noFill/>
          <a:ln w="9525">
            <a:noFill/>
            <a:miter lim="800000"/>
            <a:headEnd/>
            <a:tailEnd/>
          </a:ln>
          <a:effectLst/>
        </p:spPr>
      </p:pic>
      <p:sp>
        <p:nvSpPr>
          <p:cNvPr id="3" name="TextBox 2"/>
          <p:cNvSpPr txBox="1"/>
          <p:nvPr/>
        </p:nvSpPr>
        <p:spPr>
          <a:xfrm>
            <a:off x="901700" y="5961063"/>
            <a:ext cx="9829800" cy="990600"/>
          </a:xfrm>
          <a:prstGeom prst="rect">
            <a:avLst/>
          </a:prstGeom>
          <a:noFill/>
        </p:spPr>
        <p:txBody>
          <a:bodyPr>
            <a:spAutoFit/>
          </a:bodyPr>
          <a:lstStyle/>
          <a:p>
            <a:pPr>
              <a:spcBef>
                <a:spcPts val="1000"/>
              </a:spcBef>
              <a:spcAft>
                <a:spcPts val="1000"/>
              </a:spcAft>
              <a:defRPr/>
            </a:pPr>
            <a:r>
              <a:rPr lang="en-US" altLang="zh-CN" sz="2500" b="1" dirty="0">
                <a:latin typeface="+mn-ea"/>
                <a:ea typeface="+mn-ea"/>
              </a:rPr>
              <a:t>(3)</a:t>
            </a:r>
            <a:r>
              <a:rPr lang="zh-CN" altLang="en-US" sz="2500" b="1" dirty="0">
                <a:latin typeface="+mn-ea"/>
                <a:ea typeface="+mn-ea"/>
              </a:rPr>
              <a:t>从</a:t>
            </a:r>
            <a:r>
              <a:rPr lang="en-US" altLang="zh-CN" sz="2500" b="1" dirty="0">
                <a:latin typeface="+mn-ea"/>
                <a:ea typeface="+mn-ea"/>
              </a:rPr>
              <a:t>4</a:t>
            </a:r>
            <a:r>
              <a:rPr lang="zh-CN" altLang="en-US" sz="2500" b="1" dirty="0">
                <a:latin typeface="+mn-ea"/>
                <a:ea typeface="+mn-ea"/>
              </a:rPr>
              <a:t>月</a:t>
            </a:r>
            <a:r>
              <a:rPr lang="en-US" altLang="zh-CN" sz="2500" b="1" dirty="0">
                <a:latin typeface="+mn-ea"/>
                <a:ea typeface="+mn-ea"/>
              </a:rPr>
              <a:t>26</a:t>
            </a:r>
            <a:r>
              <a:rPr lang="zh-CN" altLang="en-US" sz="2500" b="1" dirty="0">
                <a:latin typeface="+mn-ea"/>
                <a:ea typeface="+mn-ea"/>
              </a:rPr>
              <a:t>日开始，分别预测以后两个交易日的价格分布情况。</a:t>
            </a:r>
            <a:endParaRPr lang="en-US" altLang="zh-CN" sz="2500" b="1" dirty="0">
              <a:latin typeface="+mn-ea"/>
              <a:ea typeface="+mn-ea"/>
            </a:endParaRPr>
          </a:p>
          <a:p>
            <a:pPr>
              <a:defRPr/>
            </a:pPr>
            <a:r>
              <a:rPr lang="zh-CN" altLang="en-US" sz="2500" dirty="0">
                <a:latin typeface="+mn-ea"/>
                <a:ea typeface="+mn-ea"/>
              </a:rPr>
              <a:t>   以</a:t>
            </a:r>
            <a:r>
              <a:rPr lang="en-US" altLang="zh-CN" sz="2500" dirty="0">
                <a:latin typeface="+mn-ea"/>
                <a:ea typeface="+mn-ea"/>
              </a:rPr>
              <a:t>4</a:t>
            </a:r>
            <a:r>
              <a:rPr lang="zh-CN" altLang="en-US" sz="2500" dirty="0">
                <a:latin typeface="+mn-ea"/>
                <a:ea typeface="+mn-ea"/>
              </a:rPr>
              <a:t>月</a:t>
            </a:r>
            <a:r>
              <a:rPr lang="en-US" altLang="zh-CN" sz="2500" dirty="0">
                <a:latin typeface="+mn-ea"/>
                <a:ea typeface="+mn-ea"/>
              </a:rPr>
              <a:t>26</a:t>
            </a:r>
            <a:r>
              <a:rPr lang="zh-CN" altLang="en-US" sz="2500" dirty="0">
                <a:latin typeface="+mn-ea"/>
                <a:ea typeface="+mn-ea"/>
              </a:rPr>
              <a:t>日最后一个数据所在的状态作为初始分布，初始分布为</a:t>
            </a:r>
          </a:p>
        </p:txBody>
      </p:sp>
      <p:pic>
        <p:nvPicPr>
          <p:cNvPr id="68614" name="Picture 4"/>
          <p:cNvPicPr>
            <a:picLocks noChangeAspect="1" noChangeArrowheads="1"/>
          </p:cNvPicPr>
          <p:nvPr/>
        </p:nvPicPr>
        <p:blipFill>
          <a:blip r:embed="rId3"/>
          <a:srcRect/>
          <a:stretch>
            <a:fillRect/>
          </a:stretch>
        </p:blipFill>
        <p:spPr bwMode="auto">
          <a:xfrm>
            <a:off x="4668838" y="6969125"/>
            <a:ext cx="2989262" cy="512763"/>
          </a:xfrm>
          <a:prstGeom prst="rect">
            <a:avLst/>
          </a:prstGeom>
          <a:noFill/>
          <a:ln w="9525">
            <a:noFill/>
            <a:miter lim="800000"/>
            <a:headEnd/>
            <a:tailEnd/>
          </a:ln>
          <a:effectLst/>
        </p:spPr>
      </p:pic>
      <p:sp>
        <p:nvSpPr>
          <p:cNvPr id="4" name="TextBox 3"/>
          <p:cNvSpPr txBox="1"/>
          <p:nvPr/>
        </p:nvSpPr>
        <p:spPr>
          <a:xfrm>
            <a:off x="642938" y="7467600"/>
            <a:ext cx="4716462" cy="461963"/>
          </a:xfrm>
          <a:prstGeom prst="rect">
            <a:avLst/>
          </a:prstGeom>
          <a:noFill/>
        </p:spPr>
        <p:txBody>
          <a:bodyPr>
            <a:spAutoFit/>
          </a:bodyPr>
          <a:lstStyle/>
          <a:p>
            <a:pPr>
              <a:defRPr/>
            </a:pPr>
            <a:r>
              <a:rPr lang="zh-CN" altLang="en-US" sz="2400" dirty="0">
                <a:latin typeface="+mn-ea"/>
                <a:ea typeface="+mn-ea"/>
              </a:rPr>
              <a:t>下一个交易日</a:t>
            </a:r>
            <a:r>
              <a:rPr lang="en-US" altLang="zh-CN" sz="2400" dirty="0">
                <a:latin typeface="+mn-ea"/>
                <a:ea typeface="+mn-ea"/>
              </a:rPr>
              <a:t>4</a:t>
            </a:r>
            <a:r>
              <a:rPr lang="zh-CN" altLang="en-US" sz="2400" dirty="0">
                <a:latin typeface="+mn-ea"/>
                <a:ea typeface="+mn-ea"/>
              </a:rPr>
              <a:t>月</a:t>
            </a:r>
            <a:r>
              <a:rPr lang="en-US" altLang="zh-CN" sz="2400" dirty="0">
                <a:latin typeface="+mn-ea"/>
                <a:ea typeface="+mn-ea"/>
              </a:rPr>
              <a:t>27</a:t>
            </a:r>
            <a:r>
              <a:rPr lang="zh-CN" altLang="en-US" sz="2400" dirty="0">
                <a:latin typeface="+mn-ea"/>
                <a:ea typeface="+mn-ea"/>
              </a:rPr>
              <a:t>日的分布律为</a:t>
            </a:r>
          </a:p>
        </p:txBody>
      </p:sp>
      <p:sp>
        <p:nvSpPr>
          <p:cNvPr id="12" name="TextBox 11"/>
          <p:cNvSpPr txBox="1"/>
          <p:nvPr/>
        </p:nvSpPr>
        <p:spPr>
          <a:xfrm>
            <a:off x="622300" y="8148638"/>
            <a:ext cx="4716463" cy="461962"/>
          </a:xfrm>
          <a:prstGeom prst="rect">
            <a:avLst/>
          </a:prstGeom>
          <a:noFill/>
        </p:spPr>
        <p:txBody>
          <a:bodyPr>
            <a:spAutoFit/>
          </a:bodyPr>
          <a:lstStyle/>
          <a:p>
            <a:pPr>
              <a:defRPr/>
            </a:pPr>
            <a:r>
              <a:rPr lang="zh-CN" altLang="en-US" sz="2400" dirty="0">
                <a:latin typeface="+mn-ea"/>
                <a:ea typeface="+mn-ea"/>
              </a:rPr>
              <a:t>第二个交易日</a:t>
            </a:r>
            <a:r>
              <a:rPr lang="en-US" altLang="zh-CN" sz="2400" dirty="0">
                <a:latin typeface="+mn-ea"/>
                <a:ea typeface="+mn-ea"/>
              </a:rPr>
              <a:t>4</a:t>
            </a:r>
            <a:r>
              <a:rPr lang="zh-CN" altLang="en-US" sz="2400" dirty="0">
                <a:latin typeface="+mn-ea"/>
                <a:ea typeface="+mn-ea"/>
              </a:rPr>
              <a:t>月</a:t>
            </a:r>
            <a:r>
              <a:rPr lang="en-US" altLang="zh-CN" sz="2400" dirty="0">
                <a:latin typeface="+mn-ea"/>
                <a:ea typeface="+mn-ea"/>
              </a:rPr>
              <a:t>30</a:t>
            </a:r>
            <a:r>
              <a:rPr lang="zh-CN" altLang="en-US" sz="2400" dirty="0">
                <a:latin typeface="+mn-ea"/>
                <a:ea typeface="+mn-ea"/>
              </a:rPr>
              <a:t>日的分布律为</a:t>
            </a:r>
          </a:p>
        </p:txBody>
      </p:sp>
      <p:pic>
        <p:nvPicPr>
          <p:cNvPr id="68617" name="Picture 6"/>
          <p:cNvPicPr>
            <a:picLocks noChangeAspect="1" noChangeArrowheads="1"/>
          </p:cNvPicPr>
          <p:nvPr/>
        </p:nvPicPr>
        <p:blipFill>
          <a:blip r:embed="rId4"/>
          <a:srcRect/>
          <a:stretch>
            <a:fillRect/>
          </a:stretch>
        </p:blipFill>
        <p:spPr bwMode="auto">
          <a:xfrm>
            <a:off x="5443538" y="7500938"/>
            <a:ext cx="6194425" cy="493712"/>
          </a:xfrm>
          <a:prstGeom prst="rect">
            <a:avLst/>
          </a:prstGeom>
          <a:noFill/>
          <a:ln w="9525">
            <a:noFill/>
            <a:miter lim="800000"/>
            <a:headEnd/>
            <a:tailEnd/>
          </a:ln>
          <a:effectLst/>
        </p:spPr>
      </p:pic>
      <p:pic>
        <p:nvPicPr>
          <p:cNvPr id="68618" name="Picture 7"/>
          <p:cNvPicPr>
            <a:picLocks noChangeAspect="1" noChangeArrowheads="1"/>
          </p:cNvPicPr>
          <p:nvPr/>
        </p:nvPicPr>
        <p:blipFill>
          <a:blip r:embed="rId5"/>
          <a:srcRect/>
          <a:stretch>
            <a:fillRect/>
          </a:stretch>
        </p:blipFill>
        <p:spPr bwMode="auto">
          <a:xfrm>
            <a:off x="5426075" y="8128000"/>
            <a:ext cx="6845300" cy="5032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ChangeArrowheads="1"/>
          </p:cNvSpPr>
          <p:nvPr/>
        </p:nvSpPr>
        <p:spPr bwMode="auto">
          <a:xfrm>
            <a:off x="0" y="4860925"/>
            <a:ext cx="12601575" cy="4860925"/>
          </a:xfrm>
          <a:prstGeom prst="rect">
            <a:avLst/>
          </a:prstGeom>
          <a:gradFill rotWithShape="1">
            <a:gsLst>
              <a:gs pos="0">
                <a:srgbClr val="FFFFFF"/>
              </a:gs>
              <a:gs pos="34999">
                <a:srgbClr val="FFFFFF"/>
              </a:gs>
              <a:gs pos="100000">
                <a:srgbClr val="7FD13B"/>
              </a:gs>
            </a:gsLst>
            <a:path path="rect">
              <a:fillToRect l="50000" t="-79999" r="50000" b="-79999"/>
            </a:path>
          </a:gradFill>
          <a:ln w="12700">
            <a:noFill/>
            <a:miter lim="800000"/>
            <a:headEnd/>
            <a:tailEnd/>
          </a:ln>
        </p:spPr>
        <p:txBody>
          <a:bodyPr lIns="94485" tIns="47242" rIns="94485" bIns="47242" anchor="ctr"/>
          <a:lstStyle/>
          <a:p>
            <a:pPr algn="ctr"/>
            <a:endParaRPr lang="zh-CN" altLang="zh-CN">
              <a:solidFill>
                <a:srgbClr val="FFFFFF"/>
              </a:solidFill>
              <a:latin typeface="宋体" pitchFamily="2" charset="-122"/>
              <a:sym typeface="宋体" pitchFamily="2" charset="-122"/>
            </a:endParaRPr>
          </a:p>
        </p:txBody>
      </p:sp>
      <p:sp>
        <p:nvSpPr>
          <p:cNvPr id="69635" name="Rectangle 3"/>
          <p:cNvSpPr>
            <a:spLocks noChangeArrowheads="1"/>
          </p:cNvSpPr>
          <p:nvPr/>
        </p:nvSpPr>
        <p:spPr bwMode="auto">
          <a:xfrm>
            <a:off x="0" y="0"/>
            <a:ext cx="12601575" cy="6543675"/>
          </a:xfrm>
          <a:prstGeom prst="rect">
            <a:avLst/>
          </a:prstGeom>
          <a:solidFill>
            <a:schemeClr val="bg1"/>
          </a:solidFill>
          <a:ln w="12700">
            <a:noFill/>
            <a:miter lim="800000"/>
            <a:headEnd/>
            <a:tailEnd/>
          </a:ln>
        </p:spPr>
        <p:txBody>
          <a:bodyPr lIns="94485" tIns="47242" rIns="94485" bIns="47242" anchor="ctr"/>
          <a:lstStyle/>
          <a:p>
            <a:pPr algn="ctr"/>
            <a:endParaRPr lang="zh-CN" altLang="zh-CN">
              <a:solidFill>
                <a:srgbClr val="FFFFFF"/>
              </a:solidFill>
              <a:latin typeface="宋体" pitchFamily="2" charset="-122"/>
              <a:sym typeface="宋体" pitchFamily="2" charset="-122"/>
            </a:endParaRPr>
          </a:p>
        </p:txBody>
      </p:sp>
      <p:sp>
        <p:nvSpPr>
          <p:cNvPr id="69636" name="Title 1"/>
          <p:cNvSpPr>
            <a:spLocks noGrp="1" noChangeArrowheads="1"/>
          </p:cNvSpPr>
          <p:nvPr>
            <p:ph type="ctrTitle" idx="4294967295"/>
          </p:nvPr>
        </p:nvSpPr>
        <p:spPr>
          <a:xfrm>
            <a:off x="3952875" y="1296988"/>
            <a:ext cx="4200525" cy="3384550"/>
          </a:xfrm>
        </p:spPr>
        <p:txBody>
          <a:bodyPr/>
          <a:lstStyle/>
          <a:p>
            <a:pPr marL="0" indent="0" eaLnBrk="1" hangingPunct="1"/>
            <a:r>
              <a:rPr lang="zh-CN" altLang="en-US" sz="5000" b="1" smtClean="0">
                <a:solidFill>
                  <a:srgbClr val="5EA226"/>
                </a:solidFill>
                <a:latin typeface="黑体" pitchFamily="49" charset="-122"/>
                <a:ea typeface="黑体" pitchFamily="49" charset="-122"/>
                <a:sym typeface="黑体" pitchFamily="49" charset="-122"/>
              </a:rPr>
              <a:t>感谢你的关注</a:t>
            </a:r>
            <a:endParaRPr lang="zh-CN" altLang="en-US" smtClean="0"/>
          </a:p>
        </p:txBody>
      </p:sp>
      <p:sp>
        <p:nvSpPr>
          <p:cNvPr id="69637" name="Subtitle 2"/>
          <p:cNvSpPr>
            <a:spLocks noGrp="1" noChangeArrowheads="1"/>
          </p:cNvSpPr>
          <p:nvPr>
            <p:ph type="subTitle" idx="4294967295"/>
          </p:nvPr>
        </p:nvSpPr>
        <p:spPr>
          <a:xfrm>
            <a:off x="7780338" y="5680075"/>
            <a:ext cx="3246437" cy="863600"/>
          </a:xfrm>
        </p:spPr>
        <p:txBody>
          <a:bodyPr/>
          <a:lstStyle/>
          <a:p>
            <a:pPr marL="0" indent="0" eaLnBrk="1" hangingPunct="1">
              <a:buFont typeface="Wingdings 2" pitchFamily="18" charset="2"/>
              <a:buNone/>
            </a:pPr>
            <a:r>
              <a:rPr lang="zh-CN" altLang="en-US" b="1" smtClean="0">
                <a:solidFill>
                  <a:srgbClr val="FFFFFF"/>
                </a:solidFill>
                <a:latin typeface="微软雅黑" pitchFamily="34" charset="-122"/>
                <a:ea typeface="微软雅黑" pitchFamily="34" charset="-122"/>
                <a:sym typeface="微软雅黑" pitchFamily="34" charset="-122"/>
              </a:rPr>
              <a:t>果幻灯影  功成有因</a:t>
            </a:r>
            <a:endParaRPr lang="zh-CN" altLang="en-US" smtClean="0"/>
          </a:p>
        </p:txBody>
      </p:sp>
      <p:sp>
        <p:nvSpPr>
          <p:cNvPr id="69638" name="TextBox 7"/>
          <p:cNvSpPr>
            <a:spLocks noChangeArrowheads="1"/>
          </p:cNvSpPr>
          <p:nvPr/>
        </p:nvSpPr>
        <p:spPr bwMode="auto">
          <a:xfrm>
            <a:off x="3881438" y="3581400"/>
            <a:ext cx="4233862" cy="479425"/>
          </a:xfrm>
          <a:prstGeom prst="rect">
            <a:avLst/>
          </a:prstGeom>
          <a:noFill/>
          <a:ln w="9525">
            <a:noFill/>
            <a:miter lim="800000"/>
            <a:headEnd/>
            <a:tailEnd/>
          </a:ln>
        </p:spPr>
        <p:txBody>
          <a:bodyPr lIns="94485" tIns="47242" rIns="94485" bIns="47242">
            <a:spAutoFit/>
          </a:bodyPr>
          <a:lstStyle/>
          <a:p>
            <a:r>
              <a:rPr lang="en-US" altLang="zh-CN" sz="2500" b="1">
                <a:solidFill>
                  <a:srgbClr val="5EA226"/>
                </a:solidFill>
                <a:sym typeface="Arial" charset="0"/>
              </a:rPr>
              <a:t> Thanks for your attention </a:t>
            </a: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theme1.xml><?xml version="1.0" encoding="utf-8"?>
<a:theme xmlns:a="http://schemas.openxmlformats.org/drawingml/2006/main" name="Office Theme">
  <a:themeElements>
    <a:clrScheme name="">
      <a:dk1>
        <a:srgbClr val="000000"/>
      </a:dk1>
      <a:lt1>
        <a:srgbClr val="FFFFFF"/>
      </a:lt1>
      <a:dk2>
        <a:srgbClr val="455F51"/>
      </a:dk2>
      <a:lt2>
        <a:srgbClr val="E2DFCC"/>
      </a:lt2>
      <a:accent1>
        <a:srgbClr val="99CB38"/>
      </a:accent1>
      <a:accent2>
        <a:srgbClr val="63A537"/>
      </a:accent2>
      <a:accent3>
        <a:srgbClr val="FFFFFF"/>
      </a:accent3>
      <a:accent4>
        <a:srgbClr val="000000"/>
      </a:accent4>
      <a:accent5>
        <a:srgbClr val="CAE2AE"/>
      </a:accent5>
      <a:accent6>
        <a:srgbClr val="599531"/>
      </a:accent6>
      <a:hlink>
        <a:srgbClr val="EE7B08"/>
      </a:hlink>
      <a:folHlink>
        <a:srgbClr val="977B2D"/>
      </a:folHlink>
    </a:clrScheme>
    <a:fontScheme name="Office Theme">
      <a:majorFont>
        <a:latin typeface="Arial"/>
        <a:ea typeface="微软雅黑"/>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The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
  <TotalTime>157259305</TotalTime>
  <Pages>0</Pages>
  <Words>1448</Words>
  <Characters>0</Characters>
  <Application>Microsoft Office PowerPoint</Application>
  <DocSecurity>0</DocSecurity>
  <PresentationFormat>自定义</PresentationFormat>
  <Lines>0</Lines>
  <Paragraphs>487</Paragraphs>
  <Slides>17</Slides>
  <Notes>3</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2</vt:i4>
      </vt:variant>
      <vt:variant>
        <vt:lpstr>幻灯片标题</vt:lpstr>
      </vt:variant>
      <vt:variant>
        <vt:i4>17</vt:i4>
      </vt:variant>
    </vt:vector>
  </HeadingPairs>
  <TitlesOfParts>
    <vt:vector size="32" baseType="lpstr">
      <vt:lpstr>Arial</vt:lpstr>
      <vt:lpstr>宋体</vt:lpstr>
      <vt:lpstr>微软雅黑</vt:lpstr>
      <vt:lpstr>Times New Roman</vt:lpstr>
      <vt:lpstr>Wingdings 2</vt:lpstr>
      <vt:lpstr>Calibri</vt:lpstr>
      <vt:lpstr>Calibri Light</vt:lpstr>
      <vt:lpstr>Wingdings</vt:lpstr>
      <vt:lpstr>黑体</vt:lpstr>
      <vt:lpstr>Arial Black</vt:lpstr>
      <vt:lpstr>Verdana</vt:lpstr>
      <vt:lpstr>Office Theme</vt:lpstr>
      <vt:lpstr>1_Office Theme</vt:lpstr>
      <vt:lpstr>MathType 6.0 Equation</vt:lpstr>
      <vt:lpstr>Microsoft 公式 3.0</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时间序列预测方法—马尔科夫</vt:lpstr>
      <vt:lpstr>感谢你的关注</vt:lpstr>
    </vt:vector>
  </TitlesOfParts>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邹恩栋</dc:creator>
  <cp:lastModifiedBy>Windows 用户</cp:lastModifiedBy>
  <cp:revision>148</cp:revision>
  <cp:lastPrinted>1899-12-30T00:00:00Z</cp:lastPrinted>
  <dcterms:created xsi:type="dcterms:W3CDTF">2012-10-26T12:14:00Z</dcterms:created>
  <dcterms:modified xsi:type="dcterms:W3CDTF">2019-07-26T12:48:40Z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2052-8.1.0.3089</vt:lpwstr>
  </property>
</Properties>
</file>